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41.xml"/><Relationship Id="rId13" Type="http://schemas.openxmlformats.org/officeDocument/2006/relationships/slide" Target="slide117.xml"/><Relationship Id="rId14" Type="http://schemas.openxmlformats.org/officeDocument/2006/relationships/slide" Target="slide100.xml"/><Relationship Id="rId15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tel:+393347124042" TargetMode="External"/><Relationship Id="rId4" Type="http://schemas.openxmlformats.org/officeDocument/2006/relationships/hyperlink" Target="https://www.instagram.com/wastemanagementgroup/" TargetMode="External"/><Relationship Id="rId5" Type="http://schemas.openxmlformats.org/officeDocument/2006/relationships/slide" Target="slide6.xml"/><Relationship Id="rId6" Type="http://schemas.openxmlformats.org/officeDocument/2006/relationships/slide" Target="slide27.xml"/><Relationship Id="rId7" Type="http://schemas.openxmlformats.org/officeDocument/2006/relationships/slide" Target="slide41.xml"/><Relationship Id="rId8" Type="http://schemas.openxmlformats.org/officeDocument/2006/relationships/slide" Target="slide71.xml"/><Relationship Id="rId9" Type="http://schemas.openxmlformats.org/officeDocument/2006/relationships/slide" Target="slide88.xml"/><Relationship Id="rId10" Type="http://schemas.openxmlformats.org/officeDocument/2006/relationships/slide" Target="slide100.xml"/><Relationship Id="rId11" Type="http://schemas.openxmlformats.org/officeDocument/2006/relationships/slide" Target="slide117.xml"/><Relationship Id="rId12" Type="http://schemas.openxmlformats.org/officeDocument/2006/relationships/slide" Target="slide7.xml"/><Relationship Id="rId13" Type="http://schemas.openxmlformats.org/officeDocument/2006/relationships/slide" Target="slide13.xml"/><Relationship Id="rId14" Type="http://schemas.openxmlformats.org/officeDocument/2006/relationships/slide" Target="slide19.xml"/><Relationship Id="rId15" Type="http://schemas.openxmlformats.org/officeDocument/2006/relationships/slide" Target="slide28.xml"/><Relationship Id="rId16" Type="http://schemas.openxmlformats.org/officeDocument/2006/relationships/slide" Target="slide35.xml"/><Relationship Id="rId17" Type="http://schemas.openxmlformats.org/officeDocument/2006/relationships/slide" Target="slide38.xml"/><Relationship Id="rId18" Type="http://schemas.openxmlformats.org/officeDocument/2006/relationships/slide" Target="slide42.xml"/><Relationship Id="rId19" Type="http://schemas.openxmlformats.org/officeDocument/2006/relationships/slide" Target="slide57.xml"/><Relationship Id="rId20" Type="http://schemas.openxmlformats.org/officeDocument/2006/relationships/slide" Target="slide63.xml"/><Relationship Id="rId21" Type="http://schemas.openxmlformats.org/officeDocument/2006/relationships/slide" Target="slide72.xml"/><Relationship Id="rId22" Type="http://schemas.openxmlformats.org/officeDocument/2006/relationships/slide" Target="slide74.xml"/><Relationship Id="rId23" Type="http://schemas.openxmlformats.org/officeDocument/2006/relationships/slide" Target="slide76.xml"/><Relationship Id="rId24" Type="http://schemas.openxmlformats.org/officeDocument/2006/relationships/slide" Target="slide78.xml"/><Relationship Id="rId25" Type="http://schemas.openxmlformats.org/officeDocument/2006/relationships/slide" Target="slide89.xml"/><Relationship Id="rId26" Type="http://schemas.openxmlformats.org/officeDocument/2006/relationships/slide" Target="slide92.xml"/><Relationship Id="rId27" Type="http://schemas.openxmlformats.org/officeDocument/2006/relationships/slide" Target="slide95.xml"/><Relationship Id="rId28" Type="http://schemas.openxmlformats.org/officeDocument/2006/relationships/slide" Target="slide101.xml"/><Relationship Id="rId29" Type="http://schemas.openxmlformats.org/officeDocument/2006/relationships/slide" Target="slide102.xml"/><Relationship Id="rId30" Type="http://schemas.openxmlformats.org/officeDocument/2006/relationships/slide" Target="slide104.xml"/><Relationship Id="rId31" Type="http://schemas.openxmlformats.org/officeDocument/2006/relationships/slide" Target="slide107.xml"/><Relationship Id="rId32" Type="http://schemas.openxmlformats.org/officeDocument/2006/relationships/slide" Target="slide108.xml"/><Relationship Id="rId33" Type="http://schemas.openxmlformats.org/officeDocument/2006/relationships/slide" Target="slide110.xml"/><Relationship Id="rId34" Type="http://schemas.openxmlformats.org/officeDocument/2006/relationships/slide" Target="slide111.xml"/><Relationship Id="rId35" Type="http://schemas.openxmlformats.org/officeDocument/2006/relationships/slide" Target="slide112.xml"/><Relationship Id="rId36" Type="http://schemas.openxmlformats.org/officeDocument/2006/relationships/slide" Target="slide113.xml"/><Relationship Id="rId37" Type="http://schemas.openxmlformats.org/officeDocument/2006/relationships/slide" Target="slide118.xml"/><Relationship Id="rId38" Type="http://schemas.openxmlformats.org/officeDocument/2006/relationships/slide" Target="slide119.xml"/><Relationship Id="rId39" Type="http://schemas.openxmlformats.org/officeDocument/2006/relationships/slide" Target="slide120.xml"/><Relationship Id="rId40" Type="http://schemas.openxmlformats.org/officeDocument/2006/relationships/slide" Target="slide121.xml"/><Relationship Id="rId41" Type="http://schemas.openxmlformats.org/officeDocument/2006/relationships/slide" Target="slide123.xml"/><Relationship Id="rId42" Type="http://schemas.openxmlformats.org/officeDocument/2006/relationships/slide" Target="slide124.xml"/><Relationship Id="rId43" Type="http://schemas.openxmlformats.org/officeDocument/2006/relationships/slide" Target="slide4.xml"/><Relationship Id="rId44" Type="http://schemas.openxmlformats.org/officeDocument/2006/relationships/slide" Target="slide5.xml"/><Relationship Id="rId45" Type="http://schemas.openxmlformats.org/officeDocument/2006/relationships/slide" Target="slide125.xml"/><Relationship Id="rId46" Type="http://schemas.openxmlformats.org/officeDocument/2006/relationships/slide" Target="slide130.xml"/><Relationship Id="rId47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hyperlink" Target="tel:+393347124042" TargetMode="External"/><Relationship Id="rId14" Type="http://schemas.openxmlformats.org/officeDocument/2006/relationships/hyperlink" Target="https://www.instagram.com/wastemanagementgroup/" TargetMode="External"/><Relationship Id="rId15" Type="http://schemas.openxmlformats.org/officeDocument/2006/relationships/slide" Target="slide8.xml"/><Relationship Id="rId16" Type="http://schemas.openxmlformats.org/officeDocument/2006/relationships/slide" Target="slide11.xml"/><Relationship Id="rId17" Type="http://schemas.openxmlformats.org/officeDocument/2006/relationships/slide" Target="slide14.xml"/><Relationship Id="rId18" Type="http://schemas.openxmlformats.org/officeDocument/2006/relationships/slide" Target="slide26.xml"/><Relationship Id="rId19" Type="http://schemas.openxmlformats.org/officeDocument/2006/relationships/slide" Target="slide48.xml"/><Relationship Id="rId20" Type="http://schemas.openxmlformats.org/officeDocument/2006/relationships/slide" Target="slide94.xml"/><Relationship Id="rId21" Type="http://schemas.openxmlformats.org/officeDocument/2006/relationships/slide" Target="slide31.xml"/><Relationship Id="rId22" Type="http://schemas.openxmlformats.org/officeDocument/2006/relationships/slide" Target="slide28.xml"/><Relationship Id="rId23" Type="http://schemas.openxmlformats.org/officeDocument/2006/relationships/slide" Target="slide29.xml"/><Relationship Id="rId24" Type="http://schemas.openxmlformats.org/officeDocument/2006/relationships/slide" Target="slide36.xml"/><Relationship Id="rId25" Type="http://schemas.openxmlformats.org/officeDocument/2006/relationships/slide" Target="slide9.xml"/><Relationship Id="rId26" Type="http://schemas.openxmlformats.org/officeDocument/2006/relationships/slide" Target="slide108.xml"/><Relationship Id="rId27" Type="http://schemas.openxmlformats.org/officeDocument/2006/relationships/slide" Target="slide38.xml"/><Relationship Id="rId28" Type="http://schemas.openxmlformats.org/officeDocument/2006/relationships/slide" Target="slide30.xml"/><Relationship Id="rId29" Type="http://schemas.openxmlformats.org/officeDocument/2006/relationships/slide" Target="slide39.xml"/><Relationship Id="rId30" Type="http://schemas.openxmlformats.org/officeDocument/2006/relationships/slide" Target="slide57.xml"/><Relationship Id="rId31" Type="http://schemas.openxmlformats.org/officeDocument/2006/relationships/slide" Target="slide90.xml"/><Relationship Id="rId32" Type="http://schemas.openxmlformats.org/officeDocument/2006/relationships/slide" Target="slide7.xml"/><Relationship Id="rId33" Type="http://schemas.openxmlformats.org/officeDocument/2006/relationships/slide" Target="slide74.xml"/><Relationship Id="rId34" Type="http://schemas.openxmlformats.org/officeDocument/2006/relationships/slide" Target="slide111.xml"/><Relationship Id="rId35" Type="http://schemas.openxmlformats.org/officeDocument/2006/relationships/slide" Target="slide12.xml"/><Relationship Id="rId36" Type="http://schemas.openxmlformats.org/officeDocument/2006/relationships/slide" Target="slide45.xml"/><Relationship Id="rId37" Type="http://schemas.openxmlformats.org/officeDocument/2006/relationships/slide" Target="slide43.xml"/><Relationship Id="rId38" Type="http://schemas.openxmlformats.org/officeDocument/2006/relationships/slide" Target="slide73.xml"/><Relationship Id="rId39" Type="http://schemas.openxmlformats.org/officeDocument/2006/relationships/slide" Target="slide72.xml"/><Relationship Id="rId40" Type="http://schemas.openxmlformats.org/officeDocument/2006/relationships/slide" Target="slide70.xml"/><Relationship Id="rId41" Type="http://schemas.openxmlformats.org/officeDocument/2006/relationships/slide" Target="slide75.xml"/><Relationship Id="rId42" Type="http://schemas.openxmlformats.org/officeDocument/2006/relationships/slide" Target="slide102.xml"/><Relationship Id="rId43" Type="http://schemas.openxmlformats.org/officeDocument/2006/relationships/slide" Target="slide104.xml"/><Relationship Id="rId44" Type="http://schemas.openxmlformats.org/officeDocument/2006/relationships/slide" Target="slide113.xml"/><Relationship Id="rId45" Type="http://schemas.openxmlformats.org/officeDocument/2006/relationships/slide" Target="slide115.xml"/><Relationship Id="rId46" Type="http://schemas.openxmlformats.org/officeDocument/2006/relationships/slide" Target="slide105.xml"/><Relationship Id="rId47" Type="http://schemas.openxmlformats.org/officeDocument/2006/relationships/slide" Target="slide112.xml"/><Relationship Id="rId48" Type="http://schemas.openxmlformats.org/officeDocument/2006/relationships/slide" Target="slide114.xml"/><Relationship Id="rId49" Type="http://schemas.openxmlformats.org/officeDocument/2006/relationships/slide" Target="slide106.xml"/><Relationship Id="rId50" Type="http://schemas.openxmlformats.org/officeDocument/2006/relationships/slide" Target="slide110.xml"/><Relationship Id="rId51" Type="http://schemas.openxmlformats.org/officeDocument/2006/relationships/slide" Target="slide107.xml"/><Relationship Id="rId52" Type="http://schemas.openxmlformats.org/officeDocument/2006/relationships/slide" Target="slide6.xml"/><Relationship Id="rId53" Type="http://schemas.openxmlformats.org/officeDocument/2006/relationships/slide" Target="slide27.xml"/><Relationship Id="rId54" Type="http://schemas.openxmlformats.org/officeDocument/2006/relationships/slide" Target="slide41.xml"/><Relationship Id="rId55" Type="http://schemas.openxmlformats.org/officeDocument/2006/relationships/slide" Target="slide71.xml"/><Relationship Id="rId56" Type="http://schemas.openxmlformats.org/officeDocument/2006/relationships/slide" Target="slide88.xml"/><Relationship Id="rId57" Type="http://schemas.openxmlformats.org/officeDocument/2006/relationships/slide" Target="slide100.xml"/><Relationship Id="rId58" Type="http://schemas.openxmlformats.org/officeDocument/2006/relationships/slide" Target="slide117.xml"/><Relationship Id="rId59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jp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jpg"/><Relationship Id="rId15" Type="http://schemas.openxmlformats.org/officeDocument/2006/relationships/image" Target="../media/image32.jpg"/><Relationship Id="rId16" Type="http://schemas.openxmlformats.org/officeDocument/2006/relationships/image" Target="../media/image33.jpg"/><Relationship Id="rId17" Type="http://schemas.openxmlformats.org/officeDocument/2006/relationships/image" Target="../media/image34.jpg"/><Relationship Id="rId18" Type="http://schemas.openxmlformats.org/officeDocument/2006/relationships/image" Target="../media/image35.jpg"/><Relationship Id="rId19" Type="http://schemas.openxmlformats.org/officeDocument/2006/relationships/image" Target="../media/image36.jpg"/><Relationship Id="rId20" Type="http://schemas.openxmlformats.org/officeDocument/2006/relationships/image" Target="../media/image37.jpg"/><Relationship Id="rId21" Type="http://schemas.openxmlformats.org/officeDocument/2006/relationships/hyperlink" Target="tel:+393347124042" TargetMode="External"/><Relationship Id="rId22" Type="http://schemas.openxmlformats.org/officeDocument/2006/relationships/hyperlink" Target="https://www.instagram.com/wastemanagementgroup/" TargetMode="External"/><Relationship Id="rId23" Type="http://schemas.openxmlformats.org/officeDocument/2006/relationships/slide" Target="slide6.xml"/><Relationship Id="rId24" Type="http://schemas.openxmlformats.org/officeDocument/2006/relationships/slide" Target="slide27.xml"/><Relationship Id="rId25" Type="http://schemas.openxmlformats.org/officeDocument/2006/relationships/slide" Target="slide41.xml"/><Relationship Id="rId26" Type="http://schemas.openxmlformats.org/officeDocument/2006/relationships/slide" Target="slide71.xml"/><Relationship Id="rId27" Type="http://schemas.openxmlformats.org/officeDocument/2006/relationships/slide" Target="slide88.xml"/><Relationship Id="rId28" Type="http://schemas.openxmlformats.org/officeDocument/2006/relationships/slide" Target="slide100.xml"/><Relationship Id="rId29" Type="http://schemas.openxmlformats.org/officeDocument/2006/relationships/slide" Target="slide117.xml"/><Relationship Id="rId30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1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7.xml"/><Relationship Id="rId14" Type="http://schemas.openxmlformats.org/officeDocument/2006/relationships/slide" Target="slide13.xml"/><Relationship Id="rId15" Type="http://schemas.openxmlformats.org/officeDocument/2006/relationships/slide" Target="slide19.xml"/><Relationship Id="rId16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.jpg"/><Relationship Id="rId4" Type="http://schemas.openxmlformats.org/officeDocument/2006/relationships/image" Target="../media/image21.pn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3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4.jpg"/><Relationship Id="rId4" Type="http://schemas.openxmlformats.org/officeDocument/2006/relationships/image" Target="../media/image21.pn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7.jpg"/><Relationship Id="rId4" Type="http://schemas.openxmlformats.org/officeDocument/2006/relationships/image" Target="../media/image48.jpg"/><Relationship Id="rId5" Type="http://schemas.openxmlformats.org/officeDocument/2006/relationships/image" Target="../media/image49.jpg"/><Relationship Id="rId6" Type="http://schemas.openxmlformats.org/officeDocument/2006/relationships/image" Target="../media/image50.jpg"/><Relationship Id="rId7" Type="http://schemas.openxmlformats.org/officeDocument/2006/relationships/image" Target="../media/image51.jpg"/><Relationship Id="rId8" Type="http://schemas.openxmlformats.org/officeDocument/2006/relationships/image" Target="../media/image52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hyperlink" Target="tel:+393347124042" TargetMode="External"/><Relationship Id="rId12" Type="http://schemas.openxmlformats.org/officeDocument/2006/relationships/hyperlink" Target="https://www.instagram.com/wastemanagementgroup/" TargetMode="External"/><Relationship Id="rId13" Type="http://schemas.openxmlformats.org/officeDocument/2006/relationships/slide" Target="slide6.xml"/><Relationship Id="rId14" Type="http://schemas.openxmlformats.org/officeDocument/2006/relationships/slide" Target="slide27.xml"/><Relationship Id="rId15" Type="http://schemas.openxmlformats.org/officeDocument/2006/relationships/slide" Target="slide41.xml"/><Relationship Id="rId16" Type="http://schemas.openxmlformats.org/officeDocument/2006/relationships/slide" Target="slide71.xml"/><Relationship Id="rId17" Type="http://schemas.openxmlformats.org/officeDocument/2006/relationships/slide" Target="slide88.xml"/><Relationship Id="rId18" Type="http://schemas.openxmlformats.org/officeDocument/2006/relationships/slide" Target="slide100.xml"/><Relationship Id="rId19" Type="http://schemas.openxmlformats.org/officeDocument/2006/relationships/slide" Target="slide117.xml"/><Relationship Id="rId20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5.jpg"/><Relationship Id="rId4" Type="http://schemas.openxmlformats.org/officeDocument/2006/relationships/image" Target="../media/image21.png"/><Relationship Id="rId5" Type="http://schemas.openxmlformats.org/officeDocument/2006/relationships/image" Target="../media/image56.jpg"/><Relationship Id="rId6" Type="http://schemas.openxmlformats.org/officeDocument/2006/relationships/image" Target="../media/image57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8.jpg"/><Relationship Id="rId4" Type="http://schemas.openxmlformats.org/officeDocument/2006/relationships/image" Target="../media/image21.pn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1.jpg"/><Relationship Id="rId4" Type="http://schemas.openxmlformats.org/officeDocument/2006/relationships/image" Target="../media/image21.png"/><Relationship Id="rId5" Type="http://schemas.openxmlformats.org/officeDocument/2006/relationships/image" Target="../media/image62.jpg"/><Relationship Id="rId6" Type="http://schemas.openxmlformats.org/officeDocument/2006/relationships/image" Target="../media/image63.jpg"/><Relationship Id="rId7" Type="http://schemas.openxmlformats.org/officeDocument/2006/relationships/image" Target="../media/image64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hyperlink" Target="tel:+393347124042" TargetMode="External"/><Relationship Id="rId11" Type="http://schemas.openxmlformats.org/officeDocument/2006/relationships/hyperlink" Target="https://www.instagram.com/wastemanagementgroup/" TargetMode="External"/><Relationship Id="rId12" Type="http://schemas.openxmlformats.org/officeDocument/2006/relationships/slide" Target="slide6.xml"/><Relationship Id="rId13" Type="http://schemas.openxmlformats.org/officeDocument/2006/relationships/slide" Target="slide27.xml"/><Relationship Id="rId14" Type="http://schemas.openxmlformats.org/officeDocument/2006/relationships/slide" Target="slide41.xml"/><Relationship Id="rId15" Type="http://schemas.openxmlformats.org/officeDocument/2006/relationships/slide" Target="slide71.xml"/><Relationship Id="rId16" Type="http://schemas.openxmlformats.org/officeDocument/2006/relationships/slide" Target="slide88.xml"/><Relationship Id="rId17" Type="http://schemas.openxmlformats.org/officeDocument/2006/relationships/slide" Target="slide100.xml"/><Relationship Id="rId18" Type="http://schemas.openxmlformats.org/officeDocument/2006/relationships/slide" Target="slide117.xml"/><Relationship Id="rId19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Relationship Id="rId10" Type="http://schemas.openxmlformats.org/officeDocument/2006/relationships/image" Target="../media/image74.jpg"/><Relationship Id="rId11" Type="http://schemas.openxmlformats.org/officeDocument/2006/relationships/hyperlink" Target="tel:+393347124042" TargetMode="External"/><Relationship Id="rId12" Type="http://schemas.openxmlformats.org/officeDocument/2006/relationships/hyperlink" Target="https://www.instagram.com/wastemanagementgroup/" TargetMode="External"/><Relationship Id="rId13" Type="http://schemas.openxmlformats.org/officeDocument/2006/relationships/slide" Target="slide6.xml"/><Relationship Id="rId14" Type="http://schemas.openxmlformats.org/officeDocument/2006/relationships/slide" Target="slide27.xml"/><Relationship Id="rId15" Type="http://schemas.openxmlformats.org/officeDocument/2006/relationships/slide" Target="slide41.xml"/><Relationship Id="rId16" Type="http://schemas.openxmlformats.org/officeDocument/2006/relationships/slide" Target="slide71.xml"/><Relationship Id="rId17" Type="http://schemas.openxmlformats.org/officeDocument/2006/relationships/slide" Target="slide88.xml"/><Relationship Id="rId18" Type="http://schemas.openxmlformats.org/officeDocument/2006/relationships/slide" Target="slide100.xml"/><Relationship Id="rId19" Type="http://schemas.openxmlformats.org/officeDocument/2006/relationships/slide" Target="slide117.xml"/><Relationship Id="rId20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Relationship Id="rId6" Type="http://schemas.openxmlformats.org/officeDocument/2006/relationships/image" Target="../media/image83.jpg"/><Relationship Id="rId7" Type="http://schemas.openxmlformats.org/officeDocument/2006/relationships/image" Target="../media/image84.jpg"/><Relationship Id="rId8" Type="http://schemas.openxmlformats.org/officeDocument/2006/relationships/image" Target="../media/image85.jpg"/><Relationship Id="rId9" Type="http://schemas.openxmlformats.org/officeDocument/2006/relationships/image" Target="../media/image86.jpg"/><Relationship Id="rId10" Type="http://schemas.openxmlformats.org/officeDocument/2006/relationships/hyperlink" Target="tel:+393347124042" TargetMode="External"/><Relationship Id="rId11" Type="http://schemas.openxmlformats.org/officeDocument/2006/relationships/hyperlink" Target="https://www.instagram.com/wastemanagementgroup/" TargetMode="External"/><Relationship Id="rId12" Type="http://schemas.openxmlformats.org/officeDocument/2006/relationships/slide" Target="slide6.xml"/><Relationship Id="rId13" Type="http://schemas.openxmlformats.org/officeDocument/2006/relationships/slide" Target="slide27.xml"/><Relationship Id="rId14" Type="http://schemas.openxmlformats.org/officeDocument/2006/relationships/slide" Target="slide41.xml"/><Relationship Id="rId15" Type="http://schemas.openxmlformats.org/officeDocument/2006/relationships/slide" Target="slide71.xml"/><Relationship Id="rId16" Type="http://schemas.openxmlformats.org/officeDocument/2006/relationships/slide" Target="slide88.xml"/><Relationship Id="rId17" Type="http://schemas.openxmlformats.org/officeDocument/2006/relationships/slide" Target="slide100.xml"/><Relationship Id="rId18" Type="http://schemas.openxmlformats.org/officeDocument/2006/relationships/slide" Target="slide117.xml"/><Relationship Id="rId19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7.jpg"/><Relationship Id="rId4" Type="http://schemas.openxmlformats.org/officeDocument/2006/relationships/image" Target="../media/image88.jpg"/><Relationship Id="rId5" Type="http://schemas.openxmlformats.org/officeDocument/2006/relationships/image" Target="../media/image89.jpg"/><Relationship Id="rId6" Type="http://schemas.openxmlformats.org/officeDocument/2006/relationships/image" Target="../media/image90.jpg"/><Relationship Id="rId7" Type="http://schemas.openxmlformats.org/officeDocument/2006/relationships/image" Target="../media/image91.jpg"/><Relationship Id="rId8" Type="http://schemas.openxmlformats.org/officeDocument/2006/relationships/image" Target="../media/image92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3.jpg"/><Relationship Id="rId4" Type="http://schemas.openxmlformats.org/officeDocument/2006/relationships/image" Target="../media/image94.jpg"/><Relationship Id="rId5" Type="http://schemas.openxmlformats.org/officeDocument/2006/relationships/image" Target="../media/image95.jpg"/><Relationship Id="rId6" Type="http://schemas.openxmlformats.org/officeDocument/2006/relationships/image" Target="../media/image96.jpg"/><Relationship Id="rId7" Type="http://schemas.openxmlformats.org/officeDocument/2006/relationships/image" Target="../media/image97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8.jpg"/><Relationship Id="rId4" Type="http://schemas.openxmlformats.org/officeDocument/2006/relationships/image" Target="../media/image99.jpg"/><Relationship Id="rId5" Type="http://schemas.openxmlformats.org/officeDocument/2006/relationships/image" Target="../media/image100.jpg"/><Relationship Id="rId6" Type="http://schemas.openxmlformats.org/officeDocument/2006/relationships/image" Target="../media/image101.jpg"/><Relationship Id="rId7" Type="http://schemas.openxmlformats.org/officeDocument/2006/relationships/image" Target="../media/image102.jpg"/><Relationship Id="rId8" Type="http://schemas.openxmlformats.org/officeDocument/2006/relationships/image" Target="../media/image103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4.jpg"/><Relationship Id="rId4" Type="http://schemas.openxmlformats.org/officeDocument/2006/relationships/image" Target="../media/image105.jpg"/><Relationship Id="rId5" Type="http://schemas.openxmlformats.org/officeDocument/2006/relationships/image" Target="../media/image106.jpg"/><Relationship Id="rId6" Type="http://schemas.openxmlformats.org/officeDocument/2006/relationships/image" Target="../media/image107.jpg"/><Relationship Id="rId7" Type="http://schemas.openxmlformats.org/officeDocument/2006/relationships/image" Target="../media/image108.jpg"/><Relationship Id="rId8" Type="http://schemas.openxmlformats.org/officeDocument/2006/relationships/image" Target="../media/image109.jpg"/><Relationship Id="rId9" Type="http://schemas.openxmlformats.org/officeDocument/2006/relationships/image" Target="../media/image110.jpg"/><Relationship Id="rId10" Type="http://schemas.openxmlformats.org/officeDocument/2006/relationships/image" Target="../media/image111.jpg"/><Relationship Id="rId11" Type="http://schemas.openxmlformats.org/officeDocument/2006/relationships/image" Target="../media/image112.jpg"/><Relationship Id="rId12" Type="http://schemas.openxmlformats.org/officeDocument/2006/relationships/hyperlink" Target="tel:+393347124042" TargetMode="External"/><Relationship Id="rId13" Type="http://schemas.openxmlformats.org/officeDocument/2006/relationships/hyperlink" Target="https://www.instagram.com/wastemanagementgroup/" TargetMode="External"/><Relationship Id="rId14" Type="http://schemas.openxmlformats.org/officeDocument/2006/relationships/slide" Target="slide6.xml"/><Relationship Id="rId15" Type="http://schemas.openxmlformats.org/officeDocument/2006/relationships/slide" Target="slide27.xml"/><Relationship Id="rId16" Type="http://schemas.openxmlformats.org/officeDocument/2006/relationships/slide" Target="slide41.xml"/><Relationship Id="rId17" Type="http://schemas.openxmlformats.org/officeDocument/2006/relationships/slide" Target="slide71.xml"/><Relationship Id="rId18" Type="http://schemas.openxmlformats.org/officeDocument/2006/relationships/slide" Target="slide88.xml"/><Relationship Id="rId19" Type="http://schemas.openxmlformats.org/officeDocument/2006/relationships/slide" Target="slide100.xml"/><Relationship Id="rId20" Type="http://schemas.openxmlformats.org/officeDocument/2006/relationships/slide" Target="slide117.xml"/><Relationship Id="rId21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3.jpg"/><Relationship Id="rId4" Type="http://schemas.openxmlformats.org/officeDocument/2006/relationships/image" Target="../media/image114.jpg"/><Relationship Id="rId5" Type="http://schemas.openxmlformats.org/officeDocument/2006/relationships/image" Target="../media/image115.jpg"/><Relationship Id="rId6" Type="http://schemas.openxmlformats.org/officeDocument/2006/relationships/image" Target="../media/image116.jpg"/><Relationship Id="rId7" Type="http://schemas.openxmlformats.org/officeDocument/2006/relationships/image" Target="../media/image117.jpg"/><Relationship Id="rId8" Type="http://schemas.openxmlformats.org/officeDocument/2006/relationships/image" Target="../media/image118.jpg"/><Relationship Id="rId9" Type="http://schemas.openxmlformats.org/officeDocument/2006/relationships/image" Target="../media/image119.jpg"/><Relationship Id="rId10" Type="http://schemas.openxmlformats.org/officeDocument/2006/relationships/image" Target="../media/image120.jpg"/><Relationship Id="rId11" Type="http://schemas.openxmlformats.org/officeDocument/2006/relationships/image" Target="../media/image121.jpg"/><Relationship Id="rId12" Type="http://schemas.openxmlformats.org/officeDocument/2006/relationships/hyperlink" Target="tel:+393347124042" TargetMode="External"/><Relationship Id="rId13" Type="http://schemas.openxmlformats.org/officeDocument/2006/relationships/hyperlink" Target="https://www.instagram.com/wastemanagementgroup/" TargetMode="External"/><Relationship Id="rId14" Type="http://schemas.openxmlformats.org/officeDocument/2006/relationships/slide" Target="slide6.xml"/><Relationship Id="rId15" Type="http://schemas.openxmlformats.org/officeDocument/2006/relationships/slide" Target="slide27.xml"/><Relationship Id="rId16" Type="http://schemas.openxmlformats.org/officeDocument/2006/relationships/slide" Target="slide41.xml"/><Relationship Id="rId17" Type="http://schemas.openxmlformats.org/officeDocument/2006/relationships/slide" Target="slide71.xml"/><Relationship Id="rId18" Type="http://schemas.openxmlformats.org/officeDocument/2006/relationships/slide" Target="slide88.xml"/><Relationship Id="rId19" Type="http://schemas.openxmlformats.org/officeDocument/2006/relationships/slide" Target="slide100.xml"/><Relationship Id="rId20" Type="http://schemas.openxmlformats.org/officeDocument/2006/relationships/slide" Target="slide117.xml"/><Relationship Id="rId21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2.jpg"/><Relationship Id="rId4" Type="http://schemas.openxmlformats.org/officeDocument/2006/relationships/image" Target="../media/image123.jpg"/><Relationship Id="rId5" Type="http://schemas.openxmlformats.org/officeDocument/2006/relationships/image" Target="../media/image124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5.jpg"/><Relationship Id="rId4" Type="http://schemas.openxmlformats.org/officeDocument/2006/relationships/image" Target="../media/image126.jpg"/><Relationship Id="rId5" Type="http://schemas.openxmlformats.org/officeDocument/2006/relationships/image" Target="../media/image127.jpg"/><Relationship Id="rId6" Type="http://schemas.openxmlformats.org/officeDocument/2006/relationships/image" Target="../media/image128.jpg"/><Relationship Id="rId7" Type="http://schemas.openxmlformats.org/officeDocument/2006/relationships/image" Target="../media/image129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0.jpg"/><Relationship Id="rId4" Type="http://schemas.openxmlformats.org/officeDocument/2006/relationships/image" Target="../media/image131.jpg"/><Relationship Id="rId5" Type="http://schemas.openxmlformats.org/officeDocument/2006/relationships/image" Target="../media/image132.jpg"/><Relationship Id="rId6" Type="http://schemas.openxmlformats.org/officeDocument/2006/relationships/image" Target="../media/image133.jpg"/><Relationship Id="rId7" Type="http://schemas.openxmlformats.org/officeDocument/2006/relationships/image" Target="../media/image134.jpg"/><Relationship Id="rId8" Type="http://schemas.openxmlformats.org/officeDocument/2006/relationships/image" Target="../media/image135.jpg"/><Relationship Id="rId9" Type="http://schemas.openxmlformats.org/officeDocument/2006/relationships/image" Target="../media/image136.jpg"/><Relationship Id="rId10" Type="http://schemas.openxmlformats.org/officeDocument/2006/relationships/image" Target="../media/image137.jpg"/><Relationship Id="rId11" Type="http://schemas.openxmlformats.org/officeDocument/2006/relationships/image" Target="../media/image138.jpg"/><Relationship Id="rId12" Type="http://schemas.openxmlformats.org/officeDocument/2006/relationships/hyperlink" Target="tel:+393347124042" TargetMode="External"/><Relationship Id="rId13" Type="http://schemas.openxmlformats.org/officeDocument/2006/relationships/hyperlink" Target="https://www.instagram.com/wastemanagementgroup/" TargetMode="External"/><Relationship Id="rId14" Type="http://schemas.openxmlformats.org/officeDocument/2006/relationships/slide" Target="slide6.xml"/><Relationship Id="rId15" Type="http://schemas.openxmlformats.org/officeDocument/2006/relationships/slide" Target="slide27.xml"/><Relationship Id="rId16" Type="http://schemas.openxmlformats.org/officeDocument/2006/relationships/slide" Target="slide41.xml"/><Relationship Id="rId17" Type="http://schemas.openxmlformats.org/officeDocument/2006/relationships/slide" Target="slide71.xml"/><Relationship Id="rId18" Type="http://schemas.openxmlformats.org/officeDocument/2006/relationships/slide" Target="slide88.xml"/><Relationship Id="rId19" Type="http://schemas.openxmlformats.org/officeDocument/2006/relationships/slide" Target="slide100.xml"/><Relationship Id="rId20" Type="http://schemas.openxmlformats.org/officeDocument/2006/relationships/slide" Target="slide117.xml"/><Relationship Id="rId21" Type="http://schemas.openxmlformats.org/officeDocument/2006/relationships/slide" Target="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9.jpg"/><Relationship Id="rId4" Type="http://schemas.openxmlformats.org/officeDocument/2006/relationships/image" Target="../media/image140.jpg"/><Relationship Id="rId5" Type="http://schemas.openxmlformats.org/officeDocument/2006/relationships/image" Target="../media/image141.jpg"/><Relationship Id="rId6" Type="http://schemas.openxmlformats.org/officeDocument/2006/relationships/image" Target="../media/image142.jpg"/><Relationship Id="rId7" Type="http://schemas.openxmlformats.org/officeDocument/2006/relationships/image" Target="../media/image143.jpg"/><Relationship Id="rId8" Type="http://schemas.openxmlformats.org/officeDocument/2006/relationships/image" Target="../media/image144.jpg"/><Relationship Id="rId9" Type="http://schemas.openxmlformats.org/officeDocument/2006/relationships/image" Target="../media/image145.jpg"/><Relationship Id="rId10" Type="http://schemas.openxmlformats.org/officeDocument/2006/relationships/image" Target="../media/image146.jpg"/><Relationship Id="rId11" Type="http://schemas.openxmlformats.org/officeDocument/2006/relationships/hyperlink" Target="tel:+393347124042" TargetMode="External"/><Relationship Id="rId12" Type="http://schemas.openxmlformats.org/officeDocument/2006/relationships/hyperlink" Target="https://www.instagram.com/wastemanagementgroup/" TargetMode="External"/><Relationship Id="rId13" Type="http://schemas.openxmlformats.org/officeDocument/2006/relationships/slide" Target="slide6.xml"/><Relationship Id="rId14" Type="http://schemas.openxmlformats.org/officeDocument/2006/relationships/slide" Target="slide27.xml"/><Relationship Id="rId15" Type="http://schemas.openxmlformats.org/officeDocument/2006/relationships/slide" Target="slide41.xml"/><Relationship Id="rId16" Type="http://schemas.openxmlformats.org/officeDocument/2006/relationships/slide" Target="slide71.xml"/><Relationship Id="rId17" Type="http://schemas.openxmlformats.org/officeDocument/2006/relationships/slide" Target="slide88.xml"/><Relationship Id="rId18" Type="http://schemas.openxmlformats.org/officeDocument/2006/relationships/slide" Target="slide100.xml"/><Relationship Id="rId19" Type="http://schemas.openxmlformats.org/officeDocument/2006/relationships/slide" Target="slide117.xml"/><Relationship Id="rId20" Type="http://schemas.openxmlformats.org/officeDocument/2006/relationships/slide" Target="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7.jpg"/><Relationship Id="rId4" Type="http://schemas.openxmlformats.org/officeDocument/2006/relationships/image" Target="../media/image148.jpg"/><Relationship Id="rId5" Type="http://schemas.openxmlformats.org/officeDocument/2006/relationships/hyperlink" Target="tel:+393347124042" TargetMode="External"/><Relationship Id="rId6" Type="http://schemas.openxmlformats.org/officeDocument/2006/relationships/hyperlink" Target="https://www.instagram.com/wastemanagementgroup/" TargetMode="External"/><Relationship Id="rId7" Type="http://schemas.openxmlformats.org/officeDocument/2006/relationships/slide" Target="slide6.xml"/><Relationship Id="rId8" Type="http://schemas.openxmlformats.org/officeDocument/2006/relationships/slide" Target="slide27.xml"/><Relationship Id="rId9" Type="http://schemas.openxmlformats.org/officeDocument/2006/relationships/slide" Target="slide41.xml"/><Relationship Id="rId10" Type="http://schemas.openxmlformats.org/officeDocument/2006/relationships/slide" Target="slide71.xml"/><Relationship Id="rId11" Type="http://schemas.openxmlformats.org/officeDocument/2006/relationships/slide" Target="slide88.xml"/><Relationship Id="rId12" Type="http://schemas.openxmlformats.org/officeDocument/2006/relationships/slide" Target="slide100.xml"/><Relationship Id="rId13" Type="http://schemas.openxmlformats.org/officeDocument/2006/relationships/slide" Target="slide117.xml"/><Relationship Id="rId14" Type="http://schemas.openxmlformats.org/officeDocument/2006/relationships/slide" Target="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2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28.xml"/><Relationship Id="rId14" Type="http://schemas.openxmlformats.org/officeDocument/2006/relationships/slide" Target="slide35.xml"/><Relationship Id="rId15" Type="http://schemas.openxmlformats.org/officeDocument/2006/relationships/slide" Target="slide38.xml"/><Relationship Id="rId16" Type="http://schemas.openxmlformats.org/officeDocument/2006/relationships/slide" Target="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9.jpg"/><Relationship Id="rId4" Type="http://schemas.openxmlformats.org/officeDocument/2006/relationships/image" Target="../media/image21.png"/><Relationship Id="rId5" Type="http://schemas.openxmlformats.org/officeDocument/2006/relationships/image" Target="../media/image150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1.jpg"/><Relationship Id="rId4" Type="http://schemas.openxmlformats.org/officeDocument/2006/relationships/image" Target="../media/image152.jpg"/><Relationship Id="rId5" Type="http://schemas.openxmlformats.org/officeDocument/2006/relationships/image" Target="../media/image153.jpg"/><Relationship Id="rId6" Type="http://schemas.openxmlformats.org/officeDocument/2006/relationships/image" Target="../media/image154.jpg"/><Relationship Id="rId7" Type="http://schemas.openxmlformats.org/officeDocument/2006/relationships/image" Target="../media/image155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6.jpg"/><Relationship Id="rId4" Type="http://schemas.openxmlformats.org/officeDocument/2006/relationships/image" Target="../media/image21.png"/><Relationship Id="rId5" Type="http://schemas.openxmlformats.org/officeDocument/2006/relationships/image" Target="../media/image157.jpg"/><Relationship Id="rId6" Type="http://schemas.openxmlformats.org/officeDocument/2006/relationships/image" Target="../media/image158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9.jpg"/><Relationship Id="rId4" Type="http://schemas.openxmlformats.org/officeDocument/2006/relationships/image" Target="../media/image160.jpg"/><Relationship Id="rId5" Type="http://schemas.openxmlformats.org/officeDocument/2006/relationships/image" Target="../media/image161.jpg"/><Relationship Id="rId6" Type="http://schemas.openxmlformats.org/officeDocument/2006/relationships/image" Target="../media/image162.jpg"/><Relationship Id="rId7" Type="http://schemas.openxmlformats.org/officeDocument/2006/relationships/image" Target="../media/image163.jpg"/><Relationship Id="rId8" Type="http://schemas.openxmlformats.org/officeDocument/2006/relationships/image" Target="../media/image164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5.jpg"/><Relationship Id="rId4" Type="http://schemas.openxmlformats.org/officeDocument/2006/relationships/image" Target="../media/image166.jpg"/><Relationship Id="rId5" Type="http://schemas.openxmlformats.org/officeDocument/2006/relationships/image" Target="../media/image167.jpg"/><Relationship Id="rId6" Type="http://schemas.openxmlformats.org/officeDocument/2006/relationships/image" Target="../media/image153.jpg"/><Relationship Id="rId7" Type="http://schemas.openxmlformats.org/officeDocument/2006/relationships/image" Target="../media/image164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8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9.jpg"/><Relationship Id="rId4" Type="http://schemas.openxmlformats.org/officeDocument/2006/relationships/image" Target="../media/image21.png"/><Relationship Id="rId5" Type="http://schemas.openxmlformats.org/officeDocument/2006/relationships/image" Target="../media/image170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1.jpg"/><Relationship Id="rId4" Type="http://schemas.openxmlformats.org/officeDocument/2006/relationships/image" Target="../media/image21.png"/><Relationship Id="rId5" Type="http://schemas.openxmlformats.org/officeDocument/2006/relationships/image" Target="../media/image172.jpg"/><Relationship Id="rId6" Type="http://schemas.openxmlformats.org/officeDocument/2006/relationships/image" Target="../media/image173.jpg"/><Relationship Id="rId7" Type="http://schemas.openxmlformats.org/officeDocument/2006/relationships/image" Target="../media/image174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5.jpg"/><Relationship Id="rId4" Type="http://schemas.openxmlformats.org/officeDocument/2006/relationships/image" Target="../media/image176.jpg"/><Relationship Id="rId5" Type="http://schemas.openxmlformats.org/officeDocument/2006/relationships/image" Target="../media/image177.jpg"/><Relationship Id="rId6" Type="http://schemas.openxmlformats.org/officeDocument/2006/relationships/image" Target="../media/image178.jpg"/><Relationship Id="rId7" Type="http://schemas.openxmlformats.org/officeDocument/2006/relationships/image" Target="../media/image179.jpg"/><Relationship Id="rId8" Type="http://schemas.openxmlformats.org/officeDocument/2006/relationships/image" Target="../media/image180.jpg"/><Relationship Id="rId9" Type="http://schemas.openxmlformats.org/officeDocument/2006/relationships/image" Target="../media/image181.jpg"/><Relationship Id="rId10" Type="http://schemas.openxmlformats.org/officeDocument/2006/relationships/hyperlink" Target="tel:+393347124042" TargetMode="External"/><Relationship Id="rId11" Type="http://schemas.openxmlformats.org/officeDocument/2006/relationships/hyperlink" Target="https://www.instagram.com/wastemanagementgroup/" TargetMode="External"/><Relationship Id="rId12" Type="http://schemas.openxmlformats.org/officeDocument/2006/relationships/slide" Target="slide6.xml"/><Relationship Id="rId13" Type="http://schemas.openxmlformats.org/officeDocument/2006/relationships/slide" Target="slide27.xml"/><Relationship Id="rId14" Type="http://schemas.openxmlformats.org/officeDocument/2006/relationships/slide" Target="slide41.xml"/><Relationship Id="rId15" Type="http://schemas.openxmlformats.org/officeDocument/2006/relationships/slide" Target="slide71.xml"/><Relationship Id="rId16" Type="http://schemas.openxmlformats.org/officeDocument/2006/relationships/slide" Target="slide88.xml"/><Relationship Id="rId17" Type="http://schemas.openxmlformats.org/officeDocument/2006/relationships/slide" Target="slide100.xml"/><Relationship Id="rId18" Type="http://schemas.openxmlformats.org/officeDocument/2006/relationships/slide" Target="slide117.xml"/><Relationship Id="rId19" Type="http://schemas.openxmlformats.org/officeDocument/2006/relationships/slide" Target="slide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82.jpg"/><Relationship Id="rId4" Type="http://schemas.openxmlformats.org/officeDocument/2006/relationships/image" Target="../media/image183.jpg"/><Relationship Id="rId5" Type="http://schemas.openxmlformats.org/officeDocument/2006/relationships/image" Target="../media/image184.jpg"/><Relationship Id="rId6" Type="http://schemas.openxmlformats.org/officeDocument/2006/relationships/image" Target="../media/image185.jpg"/><Relationship Id="rId7" Type="http://schemas.openxmlformats.org/officeDocument/2006/relationships/image" Target="../media/image186.jpg"/><Relationship Id="rId8" Type="http://schemas.openxmlformats.org/officeDocument/2006/relationships/image" Target="../media/image187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88.jpg"/><Relationship Id="rId4" Type="http://schemas.openxmlformats.org/officeDocument/2006/relationships/image" Target="../media/image189.jpg"/><Relationship Id="rId5" Type="http://schemas.openxmlformats.org/officeDocument/2006/relationships/image" Target="../media/image21.pn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0.jpg"/><Relationship Id="rId4" Type="http://schemas.openxmlformats.org/officeDocument/2006/relationships/image" Target="../media/image191.jpg"/><Relationship Id="rId5" Type="http://schemas.openxmlformats.org/officeDocument/2006/relationships/image" Target="../media/image192.jpg"/><Relationship Id="rId6" Type="http://schemas.openxmlformats.org/officeDocument/2006/relationships/image" Target="../media/image193.jpg"/><Relationship Id="rId7" Type="http://schemas.openxmlformats.org/officeDocument/2006/relationships/image" Target="../media/image194.jpg"/><Relationship Id="rId8" Type="http://schemas.openxmlformats.org/officeDocument/2006/relationships/image" Target="../media/image195.jpg"/><Relationship Id="rId9" Type="http://schemas.openxmlformats.org/officeDocument/2006/relationships/image" Target="../media/image196.jpg"/><Relationship Id="rId10" Type="http://schemas.openxmlformats.org/officeDocument/2006/relationships/image" Target="../media/image197.jpg"/><Relationship Id="rId11" Type="http://schemas.openxmlformats.org/officeDocument/2006/relationships/hyperlink" Target="tel:+393347124042" TargetMode="External"/><Relationship Id="rId12" Type="http://schemas.openxmlformats.org/officeDocument/2006/relationships/hyperlink" Target="https://www.instagram.com/wastemanagementgroup/" TargetMode="External"/><Relationship Id="rId13" Type="http://schemas.openxmlformats.org/officeDocument/2006/relationships/slide" Target="slide6.xml"/><Relationship Id="rId14" Type="http://schemas.openxmlformats.org/officeDocument/2006/relationships/slide" Target="slide27.xml"/><Relationship Id="rId15" Type="http://schemas.openxmlformats.org/officeDocument/2006/relationships/slide" Target="slide41.xml"/><Relationship Id="rId16" Type="http://schemas.openxmlformats.org/officeDocument/2006/relationships/slide" Target="slide71.xml"/><Relationship Id="rId17" Type="http://schemas.openxmlformats.org/officeDocument/2006/relationships/slide" Target="slide88.xml"/><Relationship Id="rId18" Type="http://schemas.openxmlformats.org/officeDocument/2006/relationships/slide" Target="slide100.xml"/><Relationship Id="rId19" Type="http://schemas.openxmlformats.org/officeDocument/2006/relationships/slide" Target="slide117.xml"/><Relationship Id="rId20" Type="http://schemas.openxmlformats.org/officeDocument/2006/relationships/slide" Target="slide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8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3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42.xml"/><Relationship Id="rId14" Type="http://schemas.openxmlformats.org/officeDocument/2006/relationships/slide" Target="slide57.xml"/><Relationship Id="rId15" Type="http://schemas.openxmlformats.org/officeDocument/2006/relationships/slide" Target="slide63.xml"/><Relationship Id="rId16" Type="http://schemas.openxmlformats.org/officeDocument/2006/relationships/slide" Target="slide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9.jpg"/><Relationship Id="rId4" Type="http://schemas.openxmlformats.org/officeDocument/2006/relationships/image" Target="../media/image21.png"/><Relationship Id="rId5" Type="http://schemas.openxmlformats.org/officeDocument/2006/relationships/image" Target="../media/image200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1.jpg"/><Relationship Id="rId4" Type="http://schemas.openxmlformats.org/officeDocument/2006/relationships/image" Target="../media/image202.jpg"/><Relationship Id="rId5" Type="http://schemas.openxmlformats.org/officeDocument/2006/relationships/image" Target="../media/image203.jpg"/><Relationship Id="rId6" Type="http://schemas.openxmlformats.org/officeDocument/2006/relationships/image" Target="../media/image204.jpg"/><Relationship Id="rId7" Type="http://schemas.openxmlformats.org/officeDocument/2006/relationships/image" Target="../media/image21.pn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5.jpg"/><Relationship Id="rId4" Type="http://schemas.openxmlformats.org/officeDocument/2006/relationships/image" Target="../media/image206.jpg"/><Relationship Id="rId5" Type="http://schemas.openxmlformats.org/officeDocument/2006/relationships/image" Target="../media/image207.jpg"/><Relationship Id="rId6" Type="http://schemas.openxmlformats.org/officeDocument/2006/relationships/image" Target="../media/image208.jpg"/><Relationship Id="rId7" Type="http://schemas.openxmlformats.org/officeDocument/2006/relationships/image" Target="../media/image209.jpg"/><Relationship Id="rId8" Type="http://schemas.openxmlformats.org/officeDocument/2006/relationships/image" Target="../media/image210.jpg"/><Relationship Id="rId9" Type="http://schemas.openxmlformats.org/officeDocument/2006/relationships/image" Target="../media/image211.jpg"/><Relationship Id="rId10" Type="http://schemas.openxmlformats.org/officeDocument/2006/relationships/image" Target="../media/image212.jpg"/><Relationship Id="rId11" Type="http://schemas.openxmlformats.org/officeDocument/2006/relationships/image" Target="../media/image213.jpg"/><Relationship Id="rId12" Type="http://schemas.openxmlformats.org/officeDocument/2006/relationships/hyperlink" Target="tel:+393347124042" TargetMode="External"/><Relationship Id="rId13" Type="http://schemas.openxmlformats.org/officeDocument/2006/relationships/hyperlink" Target="https://www.instagram.com/wastemanagementgroup/" TargetMode="External"/><Relationship Id="rId14" Type="http://schemas.openxmlformats.org/officeDocument/2006/relationships/slide" Target="slide6.xml"/><Relationship Id="rId15" Type="http://schemas.openxmlformats.org/officeDocument/2006/relationships/slide" Target="slide27.xml"/><Relationship Id="rId16" Type="http://schemas.openxmlformats.org/officeDocument/2006/relationships/slide" Target="slide41.xml"/><Relationship Id="rId17" Type="http://schemas.openxmlformats.org/officeDocument/2006/relationships/slide" Target="slide71.xml"/><Relationship Id="rId18" Type="http://schemas.openxmlformats.org/officeDocument/2006/relationships/slide" Target="slide88.xml"/><Relationship Id="rId19" Type="http://schemas.openxmlformats.org/officeDocument/2006/relationships/slide" Target="slide100.xml"/><Relationship Id="rId20" Type="http://schemas.openxmlformats.org/officeDocument/2006/relationships/slide" Target="slide117.xml"/><Relationship Id="rId21" Type="http://schemas.openxmlformats.org/officeDocument/2006/relationships/slide" Target="slide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14.jpg"/><Relationship Id="rId4" Type="http://schemas.openxmlformats.org/officeDocument/2006/relationships/image" Target="../media/image215.jpg"/><Relationship Id="rId5" Type="http://schemas.openxmlformats.org/officeDocument/2006/relationships/image" Target="../media/image216.jpg"/><Relationship Id="rId6" Type="http://schemas.openxmlformats.org/officeDocument/2006/relationships/image" Target="../media/image217.jpg"/><Relationship Id="rId7" Type="http://schemas.openxmlformats.org/officeDocument/2006/relationships/image" Target="../media/image218.jpg"/><Relationship Id="rId8" Type="http://schemas.openxmlformats.org/officeDocument/2006/relationships/image" Target="../media/image219.jpg"/><Relationship Id="rId9" Type="http://schemas.openxmlformats.org/officeDocument/2006/relationships/image" Target="../media/image220.jpg"/><Relationship Id="rId10" Type="http://schemas.openxmlformats.org/officeDocument/2006/relationships/image" Target="../media/image221.jpg"/><Relationship Id="rId11" Type="http://schemas.openxmlformats.org/officeDocument/2006/relationships/hyperlink" Target="tel:+393347124042" TargetMode="External"/><Relationship Id="rId12" Type="http://schemas.openxmlformats.org/officeDocument/2006/relationships/hyperlink" Target="https://www.instagram.com/wastemanagementgroup/" TargetMode="External"/><Relationship Id="rId13" Type="http://schemas.openxmlformats.org/officeDocument/2006/relationships/slide" Target="slide6.xml"/><Relationship Id="rId14" Type="http://schemas.openxmlformats.org/officeDocument/2006/relationships/slide" Target="slide27.xml"/><Relationship Id="rId15" Type="http://schemas.openxmlformats.org/officeDocument/2006/relationships/slide" Target="slide41.xml"/><Relationship Id="rId16" Type="http://schemas.openxmlformats.org/officeDocument/2006/relationships/slide" Target="slide71.xml"/><Relationship Id="rId17" Type="http://schemas.openxmlformats.org/officeDocument/2006/relationships/slide" Target="slide88.xml"/><Relationship Id="rId18" Type="http://schemas.openxmlformats.org/officeDocument/2006/relationships/slide" Target="slide100.xml"/><Relationship Id="rId19" Type="http://schemas.openxmlformats.org/officeDocument/2006/relationships/slide" Target="slide117.xml"/><Relationship Id="rId20" Type="http://schemas.openxmlformats.org/officeDocument/2006/relationships/slide" Target="slide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22.jpg"/><Relationship Id="rId4" Type="http://schemas.openxmlformats.org/officeDocument/2006/relationships/image" Target="../media/image223.jpg"/><Relationship Id="rId5" Type="http://schemas.openxmlformats.org/officeDocument/2006/relationships/image" Target="../media/image224.jpg"/><Relationship Id="rId6" Type="http://schemas.openxmlformats.org/officeDocument/2006/relationships/image" Target="../media/image225.jpg"/><Relationship Id="rId7" Type="http://schemas.openxmlformats.org/officeDocument/2006/relationships/image" Target="../media/image226.jpg"/><Relationship Id="rId8" Type="http://schemas.openxmlformats.org/officeDocument/2006/relationships/image" Target="../media/image227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28.jpg"/><Relationship Id="rId4" Type="http://schemas.openxmlformats.org/officeDocument/2006/relationships/image" Target="../media/image229.jpg"/><Relationship Id="rId5" Type="http://schemas.openxmlformats.org/officeDocument/2006/relationships/image" Target="../media/image230.jpg"/><Relationship Id="rId6" Type="http://schemas.openxmlformats.org/officeDocument/2006/relationships/image" Target="../media/image231.jpg"/><Relationship Id="rId7" Type="http://schemas.openxmlformats.org/officeDocument/2006/relationships/image" Target="../media/image232.jpg"/><Relationship Id="rId8" Type="http://schemas.openxmlformats.org/officeDocument/2006/relationships/image" Target="../media/image233.jpg"/><Relationship Id="rId9" Type="http://schemas.openxmlformats.org/officeDocument/2006/relationships/image" Target="../media/image234.jpg"/><Relationship Id="rId10" Type="http://schemas.openxmlformats.org/officeDocument/2006/relationships/image" Target="../media/image235.jpg"/><Relationship Id="rId11" Type="http://schemas.openxmlformats.org/officeDocument/2006/relationships/image" Target="../media/image236.jpg"/><Relationship Id="rId12" Type="http://schemas.openxmlformats.org/officeDocument/2006/relationships/image" Target="../media/image237.jpg"/><Relationship Id="rId13" Type="http://schemas.openxmlformats.org/officeDocument/2006/relationships/hyperlink" Target="tel:+393347124042" TargetMode="External"/><Relationship Id="rId14" Type="http://schemas.openxmlformats.org/officeDocument/2006/relationships/hyperlink" Target="https://www.instagram.com/wastemanagementgroup/" TargetMode="External"/><Relationship Id="rId15" Type="http://schemas.openxmlformats.org/officeDocument/2006/relationships/slide" Target="slide6.xml"/><Relationship Id="rId16" Type="http://schemas.openxmlformats.org/officeDocument/2006/relationships/slide" Target="slide27.xml"/><Relationship Id="rId17" Type="http://schemas.openxmlformats.org/officeDocument/2006/relationships/slide" Target="slide41.xml"/><Relationship Id="rId18" Type="http://schemas.openxmlformats.org/officeDocument/2006/relationships/slide" Target="slide71.xml"/><Relationship Id="rId19" Type="http://schemas.openxmlformats.org/officeDocument/2006/relationships/slide" Target="slide88.xml"/><Relationship Id="rId20" Type="http://schemas.openxmlformats.org/officeDocument/2006/relationships/slide" Target="slide100.xml"/><Relationship Id="rId21" Type="http://schemas.openxmlformats.org/officeDocument/2006/relationships/slide" Target="slide117.xml"/><Relationship Id="rId22" Type="http://schemas.openxmlformats.org/officeDocument/2006/relationships/slide" Target="slide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38.jpg"/><Relationship Id="rId4" Type="http://schemas.openxmlformats.org/officeDocument/2006/relationships/image" Target="../media/image239.jpg"/><Relationship Id="rId5" Type="http://schemas.openxmlformats.org/officeDocument/2006/relationships/image" Target="../media/image240.jpg"/><Relationship Id="rId6" Type="http://schemas.openxmlformats.org/officeDocument/2006/relationships/image" Target="../media/image241.jpg"/><Relationship Id="rId7" Type="http://schemas.openxmlformats.org/officeDocument/2006/relationships/image" Target="../media/image242.jpg"/><Relationship Id="rId8" Type="http://schemas.openxmlformats.org/officeDocument/2006/relationships/image" Target="../media/image243.jpg"/><Relationship Id="rId9" Type="http://schemas.openxmlformats.org/officeDocument/2006/relationships/image" Target="../media/image244.jpg"/><Relationship Id="rId10" Type="http://schemas.openxmlformats.org/officeDocument/2006/relationships/image" Target="../media/image245.jpg"/><Relationship Id="rId11" Type="http://schemas.openxmlformats.org/officeDocument/2006/relationships/image" Target="../media/image246.jpg"/><Relationship Id="rId12" Type="http://schemas.openxmlformats.org/officeDocument/2006/relationships/hyperlink" Target="tel:+393347124042" TargetMode="External"/><Relationship Id="rId13" Type="http://schemas.openxmlformats.org/officeDocument/2006/relationships/hyperlink" Target="https://www.instagram.com/wastemanagementgroup/" TargetMode="External"/><Relationship Id="rId14" Type="http://schemas.openxmlformats.org/officeDocument/2006/relationships/slide" Target="slide6.xml"/><Relationship Id="rId15" Type="http://schemas.openxmlformats.org/officeDocument/2006/relationships/slide" Target="slide27.xml"/><Relationship Id="rId16" Type="http://schemas.openxmlformats.org/officeDocument/2006/relationships/slide" Target="slide41.xml"/><Relationship Id="rId17" Type="http://schemas.openxmlformats.org/officeDocument/2006/relationships/slide" Target="slide71.xml"/><Relationship Id="rId18" Type="http://schemas.openxmlformats.org/officeDocument/2006/relationships/slide" Target="slide88.xml"/><Relationship Id="rId19" Type="http://schemas.openxmlformats.org/officeDocument/2006/relationships/slide" Target="slide100.xml"/><Relationship Id="rId20" Type="http://schemas.openxmlformats.org/officeDocument/2006/relationships/slide" Target="slide117.xml"/><Relationship Id="rId21" Type="http://schemas.openxmlformats.org/officeDocument/2006/relationships/slide" Target="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7.jpg"/><Relationship Id="rId4" Type="http://schemas.openxmlformats.org/officeDocument/2006/relationships/image" Target="../media/image248.jpg"/><Relationship Id="rId5" Type="http://schemas.openxmlformats.org/officeDocument/2006/relationships/image" Target="../media/image249.jpg"/><Relationship Id="rId6" Type="http://schemas.openxmlformats.org/officeDocument/2006/relationships/image" Target="../media/image250.jpg"/><Relationship Id="rId7" Type="http://schemas.openxmlformats.org/officeDocument/2006/relationships/image" Target="../media/image251.jpg"/><Relationship Id="rId8" Type="http://schemas.openxmlformats.org/officeDocument/2006/relationships/image" Target="../media/image252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53.jpg"/><Relationship Id="rId4" Type="http://schemas.openxmlformats.org/officeDocument/2006/relationships/image" Target="../media/image254.jpg"/><Relationship Id="rId5" Type="http://schemas.openxmlformats.org/officeDocument/2006/relationships/image" Target="../media/image255.jpg"/><Relationship Id="rId6" Type="http://schemas.openxmlformats.org/officeDocument/2006/relationships/image" Target="../media/image256.jpg"/><Relationship Id="rId7" Type="http://schemas.openxmlformats.org/officeDocument/2006/relationships/image" Target="../media/image257.jpg"/><Relationship Id="rId8" Type="http://schemas.openxmlformats.org/officeDocument/2006/relationships/image" Target="../media/image258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59.jpg"/><Relationship Id="rId4" Type="http://schemas.openxmlformats.org/officeDocument/2006/relationships/image" Target="../media/image260.jpg"/><Relationship Id="rId5" Type="http://schemas.openxmlformats.org/officeDocument/2006/relationships/image" Target="../media/image261.jpg"/><Relationship Id="rId6" Type="http://schemas.openxmlformats.org/officeDocument/2006/relationships/image" Target="../media/image262.jpg"/><Relationship Id="rId7" Type="http://schemas.openxmlformats.org/officeDocument/2006/relationships/image" Target="../media/image263.jpg"/><Relationship Id="rId8" Type="http://schemas.openxmlformats.org/officeDocument/2006/relationships/image" Target="../media/image264.jpg"/><Relationship Id="rId9" Type="http://schemas.openxmlformats.org/officeDocument/2006/relationships/image" Target="../media/image265.jpg"/><Relationship Id="rId10" Type="http://schemas.openxmlformats.org/officeDocument/2006/relationships/hyperlink" Target="tel:+393347124042" TargetMode="External"/><Relationship Id="rId11" Type="http://schemas.openxmlformats.org/officeDocument/2006/relationships/hyperlink" Target="https://www.instagram.com/wastemanagementgroup/" TargetMode="External"/><Relationship Id="rId12" Type="http://schemas.openxmlformats.org/officeDocument/2006/relationships/slide" Target="slide6.xml"/><Relationship Id="rId13" Type="http://schemas.openxmlformats.org/officeDocument/2006/relationships/slide" Target="slide27.xml"/><Relationship Id="rId14" Type="http://schemas.openxmlformats.org/officeDocument/2006/relationships/slide" Target="slide41.xml"/><Relationship Id="rId15" Type="http://schemas.openxmlformats.org/officeDocument/2006/relationships/slide" Target="slide71.xml"/><Relationship Id="rId16" Type="http://schemas.openxmlformats.org/officeDocument/2006/relationships/slide" Target="slide88.xml"/><Relationship Id="rId17" Type="http://schemas.openxmlformats.org/officeDocument/2006/relationships/slide" Target="slide100.xml"/><Relationship Id="rId18" Type="http://schemas.openxmlformats.org/officeDocument/2006/relationships/slide" Target="slide117.xml"/><Relationship Id="rId19" Type="http://schemas.openxmlformats.org/officeDocument/2006/relationships/slide" Target="slide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6.jpg"/><Relationship Id="rId4" Type="http://schemas.openxmlformats.org/officeDocument/2006/relationships/image" Target="../media/image267.jpg"/><Relationship Id="rId5" Type="http://schemas.openxmlformats.org/officeDocument/2006/relationships/image" Target="../media/image268.jpg"/><Relationship Id="rId6" Type="http://schemas.openxmlformats.org/officeDocument/2006/relationships/image" Target="../media/image269.jpg"/><Relationship Id="rId7" Type="http://schemas.openxmlformats.org/officeDocument/2006/relationships/image" Target="../media/image270.jpg"/><Relationship Id="rId8" Type="http://schemas.openxmlformats.org/officeDocument/2006/relationships/image" Target="../media/image271.jpg"/><Relationship Id="rId9" Type="http://schemas.openxmlformats.org/officeDocument/2006/relationships/image" Target="../media/image272.jpg"/><Relationship Id="rId10" Type="http://schemas.openxmlformats.org/officeDocument/2006/relationships/image" Target="../media/image273.jpg"/><Relationship Id="rId11" Type="http://schemas.openxmlformats.org/officeDocument/2006/relationships/hyperlink" Target="tel:+393347124042" TargetMode="External"/><Relationship Id="rId12" Type="http://schemas.openxmlformats.org/officeDocument/2006/relationships/hyperlink" Target="https://www.instagram.com/wastemanagementgroup/" TargetMode="External"/><Relationship Id="rId13" Type="http://schemas.openxmlformats.org/officeDocument/2006/relationships/slide" Target="slide6.xml"/><Relationship Id="rId14" Type="http://schemas.openxmlformats.org/officeDocument/2006/relationships/slide" Target="slide27.xml"/><Relationship Id="rId15" Type="http://schemas.openxmlformats.org/officeDocument/2006/relationships/slide" Target="slide41.xml"/><Relationship Id="rId16" Type="http://schemas.openxmlformats.org/officeDocument/2006/relationships/slide" Target="slide71.xml"/><Relationship Id="rId17" Type="http://schemas.openxmlformats.org/officeDocument/2006/relationships/slide" Target="slide88.xml"/><Relationship Id="rId18" Type="http://schemas.openxmlformats.org/officeDocument/2006/relationships/slide" Target="slide100.xml"/><Relationship Id="rId19" Type="http://schemas.openxmlformats.org/officeDocument/2006/relationships/slide" Target="slide117.xml"/><Relationship Id="rId20" Type="http://schemas.openxmlformats.org/officeDocument/2006/relationships/slide" Target="slide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74.jpg"/><Relationship Id="rId4" Type="http://schemas.openxmlformats.org/officeDocument/2006/relationships/image" Target="../media/image275.jpg"/><Relationship Id="rId5" Type="http://schemas.openxmlformats.org/officeDocument/2006/relationships/image" Target="../media/image276.jpg"/><Relationship Id="rId6" Type="http://schemas.openxmlformats.org/officeDocument/2006/relationships/image" Target="../media/image277.jpg"/><Relationship Id="rId7" Type="http://schemas.openxmlformats.org/officeDocument/2006/relationships/image" Target="../media/image278.jpg"/><Relationship Id="rId8" Type="http://schemas.openxmlformats.org/officeDocument/2006/relationships/image" Target="../media/image279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80.jpg"/><Relationship Id="rId4" Type="http://schemas.openxmlformats.org/officeDocument/2006/relationships/image" Target="../media/image281.jpg"/><Relationship Id="rId5" Type="http://schemas.openxmlformats.org/officeDocument/2006/relationships/image" Target="../media/image282.jpg"/><Relationship Id="rId6" Type="http://schemas.openxmlformats.org/officeDocument/2006/relationships/image" Target="../media/image283.jpg"/><Relationship Id="rId7" Type="http://schemas.openxmlformats.org/officeDocument/2006/relationships/image" Target="../media/image284.jpg"/><Relationship Id="rId8" Type="http://schemas.openxmlformats.org/officeDocument/2006/relationships/image" Target="../media/image285.jpg"/><Relationship Id="rId9" Type="http://schemas.openxmlformats.org/officeDocument/2006/relationships/image" Target="../media/image286.jpg"/><Relationship Id="rId10" Type="http://schemas.openxmlformats.org/officeDocument/2006/relationships/image" Target="../media/image287.jpg"/><Relationship Id="rId11" Type="http://schemas.openxmlformats.org/officeDocument/2006/relationships/hyperlink" Target="tel:+393347124042" TargetMode="External"/><Relationship Id="rId12" Type="http://schemas.openxmlformats.org/officeDocument/2006/relationships/hyperlink" Target="https://www.instagram.com/wastemanagementgroup/" TargetMode="External"/><Relationship Id="rId13" Type="http://schemas.openxmlformats.org/officeDocument/2006/relationships/slide" Target="slide6.xml"/><Relationship Id="rId14" Type="http://schemas.openxmlformats.org/officeDocument/2006/relationships/slide" Target="slide27.xml"/><Relationship Id="rId15" Type="http://schemas.openxmlformats.org/officeDocument/2006/relationships/slide" Target="slide41.xml"/><Relationship Id="rId16" Type="http://schemas.openxmlformats.org/officeDocument/2006/relationships/slide" Target="slide71.xml"/><Relationship Id="rId17" Type="http://schemas.openxmlformats.org/officeDocument/2006/relationships/slide" Target="slide88.xml"/><Relationship Id="rId18" Type="http://schemas.openxmlformats.org/officeDocument/2006/relationships/slide" Target="slide100.xml"/><Relationship Id="rId19" Type="http://schemas.openxmlformats.org/officeDocument/2006/relationships/slide" Target="slide117.xml"/><Relationship Id="rId20" Type="http://schemas.openxmlformats.org/officeDocument/2006/relationships/slide" Target="slide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88.jpg"/><Relationship Id="rId4" Type="http://schemas.openxmlformats.org/officeDocument/2006/relationships/image" Target="../media/image289.jpg"/><Relationship Id="rId5" Type="http://schemas.openxmlformats.org/officeDocument/2006/relationships/image" Target="../media/image290.jpg"/><Relationship Id="rId6" Type="http://schemas.openxmlformats.org/officeDocument/2006/relationships/image" Target="../media/image291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92.jpg"/><Relationship Id="rId4" Type="http://schemas.openxmlformats.org/officeDocument/2006/relationships/image" Target="../media/image293.jpg"/><Relationship Id="rId5" Type="http://schemas.openxmlformats.org/officeDocument/2006/relationships/image" Target="../media/image294.jpg"/><Relationship Id="rId6" Type="http://schemas.openxmlformats.org/officeDocument/2006/relationships/image" Target="../media/image295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96.jpg"/><Relationship Id="rId4" Type="http://schemas.openxmlformats.org/officeDocument/2006/relationships/image" Target="../media/image21.png"/><Relationship Id="rId5" Type="http://schemas.openxmlformats.org/officeDocument/2006/relationships/image" Target="../media/image297.jpg"/><Relationship Id="rId6" Type="http://schemas.openxmlformats.org/officeDocument/2006/relationships/image" Target="../media/image298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99.jpg"/><Relationship Id="rId4" Type="http://schemas.openxmlformats.org/officeDocument/2006/relationships/image" Target="../media/image300.jpg"/><Relationship Id="rId5" Type="http://schemas.openxmlformats.org/officeDocument/2006/relationships/image" Target="../media/image21.pn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1.jpg"/><Relationship Id="rId4" Type="http://schemas.openxmlformats.org/officeDocument/2006/relationships/image" Target="../media/image21.png"/><Relationship Id="rId5" Type="http://schemas.openxmlformats.org/officeDocument/2006/relationships/image" Target="../media/image302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3.jpg"/><Relationship Id="rId4" Type="http://schemas.openxmlformats.org/officeDocument/2006/relationships/image" Target="../media/image21.png"/><Relationship Id="rId5" Type="http://schemas.openxmlformats.org/officeDocument/2006/relationships/image" Target="../media/image304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5.jpg"/><Relationship Id="rId4" Type="http://schemas.openxmlformats.org/officeDocument/2006/relationships/image" Target="../media/image21.png"/><Relationship Id="rId5" Type="http://schemas.openxmlformats.org/officeDocument/2006/relationships/image" Target="../media/image306.jpg"/><Relationship Id="rId6" Type="http://schemas.openxmlformats.org/officeDocument/2006/relationships/image" Target="../media/image307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8.jpg"/><Relationship Id="rId4" Type="http://schemas.openxmlformats.org/officeDocument/2006/relationships/image" Target="../media/image21.png"/><Relationship Id="rId5" Type="http://schemas.openxmlformats.org/officeDocument/2006/relationships/image" Target="../media/image309.jpg"/><Relationship Id="rId6" Type="http://schemas.openxmlformats.org/officeDocument/2006/relationships/image" Target="../media/image310.jpg"/><Relationship Id="rId7" Type="http://schemas.openxmlformats.org/officeDocument/2006/relationships/image" Target="../media/image311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12.jpg"/><Relationship Id="rId4" Type="http://schemas.openxmlformats.org/officeDocument/2006/relationships/image" Target="../media/image21.png"/><Relationship Id="rId5" Type="http://schemas.openxmlformats.org/officeDocument/2006/relationships/image" Target="../media/image313.jpg"/><Relationship Id="rId6" Type="http://schemas.openxmlformats.org/officeDocument/2006/relationships/image" Target="../media/image314.jpg"/><Relationship Id="rId7" Type="http://schemas.openxmlformats.org/officeDocument/2006/relationships/image" Target="../media/image315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16.jpg"/><Relationship Id="rId4" Type="http://schemas.openxmlformats.org/officeDocument/2006/relationships/image" Target="../media/image21.png"/><Relationship Id="rId5" Type="http://schemas.openxmlformats.org/officeDocument/2006/relationships/image" Target="../media/image317.jpg"/><Relationship Id="rId6" Type="http://schemas.openxmlformats.org/officeDocument/2006/relationships/image" Target="../media/image318.jpg"/><Relationship Id="rId7" Type="http://schemas.openxmlformats.org/officeDocument/2006/relationships/image" Target="../media/image319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20.jpg"/><Relationship Id="rId4" Type="http://schemas.openxmlformats.org/officeDocument/2006/relationships/image" Target="../media/image21.png"/><Relationship Id="rId5" Type="http://schemas.openxmlformats.org/officeDocument/2006/relationships/image" Target="../media/image321.jpg"/><Relationship Id="rId6" Type="http://schemas.openxmlformats.org/officeDocument/2006/relationships/image" Target="../media/image322.jpg"/><Relationship Id="rId7" Type="http://schemas.openxmlformats.org/officeDocument/2006/relationships/image" Target="../media/image323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24.jpg"/><Relationship Id="rId4" Type="http://schemas.openxmlformats.org/officeDocument/2006/relationships/image" Target="../media/image21.png"/><Relationship Id="rId5" Type="http://schemas.openxmlformats.org/officeDocument/2006/relationships/image" Target="../media/image325.jpg"/><Relationship Id="rId6" Type="http://schemas.openxmlformats.org/officeDocument/2006/relationships/image" Target="../media/image326.jpg"/><Relationship Id="rId7" Type="http://schemas.openxmlformats.org/officeDocument/2006/relationships/image" Target="../media/image327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28.jpg"/><Relationship Id="rId4" Type="http://schemas.openxmlformats.org/officeDocument/2006/relationships/image" Target="../media/image21.png"/><Relationship Id="rId5" Type="http://schemas.openxmlformats.org/officeDocument/2006/relationships/image" Target="../media/image329.jpg"/><Relationship Id="rId6" Type="http://schemas.openxmlformats.org/officeDocument/2006/relationships/image" Target="../media/image330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31.jpg"/><Relationship Id="rId4" Type="http://schemas.openxmlformats.org/officeDocument/2006/relationships/image" Target="../media/image21.png"/><Relationship Id="rId5" Type="http://schemas.openxmlformats.org/officeDocument/2006/relationships/image" Target="../media/image332.jpg"/><Relationship Id="rId6" Type="http://schemas.openxmlformats.org/officeDocument/2006/relationships/image" Target="../media/image333.jpg"/><Relationship Id="rId7" Type="http://schemas.openxmlformats.org/officeDocument/2006/relationships/image" Target="../media/image334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35.jpg"/><Relationship Id="rId4" Type="http://schemas.openxmlformats.org/officeDocument/2006/relationships/image" Target="../media/image21.png"/><Relationship Id="rId5" Type="http://schemas.openxmlformats.org/officeDocument/2006/relationships/image" Target="../media/image336.jpg"/><Relationship Id="rId6" Type="http://schemas.openxmlformats.org/officeDocument/2006/relationships/image" Target="../media/image337.jpg"/><Relationship Id="rId7" Type="http://schemas.openxmlformats.org/officeDocument/2006/relationships/image" Target="../media/image338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39.jpg"/><Relationship Id="rId4" Type="http://schemas.openxmlformats.org/officeDocument/2006/relationships/image" Target="../media/image21.png"/><Relationship Id="rId5" Type="http://schemas.openxmlformats.org/officeDocument/2006/relationships/image" Target="../media/image340.jpg"/><Relationship Id="rId6" Type="http://schemas.openxmlformats.org/officeDocument/2006/relationships/image" Target="../media/image341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4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72.xml"/><Relationship Id="rId14" Type="http://schemas.openxmlformats.org/officeDocument/2006/relationships/slide" Target="slide74.xml"/><Relationship Id="rId15" Type="http://schemas.openxmlformats.org/officeDocument/2006/relationships/slide" Target="slide76.xml"/><Relationship Id="rId16" Type="http://schemas.openxmlformats.org/officeDocument/2006/relationships/slide" Target="slide78.xml"/><Relationship Id="rId17" Type="http://schemas.openxmlformats.org/officeDocument/2006/relationships/slide" Target="slide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2.jpg"/><Relationship Id="rId4" Type="http://schemas.openxmlformats.org/officeDocument/2006/relationships/image" Target="../media/image21.png"/><Relationship Id="rId5" Type="http://schemas.openxmlformats.org/officeDocument/2006/relationships/image" Target="../media/image343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4.jpg"/><Relationship Id="rId4" Type="http://schemas.openxmlformats.org/officeDocument/2006/relationships/image" Target="../media/image345.jpg"/><Relationship Id="rId5" Type="http://schemas.openxmlformats.org/officeDocument/2006/relationships/image" Target="../media/image21.pn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6.jpg"/><Relationship Id="rId4" Type="http://schemas.openxmlformats.org/officeDocument/2006/relationships/image" Target="../media/image21.png"/><Relationship Id="rId5" Type="http://schemas.openxmlformats.org/officeDocument/2006/relationships/image" Target="../media/image347.jpg"/><Relationship Id="rId6" Type="http://schemas.openxmlformats.org/officeDocument/2006/relationships/image" Target="../media/image348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9.jpg"/><Relationship Id="rId4" Type="http://schemas.openxmlformats.org/officeDocument/2006/relationships/image" Target="../media/image350.jpg"/><Relationship Id="rId5" Type="http://schemas.openxmlformats.org/officeDocument/2006/relationships/image" Target="../media/image21.pn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8.jpg"/><Relationship Id="rId4" Type="http://schemas.openxmlformats.org/officeDocument/2006/relationships/image" Target="../media/image21.png"/><Relationship Id="rId5" Type="http://schemas.openxmlformats.org/officeDocument/2006/relationships/image" Target="../media/image351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52.jpg"/><Relationship Id="rId4" Type="http://schemas.openxmlformats.org/officeDocument/2006/relationships/image" Target="../media/image21.png"/><Relationship Id="rId5" Type="http://schemas.openxmlformats.org/officeDocument/2006/relationships/hyperlink" Target="tel:+393347124042" TargetMode="External"/><Relationship Id="rId6" Type="http://schemas.openxmlformats.org/officeDocument/2006/relationships/hyperlink" Target="https://www.instagram.com/wastemanagementgroup/" TargetMode="External"/><Relationship Id="rId7" Type="http://schemas.openxmlformats.org/officeDocument/2006/relationships/slide" Target="slide6.xml"/><Relationship Id="rId8" Type="http://schemas.openxmlformats.org/officeDocument/2006/relationships/slide" Target="slide27.xml"/><Relationship Id="rId9" Type="http://schemas.openxmlformats.org/officeDocument/2006/relationships/slide" Target="slide41.xml"/><Relationship Id="rId10" Type="http://schemas.openxmlformats.org/officeDocument/2006/relationships/slide" Target="slide71.xml"/><Relationship Id="rId11" Type="http://schemas.openxmlformats.org/officeDocument/2006/relationships/slide" Target="slide88.xml"/><Relationship Id="rId12" Type="http://schemas.openxmlformats.org/officeDocument/2006/relationships/slide" Target="slide100.xml"/><Relationship Id="rId13" Type="http://schemas.openxmlformats.org/officeDocument/2006/relationships/slide" Target="slide117.xml"/><Relationship Id="rId14" Type="http://schemas.openxmlformats.org/officeDocument/2006/relationships/slide" Target="slide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53.jpg"/><Relationship Id="rId4" Type="http://schemas.openxmlformats.org/officeDocument/2006/relationships/image" Target="../media/image354.jpg"/><Relationship Id="rId5" Type="http://schemas.openxmlformats.org/officeDocument/2006/relationships/image" Target="../media/image355.jpg"/><Relationship Id="rId6" Type="http://schemas.openxmlformats.org/officeDocument/2006/relationships/image" Target="../media/image356.jpg"/><Relationship Id="rId7" Type="http://schemas.openxmlformats.org/officeDocument/2006/relationships/image" Target="../media/image357.jpg"/><Relationship Id="rId8" Type="http://schemas.openxmlformats.org/officeDocument/2006/relationships/image" Target="../media/image358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59.jpg"/><Relationship Id="rId4" Type="http://schemas.openxmlformats.org/officeDocument/2006/relationships/image" Target="../media/image360.jpg"/><Relationship Id="rId5" Type="http://schemas.openxmlformats.org/officeDocument/2006/relationships/image" Target="../media/image361.jpg"/><Relationship Id="rId6" Type="http://schemas.openxmlformats.org/officeDocument/2006/relationships/image" Target="../media/image362.jpg"/><Relationship Id="rId7" Type="http://schemas.openxmlformats.org/officeDocument/2006/relationships/image" Target="../media/image363.jpg"/><Relationship Id="rId8" Type="http://schemas.openxmlformats.org/officeDocument/2006/relationships/image" Target="../media/image364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65.jpg"/><Relationship Id="rId4" Type="http://schemas.openxmlformats.org/officeDocument/2006/relationships/image" Target="../media/image366.jpg"/><Relationship Id="rId5" Type="http://schemas.openxmlformats.org/officeDocument/2006/relationships/image" Target="../media/image367.jpg"/><Relationship Id="rId6" Type="http://schemas.openxmlformats.org/officeDocument/2006/relationships/image" Target="../media/image368.jpg"/><Relationship Id="rId7" Type="http://schemas.openxmlformats.org/officeDocument/2006/relationships/image" Target="../media/image369.jpg"/><Relationship Id="rId8" Type="http://schemas.openxmlformats.org/officeDocument/2006/relationships/image" Target="../media/image370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71.jpg"/><Relationship Id="rId4" Type="http://schemas.openxmlformats.org/officeDocument/2006/relationships/image" Target="../media/image372.jpg"/><Relationship Id="rId5" Type="http://schemas.openxmlformats.org/officeDocument/2006/relationships/image" Target="../media/image373.jpg"/><Relationship Id="rId6" Type="http://schemas.openxmlformats.org/officeDocument/2006/relationships/image" Target="../media/image374.jpg"/><Relationship Id="rId7" Type="http://schemas.openxmlformats.org/officeDocument/2006/relationships/image" Target="../media/image375.jpg"/><Relationship Id="rId8" Type="http://schemas.openxmlformats.org/officeDocument/2006/relationships/image" Target="../media/image376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77.jpg"/><Relationship Id="rId4" Type="http://schemas.openxmlformats.org/officeDocument/2006/relationships/image" Target="../media/image378.jpg"/><Relationship Id="rId5" Type="http://schemas.openxmlformats.org/officeDocument/2006/relationships/image" Target="../media/image379.jpg"/><Relationship Id="rId6" Type="http://schemas.openxmlformats.org/officeDocument/2006/relationships/image" Target="../media/image380.jpg"/><Relationship Id="rId7" Type="http://schemas.openxmlformats.org/officeDocument/2006/relationships/image" Target="../media/image381.jpg"/><Relationship Id="rId8" Type="http://schemas.openxmlformats.org/officeDocument/2006/relationships/image" Target="../media/image382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3.jpg"/><Relationship Id="rId4" Type="http://schemas.openxmlformats.org/officeDocument/2006/relationships/image" Target="../media/image384.jpg"/><Relationship Id="rId5" Type="http://schemas.openxmlformats.org/officeDocument/2006/relationships/image" Target="../media/image385.jpg"/><Relationship Id="rId6" Type="http://schemas.openxmlformats.org/officeDocument/2006/relationships/image" Target="../media/image386.jpg"/><Relationship Id="rId7" Type="http://schemas.openxmlformats.org/officeDocument/2006/relationships/image" Target="../media/image387.jpg"/><Relationship Id="rId8" Type="http://schemas.openxmlformats.org/officeDocument/2006/relationships/image" Target="../media/image388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9.jpg"/><Relationship Id="rId4" Type="http://schemas.openxmlformats.org/officeDocument/2006/relationships/image" Target="../media/image390.jpg"/><Relationship Id="rId5" Type="http://schemas.openxmlformats.org/officeDocument/2006/relationships/image" Target="../media/image391.jpg"/><Relationship Id="rId6" Type="http://schemas.openxmlformats.org/officeDocument/2006/relationships/image" Target="../media/image392.jpg"/><Relationship Id="rId7" Type="http://schemas.openxmlformats.org/officeDocument/2006/relationships/image" Target="../media/image393.jpg"/><Relationship Id="rId8" Type="http://schemas.openxmlformats.org/officeDocument/2006/relationships/image" Target="../media/image394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5.jpg"/><Relationship Id="rId4" Type="http://schemas.openxmlformats.org/officeDocument/2006/relationships/image" Target="../media/image396.jpg"/><Relationship Id="rId5" Type="http://schemas.openxmlformats.org/officeDocument/2006/relationships/image" Target="../media/image397.jpg"/><Relationship Id="rId6" Type="http://schemas.openxmlformats.org/officeDocument/2006/relationships/image" Target="../media/image398.jpg"/><Relationship Id="rId7" Type="http://schemas.openxmlformats.org/officeDocument/2006/relationships/image" Target="../media/image399.jpg"/><Relationship Id="rId8" Type="http://schemas.openxmlformats.org/officeDocument/2006/relationships/image" Target="../media/image400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1.jpg"/><Relationship Id="rId4" Type="http://schemas.openxmlformats.org/officeDocument/2006/relationships/image" Target="../media/image402.jpg"/><Relationship Id="rId5" Type="http://schemas.openxmlformats.org/officeDocument/2006/relationships/image" Target="../media/image403.jpg"/><Relationship Id="rId6" Type="http://schemas.openxmlformats.org/officeDocument/2006/relationships/image" Target="../media/image404.jpg"/><Relationship Id="rId7" Type="http://schemas.openxmlformats.org/officeDocument/2006/relationships/image" Target="../media/image405.jpg"/><Relationship Id="rId8" Type="http://schemas.openxmlformats.org/officeDocument/2006/relationships/image" Target="../media/image406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7.jpg"/><Relationship Id="rId4" Type="http://schemas.openxmlformats.org/officeDocument/2006/relationships/image" Target="../media/image408.jpg"/><Relationship Id="rId5" Type="http://schemas.openxmlformats.org/officeDocument/2006/relationships/image" Target="../media/image409.jpg"/><Relationship Id="rId6" Type="http://schemas.openxmlformats.org/officeDocument/2006/relationships/image" Target="../media/image410.jpg"/><Relationship Id="rId7" Type="http://schemas.openxmlformats.org/officeDocument/2006/relationships/image" Target="../media/image411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5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89.xml"/><Relationship Id="rId14" Type="http://schemas.openxmlformats.org/officeDocument/2006/relationships/slide" Target="slide92.xml"/><Relationship Id="rId15" Type="http://schemas.openxmlformats.org/officeDocument/2006/relationships/slide" Target="slide95.xml"/><Relationship Id="rId16" Type="http://schemas.openxmlformats.org/officeDocument/2006/relationships/slide" Target="slide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12.jpg"/><Relationship Id="rId4" Type="http://schemas.openxmlformats.org/officeDocument/2006/relationships/image" Target="../media/image413.jpg"/><Relationship Id="rId5" Type="http://schemas.openxmlformats.org/officeDocument/2006/relationships/image" Target="../media/image414.jpg"/><Relationship Id="rId6" Type="http://schemas.openxmlformats.org/officeDocument/2006/relationships/image" Target="../media/image415.jpg"/><Relationship Id="rId7" Type="http://schemas.openxmlformats.org/officeDocument/2006/relationships/image" Target="../media/image416.jpg"/><Relationship Id="rId8" Type="http://schemas.openxmlformats.org/officeDocument/2006/relationships/image" Target="../media/image417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18.jpg"/><Relationship Id="rId4" Type="http://schemas.openxmlformats.org/officeDocument/2006/relationships/image" Target="../media/image419.jpg"/><Relationship Id="rId5" Type="http://schemas.openxmlformats.org/officeDocument/2006/relationships/hyperlink" Target="tel:+393347124042" TargetMode="External"/><Relationship Id="rId6" Type="http://schemas.openxmlformats.org/officeDocument/2006/relationships/hyperlink" Target="https://www.instagram.com/wastemanagementgroup/" TargetMode="External"/><Relationship Id="rId7" Type="http://schemas.openxmlformats.org/officeDocument/2006/relationships/slide" Target="slide6.xml"/><Relationship Id="rId8" Type="http://schemas.openxmlformats.org/officeDocument/2006/relationships/slide" Target="slide27.xml"/><Relationship Id="rId9" Type="http://schemas.openxmlformats.org/officeDocument/2006/relationships/slide" Target="slide41.xml"/><Relationship Id="rId10" Type="http://schemas.openxmlformats.org/officeDocument/2006/relationships/slide" Target="slide71.xml"/><Relationship Id="rId11" Type="http://schemas.openxmlformats.org/officeDocument/2006/relationships/slide" Target="slide88.xml"/><Relationship Id="rId12" Type="http://schemas.openxmlformats.org/officeDocument/2006/relationships/slide" Target="slide100.xml"/><Relationship Id="rId13" Type="http://schemas.openxmlformats.org/officeDocument/2006/relationships/slide" Target="slide117.xml"/><Relationship Id="rId14" Type="http://schemas.openxmlformats.org/officeDocument/2006/relationships/slide" Target="slide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0.jpg"/><Relationship Id="rId4" Type="http://schemas.openxmlformats.org/officeDocument/2006/relationships/image" Target="../media/image421.jpg"/><Relationship Id="rId5" Type="http://schemas.openxmlformats.org/officeDocument/2006/relationships/image" Target="../media/image422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3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4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5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6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7.jpg"/><Relationship Id="rId4" Type="http://schemas.openxmlformats.org/officeDocument/2006/relationships/image" Target="../media/image428.jpg"/><Relationship Id="rId5" Type="http://schemas.openxmlformats.org/officeDocument/2006/relationships/image" Target="../media/image429.jpg"/><Relationship Id="rId6" Type="http://schemas.openxmlformats.org/officeDocument/2006/relationships/image" Target="../media/image430.jpg"/><Relationship Id="rId7" Type="http://schemas.openxmlformats.org/officeDocument/2006/relationships/image" Target="../media/image431.jpg"/><Relationship Id="rId8" Type="http://schemas.openxmlformats.org/officeDocument/2006/relationships/image" Target="../media/image432.jpg"/><Relationship Id="rId9" Type="http://schemas.openxmlformats.org/officeDocument/2006/relationships/image" Target="../media/image433.jpg"/><Relationship Id="rId10" Type="http://schemas.openxmlformats.org/officeDocument/2006/relationships/image" Target="../media/image434.jpg"/><Relationship Id="rId11" Type="http://schemas.openxmlformats.org/officeDocument/2006/relationships/image" Target="../media/image435.jpg"/><Relationship Id="rId12" Type="http://schemas.openxmlformats.org/officeDocument/2006/relationships/hyperlink" Target="tel:+393347124042" TargetMode="External"/><Relationship Id="rId13" Type="http://schemas.openxmlformats.org/officeDocument/2006/relationships/hyperlink" Target="https://www.instagram.com/wastemanagementgroup/" TargetMode="External"/><Relationship Id="rId14" Type="http://schemas.openxmlformats.org/officeDocument/2006/relationships/slide" Target="slide6.xml"/><Relationship Id="rId15" Type="http://schemas.openxmlformats.org/officeDocument/2006/relationships/slide" Target="slide27.xml"/><Relationship Id="rId16" Type="http://schemas.openxmlformats.org/officeDocument/2006/relationships/slide" Target="slide41.xml"/><Relationship Id="rId17" Type="http://schemas.openxmlformats.org/officeDocument/2006/relationships/slide" Target="slide71.xml"/><Relationship Id="rId18" Type="http://schemas.openxmlformats.org/officeDocument/2006/relationships/slide" Target="slide88.xml"/><Relationship Id="rId19" Type="http://schemas.openxmlformats.org/officeDocument/2006/relationships/slide" Target="slide100.xml"/><Relationship Id="rId20" Type="http://schemas.openxmlformats.org/officeDocument/2006/relationships/slide" Target="slide117.xml"/><Relationship Id="rId21" Type="http://schemas.openxmlformats.org/officeDocument/2006/relationships/slide" Target="slide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36.jpg"/><Relationship Id="rId4" Type="http://schemas.openxmlformats.org/officeDocument/2006/relationships/image" Target="../media/image437.jpg"/><Relationship Id="rId5" Type="http://schemas.openxmlformats.org/officeDocument/2006/relationships/image" Target="../media/image438.jpg"/><Relationship Id="rId6" Type="http://schemas.openxmlformats.org/officeDocument/2006/relationships/image" Target="../media/image439.jpg"/><Relationship Id="rId7" Type="http://schemas.openxmlformats.org/officeDocument/2006/relationships/image" Target="../media/image440.jpg"/><Relationship Id="rId8" Type="http://schemas.openxmlformats.org/officeDocument/2006/relationships/image" Target="../media/image441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42.jpg"/><Relationship Id="rId4" Type="http://schemas.openxmlformats.org/officeDocument/2006/relationships/image" Target="../media/image443.jpg"/><Relationship Id="rId5" Type="http://schemas.openxmlformats.org/officeDocument/2006/relationships/image" Target="../media/image444.jpg"/><Relationship Id="rId6" Type="http://schemas.openxmlformats.org/officeDocument/2006/relationships/image" Target="../media/image445.jpg"/><Relationship Id="rId7" Type="http://schemas.openxmlformats.org/officeDocument/2006/relationships/image" Target="../media/image446.jpg"/><Relationship Id="rId8" Type="http://schemas.openxmlformats.org/officeDocument/2006/relationships/image" Target="../media/image447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48.jpg"/><Relationship Id="rId4" Type="http://schemas.openxmlformats.org/officeDocument/2006/relationships/image" Target="../media/image449.jpg"/><Relationship Id="rId5" Type="http://schemas.openxmlformats.org/officeDocument/2006/relationships/image" Target="../media/image450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6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101.xml"/><Relationship Id="rId14" Type="http://schemas.openxmlformats.org/officeDocument/2006/relationships/slide" Target="slide102.xml"/><Relationship Id="rId15" Type="http://schemas.openxmlformats.org/officeDocument/2006/relationships/slide" Target="slide104.xml"/><Relationship Id="rId16" Type="http://schemas.openxmlformats.org/officeDocument/2006/relationships/slide" Target="slide107.xml"/><Relationship Id="rId17" Type="http://schemas.openxmlformats.org/officeDocument/2006/relationships/slide" Target="slide108.xml"/><Relationship Id="rId18" Type="http://schemas.openxmlformats.org/officeDocument/2006/relationships/slide" Target="slide110.xml"/><Relationship Id="rId19" Type="http://schemas.openxmlformats.org/officeDocument/2006/relationships/slide" Target="slide111.xml"/><Relationship Id="rId20" Type="http://schemas.openxmlformats.org/officeDocument/2006/relationships/slide" Target="slide112.xml"/><Relationship Id="rId21" Type="http://schemas.openxmlformats.org/officeDocument/2006/relationships/slide" Target="slide113.xml"/><Relationship Id="rId22" Type="http://schemas.openxmlformats.org/officeDocument/2006/relationships/slide" Target="slide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51.png"/><Relationship Id="rId4" Type="http://schemas.openxmlformats.org/officeDocument/2006/relationships/image" Target="../media/image452.png"/><Relationship Id="rId5" Type="http://schemas.openxmlformats.org/officeDocument/2006/relationships/image" Target="../media/image453.png"/><Relationship Id="rId6" Type="http://schemas.openxmlformats.org/officeDocument/2006/relationships/image" Target="../media/image454.png"/><Relationship Id="rId7" Type="http://schemas.openxmlformats.org/officeDocument/2006/relationships/image" Target="../media/image455.png"/><Relationship Id="rId8" Type="http://schemas.openxmlformats.org/officeDocument/2006/relationships/image" Target="../media/image456.png"/><Relationship Id="rId9" Type="http://schemas.openxmlformats.org/officeDocument/2006/relationships/image" Target="../media/image457.png"/><Relationship Id="rId10" Type="http://schemas.openxmlformats.org/officeDocument/2006/relationships/image" Target="../media/image458.png"/><Relationship Id="rId11" Type="http://schemas.openxmlformats.org/officeDocument/2006/relationships/image" Target="../media/image459.png"/><Relationship Id="rId12" Type="http://schemas.openxmlformats.org/officeDocument/2006/relationships/hyperlink" Target="tel:+393347124042" TargetMode="External"/><Relationship Id="rId13" Type="http://schemas.openxmlformats.org/officeDocument/2006/relationships/hyperlink" Target="https://www.instagram.com/wastemanagementgroup/" TargetMode="External"/><Relationship Id="rId14" Type="http://schemas.openxmlformats.org/officeDocument/2006/relationships/slide" Target="slide6.xml"/><Relationship Id="rId15" Type="http://schemas.openxmlformats.org/officeDocument/2006/relationships/slide" Target="slide27.xml"/><Relationship Id="rId16" Type="http://schemas.openxmlformats.org/officeDocument/2006/relationships/slide" Target="slide41.xml"/><Relationship Id="rId17" Type="http://schemas.openxmlformats.org/officeDocument/2006/relationships/slide" Target="slide71.xml"/><Relationship Id="rId18" Type="http://schemas.openxmlformats.org/officeDocument/2006/relationships/slide" Target="slide88.xml"/><Relationship Id="rId19" Type="http://schemas.openxmlformats.org/officeDocument/2006/relationships/slide" Target="slide100.xml"/><Relationship Id="rId20" Type="http://schemas.openxmlformats.org/officeDocument/2006/relationships/slide" Target="slide117.xml"/><Relationship Id="rId21" Type="http://schemas.openxmlformats.org/officeDocument/2006/relationships/slide" Target="slide102.xml"/><Relationship Id="rId22" Type="http://schemas.openxmlformats.org/officeDocument/2006/relationships/slide" Target="slide103.xml"/><Relationship Id="rId23" Type="http://schemas.openxmlformats.org/officeDocument/2006/relationships/slide" Target="slide104.xml"/><Relationship Id="rId24" Type="http://schemas.openxmlformats.org/officeDocument/2006/relationships/slide" Target="slide105.xml"/><Relationship Id="rId25" Type="http://schemas.openxmlformats.org/officeDocument/2006/relationships/slide" Target="slide106.xml"/><Relationship Id="rId26" Type="http://schemas.openxmlformats.org/officeDocument/2006/relationships/slide" Target="slide107.xml"/><Relationship Id="rId27" Type="http://schemas.openxmlformats.org/officeDocument/2006/relationships/slide" Target="slide108.xml"/><Relationship Id="rId28" Type="http://schemas.openxmlformats.org/officeDocument/2006/relationships/slide" Target="slide109.xml"/><Relationship Id="rId29" Type="http://schemas.openxmlformats.org/officeDocument/2006/relationships/slide" Target="slide110.xml"/><Relationship Id="rId30" Type="http://schemas.openxmlformats.org/officeDocument/2006/relationships/slide" Target="slide111.xml"/><Relationship Id="rId31" Type="http://schemas.openxmlformats.org/officeDocument/2006/relationships/slide" Target="slide112.xml"/><Relationship Id="rId32" Type="http://schemas.openxmlformats.org/officeDocument/2006/relationships/slide" Target="slide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60.jpg"/><Relationship Id="rId4" Type="http://schemas.openxmlformats.org/officeDocument/2006/relationships/image" Target="../media/image461.png"/><Relationship Id="rId5" Type="http://schemas.openxmlformats.org/officeDocument/2006/relationships/image" Target="../media/image462.jpg"/><Relationship Id="rId6" Type="http://schemas.openxmlformats.org/officeDocument/2006/relationships/image" Target="../media/image463.jpg"/><Relationship Id="rId7" Type="http://schemas.openxmlformats.org/officeDocument/2006/relationships/image" Target="../media/image464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65.jpg"/><Relationship Id="rId4" Type="http://schemas.openxmlformats.org/officeDocument/2006/relationships/image" Target="../media/image461.png"/><Relationship Id="rId5" Type="http://schemas.openxmlformats.org/officeDocument/2006/relationships/image" Target="../media/image466.jpg"/><Relationship Id="rId6" Type="http://schemas.openxmlformats.org/officeDocument/2006/relationships/image" Target="../media/image467.jpg"/><Relationship Id="rId7" Type="http://schemas.openxmlformats.org/officeDocument/2006/relationships/image" Target="../media/image468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69.jpg"/><Relationship Id="rId4" Type="http://schemas.openxmlformats.org/officeDocument/2006/relationships/image" Target="../media/image461.png"/><Relationship Id="rId5" Type="http://schemas.openxmlformats.org/officeDocument/2006/relationships/image" Target="../media/image470.jpg"/><Relationship Id="rId6" Type="http://schemas.openxmlformats.org/officeDocument/2006/relationships/image" Target="../media/image471.png"/><Relationship Id="rId7" Type="http://schemas.openxmlformats.org/officeDocument/2006/relationships/image" Target="../media/image472.jpg"/><Relationship Id="rId8" Type="http://schemas.openxmlformats.org/officeDocument/2006/relationships/image" Target="../media/image473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74.jpg"/><Relationship Id="rId4" Type="http://schemas.openxmlformats.org/officeDocument/2006/relationships/image" Target="../media/image471.png"/><Relationship Id="rId5" Type="http://schemas.openxmlformats.org/officeDocument/2006/relationships/image" Target="../media/image475.jpg"/><Relationship Id="rId6" Type="http://schemas.openxmlformats.org/officeDocument/2006/relationships/image" Target="../media/image476.jpg"/><Relationship Id="rId7" Type="http://schemas.openxmlformats.org/officeDocument/2006/relationships/image" Target="../media/image477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78.jpg"/><Relationship Id="rId4" Type="http://schemas.openxmlformats.org/officeDocument/2006/relationships/image" Target="../media/image471.png"/><Relationship Id="rId5" Type="http://schemas.openxmlformats.org/officeDocument/2006/relationships/image" Target="../media/image479.jpg"/><Relationship Id="rId6" Type="http://schemas.openxmlformats.org/officeDocument/2006/relationships/image" Target="../media/image480.jpg"/><Relationship Id="rId7" Type="http://schemas.openxmlformats.org/officeDocument/2006/relationships/image" Target="../media/image481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82.jpg"/><Relationship Id="rId4" Type="http://schemas.openxmlformats.org/officeDocument/2006/relationships/image" Target="../media/image483.png"/><Relationship Id="rId5" Type="http://schemas.openxmlformats.org/officeDocument/2006/relationships/image" Target="../media/image484.jpg"/><Relationship Id="rId6" Type="http://schemas.openxmlformats.org/officeDocument/2006/relationships/image" Target="../media/image485.jpg"/><Relationship Id="rId7" Type="http://schemas.openxmlformats.org/officeDocument/2006/relationships/image" Target="../media/image486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87.jpg"/><Relationship Id="rId4" Type="http://schemas.openxmlformats.org/officeDocument/2006/relationships/image" Target="../media/image488.png"/><Relationship Id="rId5" Type="http://schemas.openxmlformats.org/officeDocument/2006/relationships/image" Target="../media/image489.jpg"/><Relationship Id="rId6" Type="http://schemas.openxmlformats.org/officeDocument/2006/relationships/image" Target="../media/image490.jpg"/><Relationship Id="rId7" Type="http://schemas.openxmlformats.org/officeDocument/2006/relationships/image" Target="../media/image491.png"/><Relationship Id="rId8" Type="http://schemas.openxmlformats.org/officeDocument/2006/relationships/image" Target="../media/image492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93.jpg"/><Relationship Id="rId4" Type="http://schemas.openxmlformats.org/officeDocument/2006/relationships/image" Target="../media/image491.png"/><Relationship Id="rId5" Type="http://schemas.openxmlformats.org/officeDocument/2006/relationships/image" Target="../media/image494.jpg"/><Relationship Id="rId6" Type="http://schemas.openxmlformats.org/officeDocument/2006/relationships/image" Target="../media/image495.jpg"/><Relationship Id="rId7" Type="http://schemas.openxmlformats.org/officeDocument/2006/relationships/image" Target="../media/image496.jpg"/><Relationship Id="rId8" Type="http://schemas.openxmlformats.org/officeDocument/2006/relationships/hyperlink" Target="tel:+393347124042" TargetMode="External"/><Relationship Id="rId9" Type="http://schemas.openxmlformats.org/officeDocument/2006/relationships/hyperlink" Target="https://www.instagram.com/wastemanagementgroup/" TargetMode="External"/><Relationship Id="rId10" Type="http://schemas.openxmlformats.org/officeDocument/2006/relationships/slide" Target="slide6.xml"/><Relationship Id="rId11" Type="http://schemas.openxmlformats.org/officeDocument/2006/relationships/slide" Target="slide27.xml"/><Relationship Id="rId12" Type="http://schemas.openxmlformats.org/officeDocument/2006/relationships/slide" Target="slide41.xml"/><Relationship Id="rId13" Type="http://schemas.openxmlformats.org/officeDocument/2006/relationships/slide" Target="slide71.xml"/><Relationship Id="rId14" Type="http://schemas.openxmlformats.org/officeDocument/2006/relationships/slide" Target="slide88.xml"/><Relationship Id="rId15" Type="http://schemas.openxmlformats.org/officeDocument/2006/relationships/slide" Target="slide100.xml"/><Relationship Id="rId16" Type="http://schemas.openxmlformats.org/officeDocument/2006/relationships/slide" Target="slide117.xml"/><Relationship Id="rId17" Type="http://schemas.openxmlformats.org/officeDocument/2006/relationships/slide" Target="slide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97.jpg"/><Relationship Id="rId4" Type="http://schemas.openxmlformats.org/officeDocument/2006/relationships/image" Target="../media/image491.png"/><Relationship Id="rId5" Type="http://schemas.openxmlformats.org/officeDocument/2006/relationships/image" Target="../media/image498.jpg"/><Relationship Id="rId6" Type="http://schemas.openxmlformats.org/officeDocument/2006/relationships/image" Target="../media/image499.png"/><Relationship Id="rId7" Type="http://schemas.openxmlformats.org/officeDocument/2006/relationships/image" Target="../media/image500.jpg"/><Relationship Id="rId8" Type="http://schemas.openxmlformats.org/officeDocument/2006/relationships/image" Target="../media/image501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02.jpg"/><Relationship Id="rId4" Type="http://schemas.openxmlformats.org/officeDocument/2006/relationships/image" Target="../media/image503.png"/><Relationship Id="rId5" Type="http://schemas.openxmlformats.org/officeDocument/2006/relationships/image" Target="../media/image504.jpg"/><Relationship Id="rId6" Type="http://schemas.openxmlformats.org/officeDocument/2006/relationships/image" Target="../media/image505.jpg"/><Relationship Id="rId7" Type="http://schemas.openxmlformats.org/officeDocument/2006/relationships/image" Target="../media/image506.jpg"/><Relationship Id="rId8" Type="http://schemas.openxmlformats.org/officeDocument/2006/relationships/image" Target="../media/image507.pn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08.jpg"/><Relationship Id="rId4" Type="http://schemas.openxmlformats.org/officeDocument/2006/relationships/image" Target="../media/image507.png"/><Relationship Id="rId5" Type="http://schemas.openxmlformats.org/officeDocument/2006/relationships/image" Target="../media/image509.jpg"/><Relationship Id="rId6" Type="http://schemas.openxmlformats.org/officeDocument/2006/relationships/image" Target="../media/image510.pn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11.jpg"/><Relationship Id="rId4" Type="http://schemas.openxmlformats.org/officeDocument/2006/relationships/image" Target="../media/image512.jpg"/><Relationship Id="rId5" Type="http://schemas.openxmlformats.org/officeDocument/2006/relationships/image" Target="../media/image513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14.jpg"/><Relationship Id="rId4" Type="http://schemas.openxmlformats.org/officeDocument/2006/relationships/image" Target="../media/image515.jpg"/><Relationship Id="rId5" Type="http://schemas.openxmlformats.org/officeDocument/2006/relationships/image" Target="../media/image516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17.jpg"/><Relationship Id="rId4" Type="http://schemas.openxmlformats.org/officeDocument/2006/relationships/image" Target="../media/image518.jpg"/><Relationship Id="rId5" Type="http://schemas.openxmlformats.org/officeDocument/2006/relationships/image" Target="../media/image519.jpg"/><Relationship Id="rId6" Type="http://schemas.openxmlformats.org/officeDocument/2006/relationships/hyperlink" Target="tel:+393347124042" TargetMode="External"/><Relationship Id="rId7" Type="http://schemas.openxmlformats.org/officeDocument/2006/relationships/hyperlink" Target="https://www.instagram.com/wastemanagementgroup/" TargetMode="External"/><Relationship Id="rId8" Type="http://schemas.openxmlformats.org/officeDocument/2006/relationships/slide" Target="slide6.xml"/><Relationship Id="rId9" Type="http://schemas.openxmlformats.org/officeDocument/2006/relationships/slide" Target="slide27.xml"/><Relationship Id="rId10" Type="http://schemas.openxmlformats.org/officeDocument/2006/relationships/slide" Target="slide41.xml"/><Relationship Id="rId11" Type="http://schemas.openxmlformats.org/officeDocument/2006/relationships/slide" Target="slide71.xml"/><Relationship Id="rId12" Type="http://schemas.openxmlformats.org/officeDocument/2006/relationships/slide" Target="slide88.xml"/><Relationship Id="rId13" Type="http://schemas.openxmlformats.org/officeDocument/2006/relationships/slide" Target="slide100.xml"/><Relationship Id="rId14" Type="http://schemas.openxmlformats.org/officeDocument/2006/relationships/slide" Target="slide117.xml"/><Relationship Id="rId15" Type="http://schemas.openxmlformats.org/officeDocument/2006/relationships/slide" Target="slide3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20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7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118.xml"/><Relationship Id="rId14" Type="http://schemas.openxmlformats.org/officeDocument/2006/relationships/slide" Target="slide119.xml"/><Relationship Id="rId15" Type="http://schemas.openxmlformats.org/officeDocument/2006/relationships/slide" Target="slide120.xml"/><Relationship Id="rId16" Type="http://schemas.openxmlformats.org/officeDocument/2006/relationships/slide" Target="slide121.xml"/><Relationship Id="rId17" Type="http://schemas.openxmlformats.org/officeDocument/2006/relationships/slide" Target="slide123.xml"/><Relationship Id="rId18" Type="http://schemas.openxmlformats.org/officeDocument/2006/relationships/slide" Target="slide124.xml"/><Relationship Id="rId19" Type="http://schemas.openxmlformats.org/officeDocument/2006/relationships/slide" Target="slide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21.jpg"/><Relationship Id="rId4" Type="http://schemas.openxmlformats.org/officeDocument/2006/relationships/image" Target="../media/image522.jpg"/><Relationship Id="rId5" Type="http://schemas.openxmlformats.org/officeDocument/2006/relationships/image" Target="../media/image523.jpg"/><Relationship Id="rId6" Type="http://schemas.openxmlformats.org/officeDocument/2006/relationships/image" Target="../media/image524.jpg"/><Relationship Id="rId7" Type="http://schemas.openxmlformats.org/officeDocument/2006/relationships/image" Target="../media/image525.jpg"/><Relationship Id="rId8" Type="http://schemas.openxmlformats.org/officeDocument/2006/relationships/image" Target="../media/image526.jpg"/><Relationship Id="rId9" Type="http://schemas.openxmlformats.org/officeDocument/2006/relationships/image" Target="../media/image527.jpg"/><Relationship Id="rId10" Type="http://schemas.openxmlformats.org/officeDocument/2006/relationships/image" Target="../media/image528.jpg"/><Relationship Id="rId11" Type="http://schemas.openxmlformats.org/officeDocument/2006/relationships/image" Target="../media/image529.jpg"/><Relationship Id="rId12" Type="http://schemas.openxmlformats.org/officeDocument/2006/relationships/image" Target="../media/image530.jpg"/><Relationship Id="rId13" Type="http://schemas.openxmlformats.org/officeDocument/2006/relationships/image" Target="../media/image531.jpg"/><Relationship Id="rId14" Type="http://schemas.openxmlformats.org/officeDocument/2006/relationships/image" Target="../media/image532.jpg"/><Relationship Id="rId15" Type="http://schemas.openxmlformats.org/officeDocument/2006/relationships/image" Target="../media/image533.jpg"/><Relationship Id="rId16" Type="http://schemas.openxmlformats.org/officeDocument/2006/relationships/image" Target="../media/image534.jpg"/><Relationship Id="rId17" Type="http://schemas.openxmlformats.org/officeDocument/2006/relationships/image" Target="../media/image535.jpg"/><Relationship Id="rId18" Type="http://schemas.openxmlformats.org/officeDocument/2006/relationships/image" Target="../media/image536.jpg"/><Relationship Id="rId19" Type="http://schemas.openxmlformats.org/officeDocument/2006/relationships/image" Target="../media/image537.jpg"/><Relationship Id="rId20" Type="http://schemas.openxmlformats.org/officeDocument/2006/relationships/image" Target="../media/image538.jpg"/><Relationship Id="rId21" Type="http://schemas.openxmlformats.org/officeDocument/2006/relationships/image" Target="../media/image539.jpg"/><Relationship Id="rId22" Type="http://schemas.openxmlformats.org/officeDocument/2006/relationships/image" Target="../media/image540.jpg"/><Relationship Id="rId23" Type="http://schemas.openxmlformats.org/officeDocument/2006/relationships/hyperlink" Target="tel:+393347124042" TargetMode="External"/><Relationship Id="rId24" Type="http://schemas.openxmlformats.org/officeDocument/2006/relationships/hyperlink" Target="https://www.instagram.com/wastemanagementgroup/" TargetMode="External"/><Relationship Id="rId25" Type="http://schemas.openxmlformats.org/officeDocument/2006/relationships/slide" Target="slide7.xml"/><Relationship Id="rId26" Type="http://schemas.openxmlformats.org/officeDocument/2006/relationships/slide" Target="slide9.xml"/><Relationship Id="rId27" Type="http://schemas.openxmlformats.org/officeDocument/2006/relationships/slide" Target="slide11.xml"/><Relationship Id="rId28" Type="http://schemas.openxmlformats.org/officeDocument/2006/relationships/slide" Target="slide12.xml"/><Relationship Id="rId29" Type="http://schemas.openxmlformats.org/officeDocument/2006/relationships/slide" Target="slide28.xml"/><Relationship Id="rId30" Type="http://schemas.openxmlformats.org/officeDocument/2006/relationships/slide" Target="slide38.xml"/><Relationship Id="rId31" Type="http://schemas.openxmlformats.org/officeDocument/2006/relationships/slide" Target="slide30.xml"/><Relationship Id="rId32" Type="http://schemas.openxmlformats.org/officeDocument/2006/relationships/slide" Target="slide35.xml"/><Relationship Id="rId33" Type="http://schemas.openxmlformats.org/officeDocument/2006/relationships/slide" Target="slide42.xml"/><Relationship Id="rId34" Type="http://schemas.openxmlformats.org/officeDocument/2006/relationships/slide" Target="slide43.xml"/><Relationship Id="rId35" Type="http://schemas.openxmlformats.org/officeDocument/2006/relationships/slide" Target="slide57.xml"/><Relationship Id="rId36" Type="http://schemas.openxmlformats.org/officeDocument/2006/relationships/slide" Target="slide6.xml"/><Relationship Id="rId37" Type="http://schemas.openxmlformats.org/officeDocument/2006/relationships/slide" Target="slide27.xml"/><Relationship Id="rId38" Type="http://schemas.openxmlformats.org/officeDocument/2006/relationships/slide" Target="slide41.xml"/><Relationship Id="rId39" Type="http://schemas.openxmlformats.org/officeDocument/2006/relationships/slide" Target="slide71.xml"/><Relationship Id="rId40" Type="http://schemas.openxmlformats.org/officeDocument/2006/relationships/slide" Target="slide88.xml"/><Relationship Id="rId41" Type="http://schemas.openxmlformats.org/officeDocument/2006/relationships/slide" Target="slide100.xml"/><Relationship Id="rId42" Type="http://schemas.openxmlformats.org/officeDocument/2006/relationships/slide" Target="slide117.xml"/><Relationship Id="rId43" Type="http://schemas.openxmlformats.org/officeDocument/2006/relationships/slide" Target="slide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tel:+393347124042" TargetMode="External"/><Relationship Id="rId4" Type="http://schemas.openxmlformats.org/officeDocument/2006/relationships/hyperlink" Target="https://www.instagram.com/wastemanagementgroup/" TargetMode="External"/><Relationship Id="rId5" Type="http://schemas.openxmlformats.org/officeDocument/2006/relationships/slide" Target="slide6.xml"/><Relationship Id="rId6" Type="http://schemas.openxmlformats.org/officeDocument/2006/relationships/slide" Target="slide27.xml"/><Relationship Id="rId7" Type="http://schemas.openxmlformats.org/officeDocument/2006/relationships/slide" Target="slide41.xml"/><Relationship Id="rId8" Type="http://schemas.openxmlformats.org/officeDocument/2006/relationships/slide" Target="slide71.xml"/><Relationship Id="rId9" Type="http://schemas.openxmlformats.org/officeDocument/2006/relationships/slide" Target="slide88.xml"/><Relationship Id="rId10" Type="http://schemas.openxmlformats.org/officeDocument/2006/relationships/slide" Target="slide100.xml"/><Relationship Id="rId11" Type="http://schemas.openxmlformats.org/officeDocument/2006/relationships/slide" Target="slide117.xml"/><Relationship Id="rId12" Type="http://schemas.openxmlformats.org/officeDocument/2006/relationships/slide" Target="slide3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41.jpg"/><Relationship Id="rId4" Type="http://schemas.openxmlformats.org/officeDocument/2006/relationships/image" Target="../media/image542.jpg"/><Relationship Id="rId5" Type="http://schemas.openxmlformats.org/officeDocument/2006/relationships/hyperlink" Target="tel:+393347124042" TargetMode="External"/><Relationship Id="rId6" Type="http://schemas.openxmlformats.org/officeDocument/2006/relationships/hyperlink" Target="https://www.instagram.com/wastemanagementgroup/" TargetMode="External"/><Relationship Id="rId7" Type="http://schemas.openxmlformats.org/officeDocument/2006/relationships/slide" Target="slide6.xml"/><Relationship Id="rId8" Type="http://schemas.openxmlformats.org/officeDocument/2006/relationships/slide" Target="slide27.xml"/><Relationship Id="rId9" Type="http://schemas.openxmlformats.org/officeDocument/2006/relationships/slide" Target="slide41.xml"/><Relationship Id="rId10" Type="http://schemas.openxmlformats.org/officeDocument/2006/relationships/slide" Target="slide71.xml"/><Relationship Id="rId11" Type="http://schemas.openxmlformats.org/officeDocument/2006/relationships/slide" Target="slide88.xml"/><Relationship Id="rId12" Type="http://schemas.openxmlformats.org/officeDocument/2006/relationships/slide" Target="slide100.xml"/><Relationship Id="rId13" Type="http://schemas.openxmlformats.org/officeDocument/2006/relationships/slide" Target="slide117.xml"/><Relationship Id="rId14" Type="http://schemas.openxmlformats.org/officeDocument/2006/relationships/slide" Target="slide3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43.jpg"/><Relationship Id="rId4" Type="http://schemas.openxmlformats.org/officeDocument/2006/relationships/image" Target="../media/image544.jpg"/><Relationship Id="rId5" Type="http://schemas.openxmlformats.org/officeDocument/2006/relationships/image" Target="../media/image545.jpg"/><Relationship Id="rId6" Type="http://schemas.openxmlformats.org/officeDocument/2006/relationships/image" Target="../media/image546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47.jpg"/><Relationship Id="rId4" Type="http://schemas.openxmlformats.org/officeDocument/2006/relationships/image" Target="../media/image548.jpg"/><Relationship Id="rId5" Type="http://schemas.openxmlformats.org/officeDocument/2006/relationships/image" Target="../media/image549.jpg"/><Relationship Id="rId6" Type="http://schemas.openxmlformats.org/officeDocument/2006/relationships/image" Target="../media/image550.jpg"/><Relationship Id="rId7" Type="http://schemas.openxmlformats.org/officeDocument/2006/relationships/hyperlink" Target="tel:+393347124042" TargetMode="External"/><Relationship Id="rId8" Type="http://schemas.openxmlformats.org/officeDocument/2006/relationships/hyperlink" Target="https://www.instagram.com/wastemanagementgroup/" TargetMode="External"/><Relationship Id="rId9" Type="http://schemas.openxmlformats.org/officeDocument/2006/relationships/slide" Target="slide6.xml"/><Relationship Id="rId10" Type="http://schemas.openxmlformats.org/officeDocument/2006/relationships/slide" Target="slide27.xml"/><Relationship Id="rId11" Type="http://schemas.openxmlformats.org/officeDocument/2006/relationships/slide" Target="slide41.xml"/><Relationship Id="rId12" Type="http://schemas.openxmlformats.org/officeDocument/2006/relationships/slide" Target="slide71.xml"/><Relationship Id="rId13" Type="http://schemas.openxmlformats.org/officeDocument/2006/relationships/slide" Target="slide88.xml"/><Relationship Id="rId14" Type="http://schemas.openxmlformats.org/officeDocument/2006/relationships/slide" Target="slide100.xml"/><Relationship Id="rId15" Type="http://schemas.openxmlformats.org/officeDocument/2006/relationships/slide" Target="slide117.xml"/><Relationship Id="rId16" Type="http://schemas.openxmlformats.org/officeDocument/2006/relationships/slide" Target="slide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51.jpg"/><Relationship Id="rId4" Type="http://schemas.openxmlformats.org/officeDocument/2006/relationships/image" Target="../media/image552.jpg"/><Relationship Id="rId5" Type="http://schemas.openxmlformats.org/officeDocument/2006/relationships/image" Target="../media/image553.jpg"/><Relationship Id="rId6" Type="http://schemas.openxmlformats.org/officeDocument/2006/relationships/image" Target="../media/image554.jpg"/><Relationship Id="rId7" Type="http://schemas.openxmlformats.org/officeDocument/2006/relationships/image" Target="../media/image555.jpg"/><Relationship Id="rId8" Type="http://schemas.openxmlformats.org/officeDocument/2006/relationships/image" Target="../media/image556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57.jpg"/><Relationship Id="rId4" Type="http://schemas.openxmlformats.org/officeDocument/2006/relationships/hyperlink" Target="tel:+393347124042" TargetMode="External"/><Relationship Id="rId5" Type="http://schemas.openxmlformats.org/officeDocument/2006/relationships/hyperlink" Target="https://www.instagram.com/wastemanagementgroup/" TargetMode="External"/><Relationship Id="rId6" Type="http://schemas.openxmlformats.org/officeDocument/2006/relationships/slide" Target="slide6.xml"/><Relationship Id="rId7" Type="http://schemas.openxmlformats.org/officeDocument/2006/relationships/slide" Target="slide27.xml"/><Relationship Id="rId8" Type="http://schemas.openxmlformats.org/officeDocument/2006/relationships/slide" Target="slide41.xml"/><Relationship Id="rId9" Type="http://schemas.openxmlformats.org/officeDocument/2006/relationships/slide" Target="slide71.xml"/><Relationship Id="rId10" Type="http://schemas.openxmlformats.org/officeDocument/2006/relationships/slide" Target="slide88.xml"/><Relationship Id="rId11" Type="http://schemas.openxmlformats.org/officeDocument/2006/relationships/slide" Target="slide100.xml"/><Relationship Id="rId12" Type="http://schemas.openxmlformats.org/officeDocument/2006/relationships/slide" Target="slide117.xml"/><Relationship Id="rId13" Type="http://schemas.openxmlformats.org/officeDocument/2006/relationships/slide" Target="slide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tel:+393347124042" TargetMode="External"/><Relationship Id="rId4" Type="http://schemas.openxmlformats.org/officeDocument/2006/relationships/hyperlink" Target="https://www.instagram.com/wastemanagementgroup/" TargetMode="External"/><Relationship Id="rId5" Type="http://schemas.openxmlformats.org/officeDocument/2006/relationships/slide" Target="slide6.xml"/><Relationship Id="rId6" Type="http://schemas.openxmlformats.org/officeDocument/2006/relationships/slide" Target="slide27.xml"/><Relationship Id="rId7" Type="http://schemas.openxmlformats.org/officeDocument/2006/relationships/slide" Target="slide41.xml"/><Relationship Id="rId8" Type="http://schemas.openxmlformats.org/officeDocument/2006/relationships/slide" Target="slide71.xml"/><Relationship Id="rId9" Type="http://schemas.openxmlformats.org/officeDocument/2006/relationships/slide" Target="slide88.xml"/><Relationship Id="rId10" Type="http://schemas.openxmlformats.org/officeDocument/2006/relationships/slide" Target="slide100.xml"/><Relationship Id="rId11" Type="http://schemas.openxmlformats.org/officeDocument/2006/relationships/slide" Target="slide117.xml"/><Relationship Id="rId12" Type="http://schemas.openxmlformats.org/officeDocument/2006/relationships/slide" Target="slide58.xml"/><Relationship Id="rId13" Type="http://schemas.openxmlformats.org/officeDocument/2006/relationships/slide" Target="slide28.xml"/><Relationship Id="rId14" Type="http://schemas.openxmlformats.org/officeDocument/2006/relationships/slide" Target="slide29.xml"/><Relationship Id="rId15" Type="http://schemas.openxmlformats.org/officeDocument/2006/relationships/slide" Target="slide64.xml"/><Relationship Id="rId16" Type="http://schemas.openxmlformats.org/officeDocument/2006/relationships/slide" Target="slide63.xml"/><Relationship Id="rId17" Type="http://schemas.openxmlformats.org/officeDocument/2006/relationships/slide" Target="slide66.xml"/><Relationship Id="rId18" Type="http://schemas.openxmlformats.org/officeDocument/2006/relationships/slide" Target="slide65.xml"/><Relationship Id="rId19" Type="http://schemas.openxmlformats.org/officeDocument/2006/relationships/slide" Target="slide69.xml"/><Relationship Id="rId20" Type="http://schemas.openxmlformats.org/officeDocument/2006/relationships/slide" Target="slide68.xml"/><Relationship Id="rId21" Type="http://schemas.openxmlformats.org/officeDocument/2006/relationships/slide" Target="slide60.xml"/><Relationship Id="rId22" Type="http://schemas.openxmlformats.org/officeDocument/2006/relationships/slide" Target="slide70.xml"/><Relationship Id="rId23" Type="http://schemas.openxmlformats.org/officeDocument/2006/relationships/slide" Target="slide62.xml"/><Relationship Id="rId24" Type="http://schemas.openxmlformats.org/officeDocument/2006/relationships/slide" Target="slide59.xml"/><Relationship Id="rId25" Type="http://schemas.openxmlformats.org/officeDocument/2006/relationships/slide" Target="slide61.xml"/><Relationship Id="rId26" Type="http://schemas.openxmlformats.org/officeDocument/2006/relationships/slide" Target="slide67.xml"/><Relationship Id="rId27" Type="http://schemas.openxmlformats.org/officeDocument/2006/relationships/slide" Target="slide57.xml"/><Relationship Id="rId28" Type="http://schemas.openxmlformats.org/officeDocument/2006/relationships/slide" Target="slide96.xml"/><Relationship Id="rId29" Type="http://schemas.openxmlformats.org/officeDocument/2006/relationships/slide" Target="slide91.xml"/><Relationship Id="rId30" Type="http://schemas.openxmlformats.org/officeDocument/2006/relationships/slide" Target="slide95.xml"/><Relationship Id="rId31" Type="http://schemas.openxmlformats.org/officeDocument/2006/relationships/slide" Target="slide73.xml"/><Relationship Id="rId32" Type="http://schemas.openxmlformats.org/officeDocument/2006/relationships/slide" Target="slide43.xml"/><Relationship Id="rId33" Type="http://schemas.openxmlformats.org/officeDocument/2006/relationships/slide" Target="slide99.xml"/><Relationship Id="rId34" Type="http://schemas.openxmlformats.org/officeDocument/2006/relationships/slide" Target="slide76.xml"/><Relationship Id="rId35" Type="http://schemas.openxmlformats.org/officeDocument/2006/relationships/slide" Target="slide72.xml"/><Relationship Id="rId36" Type="http://schemas.openxmlformats.org/officeDocument/2006/relationships/slide" Target="slide74.xml"/><Relationship Id="rId37" Type="http://schemas.openxmlformats.org/officeDocument/2006/relationships/slide" Target="slide90.xml"/><Relationship Id="rId38" Type="http://schemas.openxmlformats.org/officeDocument/2006/relationships/slide" Target="slide3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tel:+393347124042" TargetMode="External"/><Relationship Id="rId4" Type="http://schemas.openxmlformats.org/officeDocument/2006/relationships/hyperlink" Target="https://www.instagram.com/wastemanagementgroup/" TargetMode="External"/><Relationship Id="rId5" Type="http://schemas.openxmlformats.org/officeDocument/2006/relationships/slide" Target="slide6.xml"/><Relationship Id="rId6" Type="http://schemas.openxmlformats.org/officeDocument/2006/relationships/slide" Target="slide27.xml"/><Relationship Id="rId7" Type="http://schemas.openxmlformats.org/officeDocument/2006/relationships/slide" Target="slide41.xml"/><Relationship Id="rId8" Type="http://schemas.openxmlformats.org/officeDocument/2006/relationships/slide" Target="slide71.xml"/><Relationship Id="rId9" Type="http://schemas.openxmlformats.org/officeDocument/2006/relationships/slide" Target="slide88.xml"/><Relationship Id="rId10" Type="http://schemas.openxmlformats.org/officeDocument/2006/relationships/slide" Target="slide100.xml"/><Relationship Id="rId11" Type="http://schemas.openxmlformats.org/officeDocument/2006/relationships/slide" Target="slide117.xml"/><Relationship Id="rId12" Type="http://schemas.openxmlformats.org/officeDocument/2006/relationships/slide" Target="slide90.xml"/><Relationship Id="rId13" Type="http://schemas.openxmlformats.org/officeDocument/2006/relationships/slide" Target="slide96.xml"/><Relationship Id="rId14" Type="http://schemas.openxmlformats.org/officeDocument/2006/relationships/slide" Target="slide97.xml"/><Relationship Id="rId15" Type="http://schemas.openxmlformats.org/officeDocument/2006/relationships/slide" Target="slide91.xml"/><Relationship Id="rId16" Type="http://schemas.openxmlformats.org/officeDocument/2006/relationships/slide" Target="slide98.xml"/><Relationship Id="rId17" Type="http://schemas.openxmlformats.org/officeDocument/2006/relationships/slide" Target="slide99.xml"/><Relationship Id="rId18" Type="http://schemas.openxmlformats.org/officeDocument/2006/relationships/slide" Target="slide10.xml"/><Relationship Id="rId19" Type="http://schemas.openxmlformats.org/officeDocument/2006/relationships/slide" Target="slide72.xml"/><Relationship Id="rId20" Type="http://schemas.openxmlformats.org/officeDocument/2006/relationships/slide" Target="slide74.xml"/><Relationship Id="rId21" Type="http://schemas.openxmlformats.org/officeDocument/2006/relationships/slide" Target="slide113.xml"/><Relationship Id="rId22" Type="http://schemas.openxmlformats.org/officeDocument/2006/relationships/slide" Target="slide114.xml"/><Relationship Id="rId23" Type="http://schemas.openxmlformats.org/officeDocument/2006/relationships/slide" Target="slide31.xml"/><Relationship Id="rId24" Type="http://schemas.openxmlformats.org/officeDocument/2006/relationships/slide" Target="slide33.xml"/><Relationship Id="rId25" Type="http://schemas.openxmlformats.org/officeDocument/2006/relationships/slide" Target="slide38.xml"/><Relationship Id="rId26" Type="http://schemas.openxmlformats.org/officeDocument/2006/relationships/slide" Target="slide22.xml"/><Relationship Id="rId27" Type="http://schemas.openxmlformats.org/officeDocument/2006/relationships/slide" Target="slide15.xml"/><Relationship Id="rId28" Type="http://schemas.openxmlformats.org/officeDocument/2006/relationships/slide" Target="slide17.xml"/><Relationship Id="rId29" Type="http://schemas.openxmlformats.org/officeDocument/2006/relationships/slide" Target="slide16.xml"/><Relationship Id="rId30" Type="http://schemas.openxmlformats.org/officeDocument/2006/relationships/slide" Target="slide18.xml"/><Relationship Id="rId31" Type="http://schemas.openxmlformats.org/officeDocument/2006/relationships/slide" Target="slide36.xml"/><Relationship Id="rId32" Type="http://schemas.openxmlformats.org/officeDocument/2006/relationships/slide" Target="slide29.xml"/><Relationship Id="rId33" Type="http://schemas.openxmlformats.org/officeDocument/2006/relationships/slide" Target="slide92.xml"/><Relationship Id="rId34" Type="http://schemas.openxmlformats.org/officeDocument/2006/relationships/slide" Target="slide8.xml"/><Relationship Id="rId35" Type="http://schemas.openxmlformats.org/officeDocument/2006/relationships/slide" Target="slide32.xml"/><Relationship Id="rId36" Type="http://schemas.openxmlformats.org/officeDocument/2006/relationships/slide" Target="slide45.xml"/><Relationship Id="rId37" Type="http://schemas.openxmlformats.org/officeDocument/2006/relationships/slide" Target="slide56.xml"/><Relationship Id="rId38" Type="http://schemas.openxmlformats.org/officeDocument/2006/relationships/slide" Target="slide26.xml"/><Relationship Id="rId39" Type="http://schemas.openxmlformats.org/officeDocument/2006/relationships/slide" Target="slide23.xml"/><Relationship Id="rId40" Type="http://schemas.openxmlformats.org/officeDocument/2006/relationships/slide" Target="slide93.xml"/><Relationship Id="rId41" Type="http://schemas.openxmlformats.org/officeDocument/2006/relationships/slide" Target="slide3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tel:+393347124042" TargetMode="External"/><Relationship Id="rId4" Type="http://schemas.openxmlformats.org/officeDocument/2006/relationships/hyperlink" Target="https://www.instagram.com/wastemanagementgroup/" TargetMode="External"/><Relationship Id="rId5" Type="http://schemas.openxmlformats.org/officeDocument/2006/relationships/slide" Target="slide6.xml"/><Relationship Id="rId6" Type="http://schemas.openxmlformats.org/officeDocument/2006/relationships/slide" Target="slide27.xml"/><Relationship Id="rId7" Type="http://schemas.openxmlformats.org/officeDocument/2006/relationships/slide" Target="slide41.xml"/><Relationship Id="rId8" Type="http://schemas.openxmlformats.org/officeDocument/2006/relationships/slide" Target="slide71.xml"/><Relationship Id="rId9" Type="http://schemas.openxmlformats.org/officeDocument/2006/relationships/slide" Target="slide88.xml"/><Relationship Id="rId10" Type="http://schemas.openxmlformats.org/officeDocument/2006/relationships/slide" Target="slide100.xml"/><Relationship Id="rId11" Type="http://schemas.openxmlformats.org/officeDocument/2006/relationships/slide" Target="slide117.xml"/><Relationship Id="rId12" Type="http://schemas.openxmlformats.org/officeDocument/2006/relationships/slide" Target="slide33.xml"/><Relationship Id="rId13" Type="http://schemas.openxmlformats.org/officeDocument/2006/relationships/slide" Target="slide31.xml"/><Relationship Id="rId14" Type="http://schemas.openxmlformats.org/officeDocument/2006/relationships/slide" Target="slide19.xml"/><Relationship Id="rId15" Type="http://schemas.openxmlformats.org/officeDocument/2006/relationships/slide" Target="slide113.xml"/><Relationship Id="rId16" Type="http://schemas.openxmlformats.org/officeDocument/2006/relationships/slide" Target="slide29.xml"/><Relationship Id="rId17" Type="http://schemas.openxmlformats.org/officeDocument/2006/relationships/slide" Target="slide56.xml"/><Relationship Id="rId18" Type="http://schemas.openxmlformats.org/officeDocument/2006/relationships/slide" Target="slide36.xml"/><Relationship Id="rId19" Type="http://schemas.openxmlformats.org/officeDocument/2006/relationships/slide" Target="slide47.xml"/><Relationship Id="rId20" Type="http://schemas.openxmlformats.org/officeDocument/2006/relationships/slide" Target="slide17.xml"/><Relationship Id="rId21" Type="http://schemas.openxmlformats.org/officeDocument/2006/relationships/slide" Target="slide15.xml"/><Relationship Id="rId22" Type="http://schemas.openxmlformats.org/officeDocument/2006/relationships/slide" Target="slide32.xml"/><Relationship Id="rId23" Type="http://schemas.openxmlformats.org/officeDocument/2006/relationships/slide" Target="slide114.xml"/><Relationship Id="rId24" Type="http://schemas.openxmlformats.org/officeDocument/2006/relationships/slide" Target="slide115.xml"/><Relationship Id="rId25" Type="http://schemas.openxmlformats.org/officeDocument/2006/relationships/slide" Target="slide92.xml"/><Relationship Id="rId26" Type="http://schemas.openxmlformats.org/officeDocument/2006/relationships/slide" Target="slide94.xml"/><Relationship Id="rId27" Type="http://schemas.openxmlformats.org/officeDocument/2006/relationships/slide" Target="slide22.xml"/><Relationship Id="rId28" Type="http://schemas.openxmlformats.org/officeDocument/2006/relationships/slide" Target="slide38.xml"/><Relationship Id="rId29" Type="http://schemas.openxmlformats.org/officeDocument/2006/relationships/slide" Target="slide45.xml"/><Relationship Id="rId30" Type="http://schemas.openxmlformats.org/officeDocument/2006/relationships/slide" Target="slide89.xml"/><Relationship Id="rId31" Type="http://schemas.openxmlformats.org/officeDocument/2006/relationships/slide" Target="slide25.xml"/><Relationship Id="rId32" Type="http://schemas.openxmlformats.org/officeDocument/2006/relationships/slide" Target="slide116.xml"/><Relationship Id="rId33" Type="http://schemas.openxmlformats.org/officeDocument/2006/relationships/slide" Target="slide18.xml"/><Relationship Id="rId34" Type="http://schemas.openxmlformats.org/officeDocument/2006/relationships/slide" Target="slide8.xml"/><Relationship Id="rId35" Type="http://schemas.openxmlformats.org/officeDocument/2006/relationships/slide" Target="slide93.xml"/><Relationship Id="rId36" Type="http://schemas.openxmlformats.org/officeDocument/2006/relationships/slide" Target="slide55.xml"/><Relationship Id="rId37" Type="http://schemas.openxmlformats.org/officeDocument/2006/relationships/slide" Target="slide26.xml"/><Relationship Id="rId38" Type="http://schemas.openxmlformats.org/officeDocument/2006/relationships/slide" Target="slide40.xml"/><Relationship Id="rId39" Type="http://schemas.openxmlformats.org/officeDocument/2006/relationships/slide" Target="slide37.xml"/><Relationship Id="rId40" Type="http://schemas.openxmlformats.org/officeDocument/2006/relationships/slide" Target="slide11.xml"/><Relationship Id="rId41" Type="http://schemas.openxmlformats.org/officeDocument/2006/relationships/slide" Target="slide20.xml"/><Relationship Id="rId42" Type="http://schemas.openxmlformats.org/officeDocument/2006/relationships/slide" Target="slide24.xml"/><Relationship Id="rId43" Type="http://schemas.openxmlformats.org/officeDocument/2006/relationships/slide" Target="slide3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tel:+393347124042" TargetMode="External"/><Relationship Id="rId4" Type="http://schemas.openxmlformats.org/officeDocument/2006/relationships/hyperlink" Target="https://www.instagram.com/wastemanagementgroup/" TargetMode="External"/><Relationship Id="rId5" Type="http://schemas.openxmlformats.org/officeDocument/2006/relationships/slide" Target="slide6.xml"/><Relationship Id="rId6" Type="http://schemas.openxmlformats.org/officeDocument/2006/relationships/slide" Target="slide27.xml"/><Relationship Id="rId7" Type="http://schemas.openxmlformats.org/officeDocument/2006/relationships/slide" Target="slide41.xml"/><Relationship Id="rId8" Type="http://schemas.openxmlformats.org/officeDocument/2006/relationships/slide" Target="slide71.xml"/><Relationship Id="rId9" Type="http://schemas.openxmlformats.org/officeDocument/2006/relationships/slide" Target="slide88.xml"/><Relationship Id="rId10" Type="http://schemas.openxmlformats.org/officeDocument/2006/relationships/slide" Target="slide100.xml"/><Relationship Id="rId11" Type="http://schemas.openxmlformats.org/officeDocument/2006/relationships/slide" Target="slide117.xml"/><Relationship Id="rId12" Type="http://schemas.openxmlformats.org/officeDocument/2006/relationships/slide" Target="slide24.xml"/><Relationship Id="rId13" Type="http://schemas.openxmlformats.org/officeDocument/2006/relationships/slide" Target="slide20.xml"/><Relationship Id="rId14" Type="http://schemas.openxmlformats.org/officeDocument/2006/relationships/slide" Target="slide25.xml"/><Relationship Id="rId15" Type="http://schemas.openxmlformats.org/officeDocument/2006/relationships/slide" Target="slide21.xml"/><Relationship Id="rId16" Type="http://schemas.openxmlformats.org/officeDocument/2006/relationships/slide" Target="slide35.xml"/><Relationship Id="rId17" Type="http://schemas.openxmlformats.org/officeDocument/2006/relationships/slide" Target="slide22.xml"/><Relationship Id="rId18" Type="http://schemas.openxmlformats.org/officeDocument/2006/relationships/slide" Target="slide10.xml"/><Relationship Id="rId19" Type="http://schemas.openxmlformats.org/officeDocument/2006/relationships/slide" Target="slide30.xml"/><Relationship Id="rId20" Type="http://schemas.openxmlformats.org/officeDocument/2006/relationships/slide" Target="slide44.xml"/><Relationship Id="rId21" Type="http://schemas.openxmlformats.org/officeDocument/2006/relationships/slide" Target="slide52.xml"/><Relationship Id="rId22" Type="http://schemas.openxmlformats.org/officeDocument/2006/relationships/slide" Target="slide55.xml"/><Relationship Id="rId23" Type="http://schemas.openxmlformats.org/officeDocument/2006/relationships/slide" Target="slide37.xml"/><Relationship Id="rId24" Type="http://schemas.openxmlformats.org/officeDocument/2006/relationships/slide" Target="slide36.xml"/><Relationship Id="rId25" Type="http://schemas.openxmlformats.org/officeDocument/2006/relationships/slide" Target="slide72.xml"/><Relationship Id="rId26" Type="http://schemas.openxmlformats.org/officeDocument/2006/relationships/slide" Target="slide73.xml"/><Relationship Id="rId27" Type="http://schemas.openxmlformats.org/officeDocument/2006/relationships/slide" Target="slide75.xml"/><Relationship Id="rId28" Type="http://schemas.openxmlformats.org/officeDocument/2006/relationships/slide" Target="slide98.xml"/><Relationship Id="rId29" Type="http://schemas.openxmlformats.org/officeDocument/2006/relationships/slide" Target="slide97.xml"/><Relationship Id="rId30" Type="http://schemas.openxmlformats.org/officeDocument/2006/relationships/slide" Target="slide15.xml"/><Relationship Id="rId31" Type="http://schemas.openxmlformats.org/officeDocument/2006/relationships/slide" Target="slide17.xml"/><Relationship Id="rId32" Type="http://schemas.openxmlformats.org/officeDocument/2006/relationships/slide" Target="slide16.xml"/><Relationship Id="rId33" Type="http://schemas.openxmlformats.org/officeDocument/2006/relationships/slide" Target="slide13.xml"/><Relationship Id="rId34" Type="http://schemas.openxmlformats.org/officeDocument/2006/relationships/slide" Target="slide18.xml"/><Relationship Id="rId35" Type="http://schemas.openxmlformats.org/officeDocument/2006/relationships/slide" Target="slide14.xml"/><Relationship Id="rId36" Type="http://schemas.openxmlformats.org/officeDocument/2006/relationships/slide" Target="slide99.xml"/><Relationship Id="rId37" Type="http://schemas.openxmlformats.org/officeDocument/2006/relationships/slide" Target="slide39.xml"/><Relationship Id="rId38" Type="http://schemas.openxmlformats.org/officeDocument/2006/relationships/slide" Target="slide47.xml"/><Relationship Id="rId39" Type="http://schemas.openxmlformats.org/officeDocument/2006/relationships/slide" Target="slide31.xml"/><Relationship Id="rId40" Type="http://schemas.openxmlformats.org/officeDocument/2006/relationships/slide" Target="slide32.xml"/><Relationship Id="rId41" Type="http://schemas.openxmlformats.org/officeDocument/2006/relationships/slide" Target="slide29.xml"/><Relationship Id="rId42" Type="http://schemas.openxmlformats.org/officeDocument/2006/relationships/slide" Target="slide51.xml"/><Relationship Id="rId43" Type="http://schemas.openxmlformats.org/officeDocument/2006/relationships/slide" Target="slide50.xml"/><Relationship Id="rId44" Type="http://schemas.openxmlformats.org/officeDocument/2006/relationships/slide" Target="slide54.xml"/><Relationship Id="rId45" Type="http://schemas.openxmlformats.org/officeDocument/2006/relationships/slide" Target="slide19.xml"/><Relationship Id="rId46" Type="http://schemas.openxmlformats.org/officeDocument/2006/relationships/slide" Target="slide23.xml"/><Relationship Id="rId47" Type="http://schemas.openxmlformats.org/officeDocument/2006/relationships/slide" Target="slide3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tel:+393347124042" TargetMode="External"/><Relationship Id="rId4" Type="http://schemas.openxmlformats.org/officeDocument/2006/relationships/hyperlink" Target="https://www.instagram.com/wastemanagementgroup/" TargetMode="External"/><Relationship Id="rId5" Type="http://schemas.openxmlformats.org/officeDocument/2006/relationships/slide" Target="slide6.xml"/><Relationship Id="rId6" Type="http://schemas.openxmlformats.org/officeDocument/2006/relationships/slide" Target="slide27.xml"/><Relationship Id="rId7" Type="http://schemas.openxmlformats.org/officeDocument/2006/relationships/slide" Target="slide41.xml"/><Relationship Id="rId8" Type="http://schemas.openxmlformats.org/officeDocument/2006/relationships/slide" Target="slide71.xml"/><Relationship Id="rId9" Type="http://schemas.openxmlformats.org/officeDocument/2006/relationships/slide" Target="slide88.xml"/><Relationship Id="rId10" Type="http://schemas.openxmlformats.org/officeDocument/2006/relationships/slide" Target="slide100.xml"/><Relationship Id="rId11" Type="http://schemas.openxmlformats.org/officeDocument/2006/relationships/slide" Target="slide117.xml"/><Relationship Id="rId12" Type="http://schemas.openxmlformats.org/officeDocument/2006/relationships/slide" Target="slide32.xml"/><Relationship Id="rId13" Type="http://schemas.openxmlformats.org/officeDocument/2006/relationships/slide" Target="slide31.xml"/><Relationship Id="rId14" Type="http://schemas.openxmlformats.org/officeDocument/2006/relationships/slide" Target="slide45.xml"/><Relationship Id="rId15" Type="http://schemas.openxmlformats.org/officeDocument/2006/relationships/slide" Target="slide39.xml"/><Relationship Id="rId16" Type="http://schemas.openxmlformats.org/officeDocument/2006/relationships/slide" Target="slide16.xml"/><Relationship Id="rId17" Type="http://schemas.openxmlformats.org/officeDocument/2006/relationships/slide" Target="slide49.xml"/><Relationship Id="rId18" Type="http://schemas.openxmlformats.org/officeDocument/2006/relationships/slide" Target="slide50.xml"/><Relationship Id="rId19" Type="http://schemas.openxmlformats.org/officeDocument/2006/relationships/slide" Target="slide48.xml"/><Relationship Id="rId20" Type="http://schemas.openxmlformats.org/officeDocument/2006/relationships/slide" Target="slide52.xml"/><Relationship Id="rId21" Type="http://schemas.openxmlformats.org/officeDocument/2006/relationships/slide" Target="slide46.xml"/><Relationship Id="rId22" Type="http://schemas.openxmlformats.org/officeDocument/2006/relationships/slide" Target="slide51.xml"/><Relationship Id="rId23" Type="http://schemas.openxmlformats.org/officeDocument/2006/relationships/slide" Target="slide53.xml"/><Relationship Id="rId24" Type="http://schemas.openxmlformats.org/officeDocument/2006/relationships/slide" Target="slide55.xml"/><Relationship Id="rId25" Type="http://schemas.openxmlformats.org/officeDocument/2006/relationships/slide" Target="slide44.xml"/><Relationship Id="rId26" Type="http://schemas.openxmlformats.org/officeDocument/2006/relationships/slide" Target="slide17.xml"/><Relationship Id="rId27" Type="http://schemas.openxmlformats.org/officeDocument/2006/relationships/slide" Target="slide66.xml"/><Relationship Id="rId28" Type="http://schemas.openxmlformats.org/officeDocument/2006/relationships/slide" Target="slide61.xml"/><Relationship Id="rId29" Type="http://schemas.openxmlformats.org/officeDocument/2006/relationships/slide" Target="slide69.xml"/><Relationship Id="rId30" Type="http://schemas.openxmlformats.org/officeDocument/2006/relationships/slide" Target="slide70.xml"/><Relationship Id="rId31" Type="http://schemas.openxmlformats.org/officeDocument/2006/relationships/slide" Target="slide68.xml"/><Relationship Id="rId32" Type="http://schemas.openxmlformats.org/officeDocument/2006/relationships/slide" Target="slide36.xml"/><Relationship Id="rId33" Type="http://schemas.openxmlformats.org/officeDocument/2006/relationships/slide" Target="slide30.xml"/><Relationship Id="rId34" Type="http://schemas.openxmlformats.org/officeDocument/2006/relationships/slide" Target="slide34.xml"/><Relationship Id="rId35" Type="http://schemas.openxmlformats.org/officeDocument/2006/relationships/slide" Target="slide42.xml"/><Relationship Id="rId36" Type="http://schemas.openxmlformats.org/officeDocument/2006/relationships/slide" Target="slide35.xml"/><Relationship Id="rId37" Type="http://schemas.openxmlformats.org/officeDocument/2006/relationships/slide" Target="slide67.xml"/><Relationship Id="rId38" Type="http://schemas.openxmlformats.org/officeDocument/2006/relationships/slide" Target="slide28.xml"/><Relationship Id="rId39" Type="http://schemas.openxmlformats.org/officeDocument/2006/relationships/slide" Target="slide63.xml"/><Relationship Id="rId40" Type="http://schemas.openxmlformats.org/officeDocument/2006/relationships/slide" Target="slide109.xml"/><Relationship Id="rId41" Type="http://schemas.openxmlformats.org/officeDocument/2006/relationships/slide" Target="slide110.xml"/><Relationship Id="rId42" Type="http://schemas.openxmlformats.org/officeDocument/2006/relationships/slide" Target="slide112.xml"/><Relationship Id="rId43" Type="http://schemas.openxmlformats.org/officeDocument/2006/relationships/slide" Target="slide103.xml"/><Relationship Id="rId44" Type="http://schemas.openxmlformats.org/officeDocument/2006/relationships/slide" Target="slide106.xml"/><Relationship Id="rId45" Type="http://schemas.openxmlformats.org/officeDocument/2006/relationships/slide" Target="slide104.xml"/><Relationship Id="rId46" Type="http://schemas.openxmlformats.org/officeDocument/2006/relationships/slide" Target="slide105.xml"/><Relationship Id="rId47" Type="http://schemas.openxmlformats.org/officeDocument/2006/relationships/slide" Target="slide107.xml"/><Relationship Id="rId48" Type="http://schemas.openxmlformats.org/officeDocument/2006/relationships/slide" Target="slide111.xml"/><Relationship Id="rId49" Type="http://schemas.openxmlformats.org/officeDocument/2006/relationships/slide" Target="slide108.xml"/><Relationship Id="rId50" Type="http://schemas.openxmlformats.org/officeDocument/2006/relationships/slide" Target="slide102.xml"/><Relationship Id="rId51" Type="http://schemas.openxmlformats.org/officeDocument/2006/relationships/slide" Target="slide58.xml"/><Relationship Id="rId52" Type="http://schemas.openxmlformats.org/officeDocument/2006/relationships/slide" Target="slide64.xml"/><Relationship Id="rId53" Type="http://schemas.openxmlformats.org/officeDocument/2006/relationships/slide" Target="slide62.xml"/><Relationship Id="rId54" Type="http://schemas.openxmlformats.org/officeDocument/2006/relationships/slide" Target="slide13.xml"/><Relationship Id="rId55" Type="http://schemas.openxmlformats.org/officeDocument/2006/relationships/slide" Target="slide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58.png"/><Relationship Id="rId4" Type="http://schemas.openxmlformats.org/officeDocument/2006/relationships/image" Target="../media/image559.png"/><Relationship Id="rId5" Type="http://schemas.openxmlformats.org/officeDocument/2006/relationships/image" Target="../media/image560.png"/><Relationship Id="rId6" Type="http://schemas.openxmlformats.org/officeDocument/2006/relationships/image" Target="../media/image561.png"/><Relationship Id="rId7" Type="http://schemas.openxmlformats.org/officeDocument/2006/relationships/image" Target="../media/image562.png"/><Relationship Id="rId8" Type="http://schemas.openxmlformats.org/officeDocument/2006/relationships/image" Target="../media/image563.jpg"/><Relationship Id="rId9" Type="http://schemas.openxmlformats.org/officeDocument/2006/relationships/hyperlink" Target="tel:+393347124042" TargetMode="External"/><Relationship Id="rId10" Type="http://schemas.openxmlformats.org/officeDocument/2006/relationships/hyperlink" Target="https://www.instagram.com/wastemanagementgroup/" TargetMode="External"/><Relationship Id="rId11" Type="http://schemas.openxmlformats.org/officeDocument/2006/relationships/slide" Target="slide6.xml"/><Relationship Id="rId12" Type="http://schemas.openxmlformats.org/officeDocument/2006/relationships/slide" Target="slide27.xml"/><Relationship Id="rId13" Type="http://schemas.openxmlformats.org/officeDocument/2006/relationships/slide" Target="slide41.xml"/><Relationship Id="rId14" Type="http://schemas.openxmlformats.org/officeDocument/2006/relationships/slide" Target="slide71.xml"/><Relationship Id="rId15" Type="http://schemas.openxmlformats.org/officeDocument/2006/relationships/slide" Target="slide88.xml"/><Relationship Id="rId16" Type="http://schemas.openxmlformats.org/officeDocument/2006/relationships/slide" Target="slide100.xml"/><Relationship Id="rId17" Type="http://schemas.openxmlformats.org/officeDocument/2006/relationships/slide" Target="slide117.xml"/><Relationship Id="rId18" Type="http://schemas.openxmlformats.org/officeDocument/2006/relationships/slide" Target="slide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4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emboss.jpg"/>
          <p:cNvPicPr>
            <a:picLocks noChangeAspect="1"/>
          </p:cNvPicPr>
          <p:nvPr/>
        </p:nvPicPr>
        <p:blipFill>
          <a:blip r:embed="rId2"/>
          <a:srcRect l="413" r="413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Picture 2" descr="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910" y="7343923"/>
            <a:ext cx="4031902" cy="4628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73712" y="8485053"/>
            <a:ext cx="1212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7000"/>
              </a:lnSpc>
            </a:pPr>
            <a:r>
              <a:rPr sz="630" b="0" spc="151">
                <a:solidFill>
                  <a:srgbClr val="73B18D"/>
                </a:solidFill>
                <a:latin typeface="Inter Medium"/>
              </a:rPr>
              <a:t>CATALOGO PRODOTTI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0640" y="8725559"/>
            <a:ext cx="3858592" cy="460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Inter Light"/>
              </a:rPr>
              <a:t>Monouso in carta e plastica · Packaging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Inter Light"/>
              </a:rPr>
              <a:t>Articoli personalizzati · Detergenza professionale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948" y="10132729"/>
            <a:ext cx="8702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00" b="0" spc="140">
                <a:solidFill>
                  <a:srgbClr val="8FB0A0"/>
                </a:solidFill>
                <a:latin typeface="Inter Light"/>
              </a:rPr>
              <a:t>334 712 4042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4387" y="10132729"/>
            <a:ext cx="180032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00" b="0" spc="140">
                <a:solidFill>
                  <a:srgbClr val="8FB0A0"/>
                </a:solidFill>
                <a:latin typeface="Inter Light"/>
              </a:rPr>
              <a:t>@WASTEMANAGEMENTGROUP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1766" y="10132729"/>
            <a:ext cx="8030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00" b="0" spc="140">
                <a:solidFill>
                  <a:srgbClr val="8FB0A0"/>
                </a:solidFill>
                <a:latin typeface="Inter Light"/>
              </a:rPr>
              <a:t>SCALEA (CS)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98a778219c968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0" y="0"/>
            <a:ext cx="7559873" cy="4247852"/>
          </a:xfrm>
          <a:prstGeom prst="rect">
            <a:avLst/>
          </a:prstGeom>
        </p:spPr>
      </p:pic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00116" y="5789860"/>
            <a:ext cx="2303859" cy="1871960"/>
          </a:xfrm>
          <a:prstGeom prst="roundRect">
            <a:avLst>
              <a:gd name="adj" fmla="val 423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1178b341a96ff5.jpg"/>
          <p:cNvPicPr>
            <a:picLocks noChangeAspect="1"/>
          </p:cNvPicPr>
          <p:nvPr/>
        </p:nvPicPr>
        <p:blipFill>
          <a:blip r:embed="rId4"/>
          <a:srcRect t="9373" b="9373"/>
          <a:stretch>
            <a:fillRect/>
          </a:stretch>
        </p:blipFill>
        <p:spPr>
          <a:xfrm>
            <a:off x="4500116" y="5789860"/>
            <a:ext cx="2303859" cy="1871960"/>
          </a:xfrm>
          <a:prstGeom prst="rect">
            <a:avLst/>
          </a:prstGeom>
        </p:spPr>
      </p:pic>
      <p:pic>
        <p:nvPicPr>
          <p:cNvPr id="6" name="Picture 5" descr="svg-0002.png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48" y="8067228"/>
            <a:ext cx="251966" cy="251966"/>
          </a:xfrm>
          <a:prstGeom prst="rect">
            <a:avLst/>
          </a:prstGeom>
        </p:spPr>
      </p:pic>
      <p:pic>
        <p:nvPicPr>
          <p:cNvPr id="7" name="Picture 6" descr="svg-0003.png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0864" y="8067228"/>
            <a:ext cx="251966" cy="251966"/>
          </a:xfrm>
          <a:prstGeom prst="rect">
            <a:avLst/>
          </a:prstGeom>
        </p:spPr>
      </p:pic>
      <p:pic>
        <p:nvPicPr>
          <p:cNvPr id="8" name="Picture 7" descr="svg-0004.png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1928" y="8067228"/>
            <a:ext cx="251966" cy="251966"/>
          </a:xfrm>
          <a:prstGeom prst="rect">
            <a:avLst/>
          </a:prstGeom>
        </p:spPr>
      </p:pic>
      <p:pic>
        <p:nvPicPr>
          <p:cNvPr id="9" name="Picture 8" descr="svg-0005.png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2844" y="8067228"/>
            <a:ext cx="251966" cy="2519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814" y="321979"/>
            <a:ext cx="61966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CHI SIAMO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948" y="4635167"/>
            <a:ext cx="165469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948" y="4789502"/>
            <a:ext cx="5625753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Il tuo punto di riferimento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per il monouso e la detergenza.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5798110"/>
            <a:ext cx="3721242" cy="12268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060" b="0">
                <a:solidFill>
                  <a:srgbClr val="0A2A39"/>
                </a:solidFill>
                <a:latin typeface="Inter Light"/>
              </a:rPr>
              <a:t>Distribuiamo prodotti monouso in carta e plastica, packaging, articoli personalizzati e detergenza professionale. Riuniamo in un unico interlocutore ciò che serve ogni giorno a ristoranti, bar, hotel, negozi e imprese: scegli i prodotti, coordinali con il tuo marchio e ricevi tutto da un solo fornitore.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7157953"/>
            <a:ext cx="3760485" cy="392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060" b="0">
                <a:solidFill>
                  <a:srgbClr val="0A2A39"/>
                </a:solidFill>
                <a:latin typeface="Inter Light"/>
              </a:rPr>
              <a:t>Siamo a Scalea, in provincia di Cosenza: Zona Industriale · C.da La Bruca · Scalea (CS).</a:t>
            </a:r>
          </a:p>
        </p:txBody>
      </p:sp>
      <p:sp>
        <p:nvSpPr>
          <p:cNvPr id="16" name="TextBox 15">
            <a:hlinkClick action="ppaction://hlinksldjump" r:id="rId11"/>
          </p:cNvPr>
          <p:cNvSpPr txBox="1"/>
          <p:nvPr/>
        </p:nvSpPr>
        <p:spPr>
          <a:xfrm>
            <a:off x="539948" y="8361228"/>
            <a:ext cx="1325886" cy="3411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Monouso in carta e plastica</a:t>
            </a:r>
          </a:p>
        </p:txBody>
      </p:sp>
      <p:sp>
        <p:nvSpPr>
          <p:cNvPr id="17" name="TextBox 16">
            <a:hlinkClick action="ppaction://hlinksldjump" r:id="rId11"/>
          </p:cNvPr>
          <p:cNvSpPr txBox="1"/>
          <p:nvPr/>
        </p:nvSpPr>
        <p:spPr>
          <a:xfrm>
            <a:off x="539948" y="8712314"/>
            <a:ext cx="1435337" cy="371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Tavola, bevande e asporto: piatti, bicchieri, posate, contenitori e accessori.</a:t>
            </a:r>
          </a:p>
        </p:txBody>
      </p:sp>
      <p:sp>
        <p:nvSpPr>
          <p:cNvPr id="18" name="TextBox 17">
            <a:hlinkClick action="ppaction://hlinksldjump" r:id="rId11"/>
          </p:cNvPr>
          <p:cNvSpPr txBox="1"/>
          <p:nvPr/>
        </p:nvSpPr>
        <p:spPr>
          <a:xfrm>
            <a:off x="539948" y="9134092"/>
            <a:ext cx="5537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PAGINA 6</a:t>
            </a:r>
          </a:p>
        </p:txBody>
      </p:sp>
      <p:sp>
        <p:nvSpPr>
          <p:cNvPr id="19" name="TextBox 18">
            <a:hlinkClick action="ppaction://hlinksldjump" r:id="rId12"/>
          </p:cNvPr>
          <p:cNvSpPr txBox="1"/>
          <p:nvPr/>
        </p:nvSpPr>
        <p:spPr>
          <a:xfrm>
            <a:off x="2150864" y="8361228"/>
            <a:ext cx="723291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Packaging</a:t>
            </a:r>
          </a:p>
        </p:txBody>
      </p:sp>
      <p:sp>
        <p:nvSpPr>
          <p:cNvPr id="20" name="TextBox 19">
            <a:hlinkClick action="ppaction://hlinksldjump" r:id="rId12"/>
          </p:cNvPr>
          <p:cNvSpPr txBox="1"/>
          <p:nvPr/>
        </p:nvSpPr>
        <p:spPr>
          <a:xfrm>
            <a:off x="2150864" y="8564230"/>
            <a:ext cx="1209690" cy="371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Contenitori, carte da incarto, sacchetti e shopper per la ristorazione e il commercio.</a:t>
            </a:r>
          </a:p>
        </p:txBody>
      </p:sp>
      <p:sp>
        <p:nvSpPr>
          <p:cNvPr id="21" name="TextBox 20">
            <a:hlinkClick action="ppaction://hlinksldjump" r:id="rId12"/>
          </p:cNvPr>
          <p:cNvSpPr txBox="1"/>
          <p:nvPr/>
        </p:nvSpPr>
        <p:spPr>
          <a:xfrm>
            <a:off x="2150864" y="8986008"/>
            <a:ext cx="61276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PAGINA 41</a:t>
            </a:r>
          </a:p>
        </p:txBody>
      </p:sp>
      <p:sp>
        <p:nvSpPr>
          <p:cNvPr id="22" name="TextBox 21">
            <a:hlinkClick action="ppaction://hlinksldjump" r:id="rId13"/>
          </p:cNvPr>
          <p:cNvSpPr txBox="1"/>
          <p:nvPr/>
        </p:nvSpPr>
        <p:spPr>
          <a:xfrm>
            <a:off x="3761928" y="8361228"/>
            <a:ext cx="1493741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Articoli personalizzati</a:t>
            </a:r>
          </a:p>
        </p:txBody>
      </p:sp>
      <p:sp>
        <p:nvSpPr>
          <p:cNvPr id="23" name="TextBox 22">
            <a:hlinkClick action="ppaction://hlinksldjump" r:id="rId13"/>
          </p:cNvPr>
          <p:cNvSpPr txBox="1"/>
          <p:nvPr/>
        </p:nvSpPr>
        <p:spPr>
          <a:xfrm>
            <a:off x="3761928" y="8564230"/>
            <a:ext cx="1327418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Il tuo marchio su tovaglioli, bicchieri, shopper e confezioni.</a:t>
            </a:r>
          </a:p>
        </p:txBody>
      </p:sp>
      <p:sp>
        <p:nvSpPr>
          <p:cNvPr id="24" name="TextBox 23">
            <a:hlinkClick action="ppaction://hlinksldjump" r:id="rId13"/>
          </p:cNvPr>
          <p:cNvSpPr txBox="1"/>
          <p:nvPr/>
        </p:nvSpPr>
        <p:spPr>
          <a:xfrm>
            <a:off x="3761928" y="8863374"/>
            <a:ext cx="6521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PAGINA 117</a:t>
            </a:r>
          </a:p>
        </p:txBody>
      </p:sp>
      <p:sp>
        <p:nvSpPr>
          <p:cNvPr id="25" name="TextBox 24">
            <a:hlinkClick action="ppaction://hlinksldjump" r:id="rId14"/>
          </p:cNvPr>
          <p:cNvSpPr txBox="1"/>
          <p:nvPr/>
        </p:nvSpPr>
        <p:spPr>
          <a:xfrm>
            <a:off x="5372844" y="8361228"/>
            <a:ext cx="961661" cy="3411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Detergenza professionale</a:t>
            </a:r>
          </a:p>
        </p:txBody>
      </p:sp>
      <p:sp>
        <p:nvSpPr>
          <p:cNvPr id="26" name="TextBox 25">
            <a:hlinkClick action="ppaction://hlinksldjump" r:id="rId14"/>
          </p:cNvPr>
          <p:cNvSpPr txBox="1"/>
          <p:nvPr/>
        </p:nvSpPr>
        <p:spPr>
          <a:xfrm>
            <a:off x="5372844" y="8712314"/>
            <a:ext cx="1435337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Detergenti per destinazione d’uso e accessori per la pulizia.</a:t>
            </a:r>
          </a:p>
        </p:txBody>
      </p:sp>
      <p:sp>
        <p:nvSpPr>
          <p:cNvPr id="27" name="TextBox 26">
            <a:hlinkClick action="ppaction://hlinksldjump" r:id="rId14"/>
          </p:cNvPr>
          <p:cNvSpPr txBox="1"/>
          <p:nvPr/>
        </p:nvSpPr>
        <p:spPr>
          <a:xfrm>
            <a:off x="5372844" y="9011458"/>
            <a:ext cx="6717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PAGINA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10222473"/>
            <a:ext cx="10107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</a:t>
            </a:r>
          </a:p>
        </p:txBody>
      </p:sp>
      <p:sp>
        <p:nvSpPr>
          <p:cNvPr id="29" name="TextBox 28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0" name="TextBox 29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2" name="TextBox 31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5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>
            <a:hlinkClick action="ppaction://hlinksldjump" r:id="rId6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>
            <a:hlinkClick action="ppaction://hlinksldjump" r:id="rId7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8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9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10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1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3393" y="321979"/>
            <a:ext cx="41409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INDICE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948" y="747181"/>
            <a:ext cx="41609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INDICE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948" y="901516"/>
            <a:ext cx="3406224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Cosa trovi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in questo catalogo.</a:t>
            </a:r>
          </a:p>
        </p:txBody>
      </p:sp>
      <p:sp>
        <p:nvSpPr>
          <p:cNvPr id="14" name="TextBox 13">
            <a:hlinkClick action="ppaction://hlinksldjump" r:id="rId5"/>
          </p:cNvPr>
          <p:cNvSpPr txBox="1"/>
          <p:nvPr/>
        </p:nvSpPr>
        <p:spPr>
          <a:xfrm>
            <a:off x="539948" y="2125627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3F8562"/>
                </a:solidFill>
                <a:latin typeface="Inter Medium"/>
              </a:rPr>
              <a:t>01</a:t>
            </a:r>
          </a:p>
        </p:txBody>
      </p:sp>
      <p:sp>
        <p:nvSpPr>
          <p:cNvPr id="15" name="TextBox 14">
            <a:hlinkClick action="ppaction://hlinksldjump" r:id="rId5"/>
          </p:cNvPr>
          <p:cNvSpPr txBox="1"/>
          <p:nvPr/>
        </p:nvSpPr>
        <p:spPr>
          <a:xfrm>
            <a:off x="899814" y="2068477"/>
            <a:ext cx="153344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400" b="0">
                <a:solidFill>
                  <a:srgbClr val="0A2A39"/>
                </a:solidFill>
                <a:latin typeface="Inter Light"/>
              </a:rPr>
              <a:t>Tavola e tovagliati</a:t>
            </a:r>
          </a:p>
        </p:txBody>
      </p:sp>
      <p:sp>
        <p:nvSpPr>
          <p:cNvPr id="16" name="TextBox 15">
            <a:hlinkClick action="ppaction://hlinksldjump" r:id="rId5"/>
          </p:cNvPr>
          <p:cNvSpPr txBox="1"/>
          <p:nvPr/>
        </p:nvSpPr>
        <p:spPr>
          <a:xfrm>
            <a:off x="4687172" y="2135152"/>
            <a:ext cx="10107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</a:pPr>
            <a:r>
              <a:rPr sz="880" b="0">
                <a:solidFill>
                  <a:srgbClr val="566D78"/>
                </a:solidFill>
                <a:latin typeface="Inter Medium"/>
              </a:rPr>
              <a:t>6</a:t>
            </a:r>
          </a:p>
        </p:txBody>
      </p:sp>
      <p:sp>
        <p:nvSpPr>
          <p:cNvPr id="17" name="TextBox 16">
            <a:hlinkClick action="ppaction://hlinksldjump" r:id="rId12"/>
          </p:cNvPr>
          <p:cNvSpPr txBox="1"/>
          <p:nvPr/>
        </p:nvSpPr>
        <p:spPr>
          <a:xfrm>
            <a:off x="1043731" y="2443078"/>
            <a:ext cx="115082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Tovagliati e tovaglioli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7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2273498" y="2443078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Piatti e vassoi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13</a:t>
            </a:r>
          </a:p>
        </p:txBody>
      </p:sp>
      <p:sp>
        <p:nvSpPr>
          <p:cNvPr id="19" name="TextBox 18">
            <a:hlinkClick action="ppaction://hlinksldjump" r:id="rId14"/>
          </p:cNvPr>
          <p:cNvSpPr txBox="1"/>
          <p:nvPr/>
        </p:nvSpPr>
        <p:spPr>
          <a:xfrm>
            <a:off x="3188940" y="2443078"/>
            <a:ext cx="106252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Posate e accessori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19</a:t>
            </a:r>
          </a:p>
        </p:txBody>
      </p:sp>
      <p:sp>
        <p:nvSpPr>
          <p:cNvPr id="20" name="TextBox 19">
            <a:hlinkClick action="ppaction://hlinksldjump" r:id="rId6"/>
          </p:cNvPr>
          <p:cNvSpPr txBox="1"/>
          <p:nvPr/>
        </p:nvSpPr>
        <p:spPr>
          <a:xfrm>
            <a:off x="539948" y="2787019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3F8562"/>
                </a:solidFill>
                <a:latin typeface="Inter Medium"/>
              </a:rPr>
              <a:t>02</a:t>
            </a:r>
          </a:p>
        </p:txBody>
      </p:sp>
      <p:sp>
        <p:nvSpPr>
          <p:cNvPr id="21" name="TextBox 20">
            <a:hlinkClick action="ppaction://hlinksldjump" r:id="rId6"/>
          </p:cNvPr>
          <p:cNvSpPr txBox="1"/>
          <p:nvPr/>
        </p:nvSpPr>
        <p:spPr>
          <a:xfrm>
            <a:off x="899814" y="2729869"/>
            <a:ext cx="230849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400" b="0">
                <a:solidFill>
                  <a:srgbClr val="0A2A39"/>
                </a:solidFill>
                <a:latin typeface="Inter Light"/>
              </a:rPr>
              <a:t>Bicchieri, bevande e gelato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4618496" y="2796544"/>
            <a:ext cx="16975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</a:pPr>
            <a:r>
              <a:rPr sz="880" b="0">
                <a:solidFill>
                  <a:srgbClr val="566D78"/>
                </a:solidFill>
                <a:latin typeface="Inter Medium"/>
              </a:rPr>
              <a:t>27</a:t>
            </a:r>
          </a:p>
        </p:txBody>
      </p:sp>
      <p:sp>
        <p:nvSpPr>
          <p:cNvPr id="23" name="TextBox 22">
            <a:hlinkClick action="ppaction://hlinksldjump" r:id="rId15"/>
          </p:cNvPr>
          <p:cNvSpPr txBox="1"/>
          <p:nvPr/>
        </p:nvSpPr>
        <p:spPr>
          <a:xfrm>
            <a:off x="1043731" y="3104470"/>
            <a:ext cx="115082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Bicchieri e coperchi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28</a:t>
            </a:r>
          </a:p>
        </p:txBody>
      </p:sp>
      <p:sp>
        <p:nvSpPr>
          <p:cNvPr id="24" name="TextBox 23">
            <a:hlinkClick action="ppaction://hlinksldjump" r:id="rId16"/>
          </p:cNvPr>
          <p:cNvSpPr txBox="1"/>
          <p:nvPr/>
        </p:nvSpPr>
        <p:spPr>
          <a:xfrm>
            <a:off x="2273498" y="3104470"/>
            <a:ext cx="119006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Cannucce e palettine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35</a:t>
            </a:r>
          </a:p>
        </p:txBody>
      </p:sp>
      <p:sp>
        <p:nvSpPr>
          <p:cNvPr id="25" name="TextBox 24">
            <a:hlinkClick action="ppaction://hlinksldjump" r:id="rId17"/>
          </p:cNvPr>
          <p:cNvSpPr txBox="1"/>
          <p:nvPr/>
        </p:nvSpPr>
        <p:spPr>
          <a:xfrm>
            <a:off x="3541365" y="3104470"/>
            <a:ext cx="95461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Gelato e dessert</a:t>
            </a:r>
            <a:r>
              <a:rPr sz="760" b="0">
                <a:solidFill>
                  <a:srgbClr val="566D78"/>
                </a:solidFill>
                <a:latin typeface="Inter Light"/>
              </a:rPr>
              <a:t> 38</a:t>
            </a:r>
          </a:p>
        </p:txBody>
      </p:sp>
      <p:sp>
        <p:nvSpPr>
          <p:cNvPr id="26" name="TextBox 25">
            <a:hlinkClick action="ppaction://hlinksldjump" r:id="rId7"/>
          </p:cNvPr>
          <p:cNvSpPr txBox="1"/>
          <p:nvPr/>
        </p:nvSpPr>
        <p:spPr>
          <a:xfrm>
            <a:off x="539948" y="3448412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3F8562"/>
                </a:solidFill>
                <a:latin typeface="Inter Medium"/>
              </a:rPr>
              <a:t>03</a:t>
            </a:r>
          </a:p>
        </p:txBody>
      </p:sp>
      <p:sp>
        <p:nvSpPr>
          <p:cNvPr id="27" name="TextBox 26">
            <a:hlinkClick action="ppaction://hlinksldjump" r:id="rId7"/>
          </p:cNvPr>
          <p:cNvSpPr txBox="1"/>
          <p:nvPr/>
        </p:nvSpPr>
        <p:spPr>
          <a:xfrm>
            <a:off x="899814" y="3391262"/>
            <a:ext cx="271073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400" b="0">
                <a:solidFill>
                  <a:srgbClr val="0A2A39"/>
                </a:solidFill>
                <a:latin typeface="Inter Light"/>
              </a:rPr>
              <a:t>Asporto e packaging alimentare</a:t>
            </a:r>
          </a:p>
        </p:txBody>
      </p: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4628307" y="3457937"/>
            <a:ext cx="15993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</a:pPr>
            <a:r>
              <a:rPr sz="880" b="0">
                <a:solidFill>
                  <a:srgbClr val="566D78"/>
                </a:solidFill>
                <a:latin typeface="Inter Medium"/>
              </a:rPr>
              <a:t>41</a:t>
            </a:r>
          </a:p>
        </p:txBody>
      </p:sp>
      <p:sp>
        <p:nvSpPr>
          <p:cNvPr id="29" name="TextBox 28">
            <a:hlinkClick action="ppaction://hlinksldjump" r:id="rId18"/>
          </p:cNvPr>
          <p:cNvSpPr txBox="1"/>
          <p:nvPr/>
        </p:nvSpPr>
        <p:spPr>
          <a:xfrm>
            <a:off x="1043731" y="3765862"/>
            <a:ext cx="131760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Contenitori e insalatiere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42</a:t>
            </a:r>
          </a:p>
        </p:txBody>
      </p:sp>
      <p:sp>
        <p:nvSpPr>
          <p:cNvPr id="30" name="TextBox 29">
            <a:hlinkClick action="ppaction://hlinksldjump" r:id="rId19"/>
          </p:cNvPr>
          <p:cNvSpPr txBox="1"/>
          <p:nvPr/>
        </p:nvSpPr>
        <p:spPr>
          <a:xfrm>
            <a:off x="2435423" y="3765862"/>
            <a:ext cx="71915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Pasticceria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57</a:t>
            </a:r>
          </a:p>
        </p:txBody>
      </p:sp>
      <p:sp>
        <p:nvSpPr>
          <p:cNvPr id="31" name="TextBox 30">
            <a:hlinkClick action="ppaction://hlinksldjump" r:id="rId20"/>
          </p:cNvPr>
          <p:cNvSpPr txBox="1"/>
          <p:nvPr/>
        </p:nvSpPr>
        <p:spPr>
          <a:xfrm>
            <a:off x="1043731" y="3924513"/>
            <a:ext cx="164136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Packaging stampato su misura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63</a:t>
            </a:r>
          </a:p>
        </p:txBody>
      </p:sp>
      <p:sp>
        <p:nvSpPr>
          <p:cNvPr id="32" name="TextBox 31">
            <a:hlinkClick action="ppaction://hlinksldjump" r:id="rId8"/>
          </p:cNvPr>
          <p:cNvSpPr txBox="1"/>
          <p:nvPr/>
        </p:nvSpPr>
        <p:spPr>
          <a:xfrm>
            <a:off x="539948" y="4268455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3F8562"/>
                </a:solidFill>
                <a:latin typeface="Inter Medium"/>
              </a:rPr>
              <a:t>04</a:t>
            </a:r>
          </a:p>
        </p:txBody>
      </p: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899814" y="4211305"/>
            <a:ext cx="226925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400" b="0">
                <a:solidFill>
                  <a:srgbClr val="0A2A39"/>
                </a:solidFill>
                <a:latin typeface="Inter Light"/>
              </a:rPr>
              <a:t>Carta, sacchetti e shopper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4638118" y="4277980"/>
            <a:ext cx="15012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</a:pPr>
            <a:r>
              <a:rPr sz="880" b="0">
                <a:solidFill>
                  <a:srgbClr val="566D78"/>
                </a:solidFill>
                <a:latin typeface="Inter Medium"/>
              </a:rPr>
              <a:t>71</a:t>
            </a:r>
          </a:p>
        </p:txBody>
      </p:sp>
      <p:sp>
        <p:nvSpPr>
          <p:cNvPr id="35" name="TextBox 34">
            <a:hlinkClick action="ppaction://hlinksldjump" r:id="rId21"/>
          </p:cNvPr>
          <p:cNvSpPr txBox="1"/>
          <p:nvPr/>
        </p:nvSpPr>
        <p:spPr>
          <a:xfrm>
            <a:off x="1043731" y="4585905"/>
            <a:ext cx="94479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Carte da incarto</a:t>
            </a:r>
            <a:r>
              <a:rPr sz="760" b="0">
                <a:solidFill>
                  <a:srgbClr val="566D78"/>
                </a:solidFill>
                <a:latin typeface="Inter Light"/>
              </a:rPr>
              <a:t> 72</a:t>
            </a:r>
          </a:p>
        </p:txBody>
      </p:sp>
      <p:sp>
        <p:nvSpPr>
          <p:cNvPr id="36" name="TextBox 35">
            <a:hlinkClick action="ppaction://hlinksldjump" r:id="rId22"/>
          </p:cNvPr>
          <p:cNvSpPr txBox="1"/>
          <p:nvPr/>
        </p:nvSpPr>
        <p:spPr>
          <a:xfrm>
            <a:off x="2073473" y="4585905"/>
            <a:ext cx="99385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Sacchetti e buste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74</a:t>
            </a:r>
          </a:p>
        </p:txBody>
      </p:sp>
      <p:sp>
        <p:nvSpPr>
          <p:cNvPr id="37" name="TextBox 36">
            <a:hlinkClick action="ppaction://hlinksldjump" r:id="rId23"/>
          </p:cNvPr>
          <p:cNvSpPr txBox="1"/>
          <p:nvPr/>
        </p:nvSpPr>
        <p:spPr>
          <a:xfrm>
            <a:off x="3150840" y="4585905"/>
            <a:ext cx="58180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Shopper</a:t>
            </a:r>
            <a:r>
              <a:rPr sz="760" b="0">
                <a:solidFill>
                  <a:srgbClr val="566D78"/>
                </a:solidFill>
                <a:latin typeface="Inter Light"/>
              </a:rPr>
              <a:t> 76</a:t>
            </a:r>
          </a:p>
        </p:txBody>
      </p:sp>
      <p:sp>
        <p:nvSpPr>
          <p:cNvPr id="38" name="TextBox 37">
            <a:hlinkClick action="ppaction://hlinksldjump" r:id="rId24"/>
          </p:cNvPr>
          <p:cNvSpPr txBox="1"/>
          <p:nvPr/>
        </p:nvSpPr>
        <p:spPr>
          <a:xfrm>
            <a:off x="1043731" y="4744556"/>
            <a:ext cx="190625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Collezione shopper colori e fantasie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78</a:t>
            </a:r>
          </a:p>
        </p:txBody>
      </p:sp>
      <p:sp>
        <p:nvSpPr>
          <p:cNvPr id="39" name="TextBox 38">
            <a:hlinkClick action="ppaction://hlinksldjump" r:id="rId9"/>
          </p:cNvPr>
          <p:cNvSpPr txBox="1"/>
          <p:nvPr/>
        </p:nvSpPr>
        <p:spPr>
          <a:xfrm>
            <a:off x="539948" y="5088498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3F8562"/>
                </a:solidFill>
                <a:latin typeface="Inter Medium"/>
              </a:rPr>
              <a:t>05</a:t>
            </a:r>
          </a:p>
        </p:txBody>
      </p:sp>
      <p:sp>
        <p:nvSpPr>
          <p:cNvPr id="40" name="TextBox 39">
            <a:hlinkClick action="ppaction://hlinksldjump" r:id="rId9"/>
          </p:cNvPr>
          <p:cNvSpPr txBox="1"/>
          <p:nvPr/>
        </p:nvSpPr>
        <p:spPr>
          <a:xfrm>
            <a:off x="899814" y="5031348"/>
            <a:ext cx="295600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400" b="0">
                <a:solidFill>
                  <a:srgbClr val="0A2A39"/>
                </a:solidFill>
                <a:latin typeface="Inter Light"/>
              </a:rPr>
              <a:t>Cucina, preparazione e protezione</a:t>
            </a:r>
          </a:p>
        </p:txBody>
      </p:sp>
      <p:sp>
        <p:nvSpPr>
          <p:cNvPr id="41" name="TextBox 40">
            <a:hlinkClick action="ppaction://hlinksldjump" r:id="rId9"/>
          </p:cNvPr>
          <p:cNvSpPr txBox="1"/>
          <p:nvPr/>
        </p:nvSpPr>
        <p:spPr>
          <a:xfrm>
            <a:off x="4618496" y="5098023"/>
            <a:ext cx="16975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</a:pPr>
            <a:r>
              <a:rPr sz="880" b="0">
                <a:solidFill>
                  <a:srgbClr val="566D78"/>
                </a:solidFill>
                <a:latin typeface="Inter Medium"/>
              </a:rPr>
              <a:t>88</a:t>
            </a:r>
          </a:p>
        </p:txBody>
      </p:sp>
      <p:sp>
        <p:nvSpPr>
          <p:cNvPr id="42" name="TextBox 41">
            <a:hlinkClick action="ppaction://hlinksldjump" r:id="rId25"/>
          </p:cNvPr>
          <p:cNvSpPr txBox="1"/>
          <p:nvPr/>
        </p:nvSpPr>
        <p:spPr>
          <a:xfrm>
            <a:off x="1043731" y="5405948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Preparazione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89</a:t>
            </a:r>
          </a:p>
        </p:txBody>
      </p:sp>
      <p:sp>
        <p:nvSpPr>
          <p:cNvPr id="43" name="TextBox 42">
            <a:hlinkClick action="ppaction://hlinksldjump" r:id="rId26"/>
          </p:cNvPr>
          <p:cNvSpPr txBox="1"/>
          <p:nvPr/>
        </p:nvSpPr>
        <p:spPr>
          <a:xfrm>
            <a:off x="1959173" y="5405948"/>
            <a:ext cx="134704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Cottura e conservazione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92</a:t>
            </a:r>
          </a:p>
        </p:txBody>
      </p:sp>
      <p:sp>
        <p:nvSpPr>
          <p:cNvPr id="44" name="TextBox 43">
            <a:hlinkClick action="ppaction://hlinksldjump" r:id="rId27"/>
          </p:cNvPr>
          <p:cNvSpPr txBox="1"/>
          <p:nvPr/>
        </p:nvSpPr>
        <p:spPr>
          <a:xfrm>
            <a:off x="1043731" y="5564599"/>
            <a:ext cx="149420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Protezione e abbigliamento</a:t>
            </a:r>
            <a:r>
              <a:rPr sz="760" b="0">
                <a:solidFill>
                  <a:srgbClr val="566D78"/>
                </a:solidFill>
                <a:latin typeface="Inter Light"/>
              </a:rPr>
              <a:t> 95</a:t>
            </a:r>
          </a:p>
        </p:txBody>
      </p:sp>
      <p:sp>
        <p:nvSpPr>
          <p:cNvPr id="45" name="TextBox 44">
            <a:hlinkClick action="ppaction://hlinksldjump" r:id="rId10"/>
          </p:cNvPr>
          <p:cNvSpPr txBox="1"/>
          <p:nvPr/>
        </p:nvSpPr>
        <p:spPr>
          <a:xfrm>
            <a:off x="539948" y="5908541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3F8562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0"/>
          </p:cNvPr>
          <p:cNvSpPr txBox="1"/>
          <p:nvPr/>
        </p:nvSpPr>
        <p:spPr>
          <a:xfrm>
            <a:off x="899814" y="5851391"/>
            <a:ext cx="2220197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400" b="0">
                <a:solidFill>
                  <a:srgbClr val="0A2A39"/>
                </a:solidFill>
                <a:latin typeface="Inter Light"/>
              </a:rPr>
              <a:t>Detergenza professionale</a:t>
            </a:r>
          </a:p>
        </p:txBody>
      </p:sp>
      <p:sp>
        <p:nvSpPr>
          <p:cNvPr id="47" name="TextBox 46">
            <a:hlinkClick action="ppaction://hlinksldjump" r:id="rId10"/>
          </p:cNvPr>
          <p:cNvSpPr txBox="1"/>
          <p:nvPr/>
        </p:nvSpPr>
        <p:spPr>
          <a:xfrm>
            <a:off x="4549821" y="5918066"/>
            <a:ext cx="23842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</a:pPr>
            <a:r>
              <a:rPr sz="880" b="0">
                <a:solidFill>
                  <a:srgbClr val="566D78"/>
                </a:solidFill>
                <a:latin typeface="Inter Medium"/>
              </a:rPr>
              <a:t>100</a:t>
            </a:r>
          </a:p>
        </p:txBody>
      </p:sp>
      <p:sp>
        <p:nvSpPr>
          <p:cNvPr id="48" name="TextBox 47">
            <a:hlinkClick action="ppaction://hlinksldjump" r:id="rId28"/>
          </p:cNvPr>
          <p:cNvSpPr txBox="1"/>
          <p:nvPr/>
        </p:nvSpPr>
        <p:spPr>
          <a:xfrm>
            <a:off x="1043731" y="6225991"/>
            <a:ext cx="130779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Guida per destinazione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101</a:t>
            </a:r>
          </a:p>
        </p:txBody>
      </p:sp>
      <p:sp>
        <p:nvSpPr>
          <p:cNvPr id="49" name="TextBox 48">
            <a:hlinkClick action="ppaction://hlinksldjump" r:id="rId29"/>
          </p:cNvPr>
          <p:cNvSpPr txBox="1"/>
          <p:nvPr/>
        </p:nvSpPr>
        <p:spPr>
          <a:xfrm>
            <a:off x="2425898" y="6225991"/>
            <a:ext cx="69953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Pavimenti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102</a:t>
            </a:r>
          </a:p>
        </p:txBody>
      </p:sp>
      <p:sp>
        <p:nvSpPr>
          <p:cNvPr id="50" name="TextBox 49">
            <a:hlinkClick action="ppaction://hlinksldjump" r:id="rId30"/>
          </p:cNvPr>
          <p:cNvSpPr txBox="1"/>
          <p:nvPr/>
        </p:nvSpPr>
        <p:spPr>
          <a:xfrm>
            <a:off x="3217515" y="6225991"/>
            <a:ext cx="138628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Vetri, acciaio e superfici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104</a:t>
            </a:r>
          </a:p>
        </p:txBody>
      </p:sp>
      <p:sp>
        <p:nvSpPr>
          <p:cNvPr id="51" name="TextBox 50">
            <a:hlinkClick action="ppaction://hlinksldjump" r:id="rId31"/>
          </p:cNvPr>
          <p:cNvSpPr txBox="1"/>
          <p:nvPr/>
        </p:nvSpPr>
        <p:spPr>
          <a:xfrm>
            <a:off x="1043731" y="6384642"/>
            <a:ext cx="121950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Cucina e sgrassatura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107</a:t>
            </a:r>
          </a:p>
        </p:txBody>
      </p:sp>
      <p:sp>
        <p:nvSpPr>
          <p:cNvPr id="52" name="TextBox 51">
            <a:hlinkClick action="ppaction://hlinksldjump" r:id="rId32"/>
          </p:cNvPr>
          <p:cNvSpPr txBox="1"/>
          <p:nvPr/>
        </p:nvSpPr>
        <p:spPr>
          <a:xfrm>
            <a:off x="2340173" y="6384642"/>
            <a:ext cx="131760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Incrostazioni e calcare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108</a:t>
            </a:r>
          </a:p>
        </p:txBody>
      </p:sp>
      <p:sp>
        <p:nvSpPr>
          <p:cNvPr id="53" name="TextBox 52">
            <a:hlinkClick action="ppaction://hlinksldjump" r:id="rId32"/>
          </p:cNvPr>
          <p:cNvSpPr txBox="1"/>
          <p:nvPr/>
        </p:nvSpPr>
        <p:spPr>
          <a:xfrm>
            <a:off x="3731865" y="6384642"/>
            <a:ext cx="109196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Lavaggio stoviglie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108</a:t>
            </a:r>
          </a:p>
        </p:txBody>
      </p:sp>
      <p:sp>
        <p:nvSpPr>
          <p:cNvPr id="54" name="TextBox 53">
            <a:hlinkClick action="ppaction://hlinksldjump" r:id="rId33"/>
          </p:cNvPr>
          <p:cNvSpPr txBox="1"/>
          <p:nvPr/>
        </p:nvSpPr>
        <p:spPr>
          <a:xfrm>
            <a:off x="1043731" y="6543292"/>
            <a:ext cx="50331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Bagno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110</a:t>
            </a:r>
          </a:p>
        </p:txBody>
      </p:sp>
      <p:sp>
        <p:nvSpPr>
          <p:cNvPr id="55" name="TextBox 54">
            <a:hlinkClick action="ppaction://hlinksldjump" r:id="rId34"/>
          </p:cNvPr>
          <p:cNvSpPr txBox="1"/>
          <p:nvPr/>
        </p:nvSpPr>
        <p:spPr>
          <a:xfrm>
            <a:off x="1644848" y="6543292"/>
            <a:ext cx="71915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Lavanderia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111</a:t>
            </a:r>
          </a:p>
        </p:txBody>
      </p:sp>
      <p:sp>
        <p:nvSpPr>
          <p:cNvPr id="56" name="TextBox 55">
            <a:hlinkClick action="ppaction://hlinksldjump" r:id="rId34"/>
          </p:cNvPr>
          <p:cNvSpPr txBox="1"/>
          <p:nvPr/>
        </p:nvSpPr>
        <p:spPr>
          <a:xfrm>
            <a:off x="2455515" y="6543292"/>
            <a:ext cx="65047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Lavamani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111</a:t>
            </a:r>
          </a:p>
        </p:txBody>
      </p:sp>
      <p:sp>
        <p:nvSpPr>
          <p:cNvPr id="57" name="TextBox 56">
            <a:hlinkClick action="ppaction://hlinksldjump" r:id="rId35"/>
          </p:cNvPr>
          <p:cNvSpPr txBox="1"/>
          <p:nvPr/>
        </p:nvSpPr>
        <p:spPr>
          <a:xfrm>
            <a:off x="3199507" y="6543292"/>
            <a:ext cx="62104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Ambienti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112</a:t>
            </a:r>
          </a:p>
        </p:txBody>
      </p:sp>
      <p:sp>
        <p:nvSpPr>
          <p:cNvPr id="58" name="TextBox 57">
            <a:hlinkClick action="ppaction://hlinksldjump" r:id="rId36"/>
          </p:cNvPr>
          <p:cNvSpPr txBox="1"/>
          <p:nvPr/>
        </p:nvSpPr>
        <p:spPr>
          <a:xfrm>
            <a:off x="1043731" y="6701943"/>
            <a:ext cx="132741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Accessori per la pulizia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113</a:t>
            </a:r>
          </a:p>
        </p:txBody>
      </p:sp>
      <p:sp>
        <p:nvSpPr>
          <p:cNvPr id="59" name="TextBox 58">
            <a:hlinkClick action="ppaction://hlinksldjump" r:id="rId11"/>
          </p:cNvPr>
          <p:cNvSpPr txBox="1"/>
          <p:nvPr/>
        </p:nvSpPr>
        <p:spPr>
          <a:xfrm>
            <a:off x="539948" y="7045885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3F8562"/>
                </a:solidFill>
                <a:latin typeface="Inter Medium"/>
              </a:rPr>
              <a:t>07</a:t>
            </a:r>
          </a:p>
        </p:txBody>
      </p:sp>
      <p:sp>
        <p:nvSpPr>
          <p:cNvPr id="60" name="TextBox 59">
            <a:hlinkClick action="ppaction://hlinksldjump" r:id="rId11"/>
          </p:cNvPr>
          <p:cNvSpPr txBox="1"/>
          <p:nvPr/>
        </p:nvSpPr>
        <p:spPr>
          <a:xfrm>
            <a:off x="899814" y="6988735"/>
            <a:ext cx="2749977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400" b="0">
                <a:solidFill>
                  <a:srgbClr val="0A2A39"/>
                </a:solidFill>
                <a:latin typeface="Inter Light"/>
              </a:rPr>
              <a:t>Personalizzazioni e realizzazioni</a:t>
            </a:r>
          </a:p>
        </p:txBody>
      </p:sp>
      <p:sp>
        <p:nvSpPr>
          <p:cNvPr id="61" name="TextBox 60">
            <a:hlinkClick action="ppaction://hlinksldjump" r:id="rId11"/>
          </p:cNvPr>
          <p:cNvSpPr txBox="1"/>
          <p:nvPr/>
        </p:nvSpPr>
        <p:spPr>
          <a:xfrm>
            <a:off x="4589064" y="7055410"/>
            <a:ext cx="199182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7000"/>
              </a:lnSpc>
            </a:pPr>
            <a:r>
              <a:rPr sz="880" b="0">
                <a:solidFill>
                  <a:srgbClr val="566D78"/>
                </a:solidFill>
                <a:latin typeface="Inter Medium"/>
              </a:rPr>
              <a:t>117</a:t>
            </a:r>
          </a:p>
        </p:txBody>
      </p:sp>
      <p:sp>
        <p:nvSpPr>
          <p:cNvPr id="62" name="TextBox 61">
            <a:hlinkClick action="ppaction://hlinksldjump" r:id="rId37"/>
          </p:cNvPr>
          <p:cNvSpPr txBox="1"/>
          <p:nvPr/>
        </p:nvSpPr>
        <p:spPr>
          <a:xfrm>
            <a:off x="1043731" y="7363335"/>
            <a:ext cx="60142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Supporti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118</a:t>
            </a:r>
          </a:p>
        </p:txBody>
      </p:sp>
      <p:sp>
        <p:nvSpPr>
          <p:cNvPr id="63" name="TextBox 62">
            <a:hlinkClick action="ppaction://hlinksldjump" r:id="rId38"/>
          </p:cNvPr>
          <p:cNvSpPr txBox="1"/>
          <p:nvPr/>
        </p:nvSpPr>
        <p:spPr>
          <a:xfrm>
            <a:off x="1740098" y="7363335"/>
            <a:ext cx="64066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Tecniche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119</a:t>
            </a:r>
          </a:p>
        </p:txBody>
      </p:sp>
      <p:sp>
        <p:nvSpPr>
          <p:cNvPr id="64" name="TextBox 63">
            <a:hlinkClick action="ppaction://hlinksldjump" r:id="rId39"/>
          </p:cNvPr>
          <p:cNvSpPr txBox="1"/>
          <p:nvPr/>
        </p:nvSpPr>
        <p:spPr>
          <a:xfrm>
            <a:off x="2474565" y="7363335"/>
            <a:ext cx="70934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Coordinati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120</a:t>
            </a:r>
          </a:p>
        </p:txBody>
      </p:sp>
      <p:sp>
        <p:nvSpPr>
          <p:cNvPr id="65" name="TextBox 64">
            <a:hlinkClick action="ppaction://hlinksldjump" r:id="rId40"/>
          </p:cNvPr>
          <p:cNvSpPr txBox="1"/>
          <p:nvPr/>
        </p:nvSpPr>
        <p:spPr>
          <a:xfrm>
            <a:off x="3275707" y="7363335"/>
            <a:ext cx="85650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Realizzazioni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121</a:t>
            </a:r>
          </a:p>
        </p:txBody>
      </p:sp>
      <p:sp>
        <p:nvSpPr>
          <p:cNvPr id="66" name="TextBox 65">
            <a:hlinkClick action="ppaction://hlinksldjump" r:id="rId41"/>
          </p:cNvPr>
          <p:cNvSpPr txBox="1"/>
          <p:nvPr/>
        </p:nvSpPr>
        <p:spPr>
          <a:xfrm>
            <a:off x="4219723" y="7363335"/>
            <a:ext cx="58180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Dettagli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123</a:t>
            </a:r>
          </a:p>
        </p:txBody>
      </p:sp>
      <p:sp>
        <p:nvSpPr>
          <p:cNvPr id="67" name="TextBox 66">
            <a:hlinkClick action="ppaction://hlinksldjump" r:id="rId42"/>
          </p:cNvPr>
          <p:cNvSpPr txBox="1"/>
          <p:nvPr/>
        </p:nvSpPr>
        <p:spPr>
          <a:xfrm>
            <a:off x="1043731" y="7521986"/>
            <a:ext cx="100366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Come lavoriamo</a:t>
            </a:r>
            <a:r>
              <a:rPr sz="760" b="0">
                <a:solidFill>
                  <a:srgbClr val="566D78"/>
                </a:solidFill>
                <a:latin typeface="Inter Light"/>
              </a:rPr>
              <a:t> 124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48113" y="2001207"/>
            <a:ext cx="94694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CONSULTAZIONE</a:t>
            </a:r>
          </a:p>
        </p:txBody>
      </p:sp>
      <p:sp>
        <p:nvSpPr>
          <p:cNvPr id="69" name="TextBox 68">
            <a:hlinkClick action="ppaction://hlinksldjump" r:id="rId43"/>
          </p:cNvPr>
          <p:cNvSpPr txBox="1"/>
          <p:nvPr/>
        </p:nvSpPr>
        <p:spPr>
          <a:xfrm>
            <a:off x="5148113" y="2267907"/>
            <a:ext cx="1376472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Soluzioni per la tua attività</a:t>
            </a:r>
          </a:p>
        </p:txBody>
      </p:sp>
      <p:sp>
        <p:nvSpPr>
          <p:cNvPr id="70" name="TextBox 69">
            <a:hlinkClick action="ppaction://hlinksldjump" r:id="rId43"/>
          </p:cNvPr>
          <p:cNvSpPr txBox="1"/>
          <p:nvPr/>
        </p:nvSpPr>
        <p:spPr>
          <a:xfrm>
            <a:off x="6737300" y="2267907"/>
            <a:ext cx="10107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4</a:t>
            </a:r>
          </a:p>
        </p:txBody>
      </p:sp>
      <p:sp>
        <p:nvSpPr>
          <p:cNvPr id="71" name="TextBox 70">
            <a:hlinkClick action="ppaction://hlinksldjump" r:id="rId44"/>
          </p:cNvPr>
          <p:cNvSpPr txBox="1"/>
          <p:nvPr/>
        </p:nvSpPr>
        <p:spPr>
          <a:xfrm>
            <a:off x="5148113" y="2558419"/>
            <a:ext cx="1268554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Come leggere le schede</a:t>
            </a:r>
          </a:p>
        </p:txBody>
      </p:sp>
      <p:sp>
        <p:nvSpPr>
          <p:cNvPr id="72" name="TextBox 71">
            <a:hlinkClick action="ppaction://hlinksldjump" r:id="rId44"/>
          </p:cNvPr>
          <p:cNvSpPr txBox="1"/>
          <p:nvPr/>
        </p:nvSpPr>
        <p:spPr>
          <a:xfrm>
            <a:off x="6737300" y="2558419"/>
            <a:ext cx="10107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5</a:t>
            </a:r>
          </a:p>
        </p:txBody>
      </p:sp>
      <p:sp>
        <p:nvSpPr>
          <p:cNvPr id="73" name="TextBox 72">
            <a:hlinkClick action="ppaction://hlinksldjump" r:id="rId45"/>
          </p:cNvPr>
          <p:cNvSpPr txBox="1"/>
          <p:nvPr/>
        </p:nvSpPr>
        <p:spPr>
          <a:xfrm>
            <a:off x="5148113" y="2848932"/>
            <a:ext cx="876124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Indice dei codici</a:t>
            </a:r>
          </a:p>
        </p:txBody>
      </p:sp>
      <p:sp>
        <p:nvSpPr>
          <p:cNvPr id="74" name="TextBox 73">
            <a:hlinkClick action="ppaction://hlinksldjump" r:id="rId45"/>
          </p:cNvPr>
          <p:cNvSpPr txBox="1"/>
          <p:nvPr/>
        </p:nvSpPr>
        <p:spPr>
          <a:xfrm>
            <a:off x="6623000" y="2848932"/>
            <a:ext cx="218804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125</a:t>
            </a:r>
          </a:p>
        </p:txBody>
      </p:sp>
      <p:sp>
        <p:nvSpPr>
          <p:cNvPr id="75" name="TextBox 74">
            <a:hlinkClick action="ppaction://hlinksldjump" r:id="rId46"/>
          </p:cNvPr>
          <p:cNvSpPr txBox="1"/>
          <p:nvPr/>
        </p:nvSpPr>
        <p:spPr>
          <a:xfrm>
            <a:off x="5148113" y="3139444"/>
            <a:ext cx="42483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Contatti</a:t>
            </a:r>
          </a:p>
        </p:txBody>
      </p:sp>
      <p:sp>
        <p:nvSpPr>
          <p:cNvPr id="76" name="TextBox 75">
            <a:hlinkClick action="ppaction://hlinksldjump" r:id="rId46"/>
          </p:cNvPr>
          <p:cNvSpPr txBox="1"/>
          <p:nvPr/>
        </p:nvSpPr>
        <p:spPr>
          <a:xfrm>
            <a:off x="6623000" y="3139444"/>
            <a:ext cx="218804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130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48113" y="3535625"/>
            <a:ext cx="1680606" cy="4942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Tocca un titolo o un numero di pagina per raggiungerlo. Le linguette sul bordo destro portano alle sezioni; «Indice» nel piede riporta qui.</a:t>
            </a:r>
          </a:p>
        </p:txBody>
      </p:sp>
      <p:sp>
        <p:nvSpPr>
          <p:cNvPr id="78" name="TextBox 77">
            <a:hlinkClick action="ppaction://hlinksldjump" r:id="rId5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79" name="TextBox 78">
            <a:hlinkClick action="ppaction://hlinksldjump" r:id="rId6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80" name="TextBox 79">
            <a:hlinkClick action="ppaction://hlinksldjump" r:id="rId7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81" name="TextBox 80">
            <a:hlinkClick action="ppaction://hlinksldjump" r:id="rId8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82" name="TextBox 81">
            <a:hlinkClick action="ppaction://hlinksldjump" r:id="rId9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83" name="TextBox 82">
            <a:hlinkClick action="ppaction://hlinksldjump" r:id="rId10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84" name="TextBox 83">
            <a:hlinkClick action="ppaction://hlinksldjump" r:id="rId11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9948" y="10222473"/>
            <a:ext cx="11088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</a:t>
            </a:r>
          </a:p>
        </p:txBody>
      </p:sp>
      <p:sp>
        <p:nvSpPr>
          <p:cNvPr id="86" name="TextBox 85">
            <a:hlinkClick action="ppaction://hlinksldjump" r:id="rId4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87" name="TextBox 86">
            <a:hlinkClick r:id="rId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89" name="TextBox 88">
            <a:hlinkClick r:id="rId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3" name="Picture 2" descr="svg-0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861220"/>
            <a:ext cx="323998" cy="323998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15"/>
          </p:cNvPr>
          <p:cNvSpPr/>
          <p:nvPr/>
        </p:nvSpPr>
        <p:spPr>
          <a:xfrm>
            <a:off x="1007715" y="3235523"/>
            <a:ext cx="8629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>
            <a:hlinkClick action="ppaction://hlinksldjump" r:id="rId16"/>
          </p:cNvPr>
          <p:cNvSpPr/>
          <p:nvPr/>
        </p:nvSpPr>
        <p:spPr>
          <a:xfrm>
            <a:off x="1920924" y="3235523"/>
            <a:ext cx="9772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17"/>
          </p:cNvPr>
          <p:cNvSpPr/>
          <p:nvPr/>
        </p:nvSpPr>
        <p:spPr>
          <a:xfrm>
            <a:off x="1007715" y="3437929"/>
            <a:ext cx="8819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18"/>
          </p:cNvPr>
          <p:cNvSpPr/>
          <p:nvPr/>
        </p:nvSpPr>
        <p:spPr>
          <a:xfrm>
            <a:off x="1939974" y="3437929"/>
            <a:ext cx="81528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19"/>
          </p:cNvPr>
          <p:cNvSpPr/>
          <p:nvPr/>
        </p:nvSpPr>
        <p:spPr>
          <a:xfrm>
            <a:off x="1007715" y="3640335"/>
            <a:ext cx="8724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20"/>
          </p:cNvPr>
          <p:cNvSpPr/>
          <p:nvPr/>
        </p:nvSpPr>
        <p:spPr>
          <a:xfrm>
            <a:off x="1930449" y="3640335"/>
            <a:ext cx="15487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vg-0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2861220"/>
            <a:ext cx="323998" cy="323998"/>
          </a:xfrm>
          <a:prstGeom prst="rect">
            <a:avLst/>
          </a:prstGeom>
        </p:spPr>
      </p:pic>
      <p:sp>
        <p:nvSpPr>
          <p:cNvPr id="11" name="Rounded Rectangle 10">
            <a:hlinkClick action="ppaction://hlinksldjump" r:id="rId21"/>
          </p:cNvPr>
          <p:cNvSpPr/>
          <p:nvPr/>
        </p:nvSpPr>
        <p:spPr>
          <a:xfrm>
            <a:off x="4265711" y="3235523"/>
            <a:ext cx="8343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22"/>
          </p:cNvPr>
          <p:cNvSpPr/>
          <p:nvPr/>
        </p:nvSpPr>
        <p:spPr>
          <a:xfrm>
            <a:off x="5150346" y="3235523"/>
            <a:ext cx="11486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23"/>
          </p:cNvPr>
          <p:cNvSpPr/>
          <p:nvPr/>
        </p:nvSpPr>
        <p:spPr>
          <a:xfrm>
            <a:off x="4265711" y="3437929"/>
            <a:ext cx="11296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24"/>
          </p:cNvPr>
          <p:cNvSpPr/>
          <p:nvPr/>
        </p:nvSpPr>
        <p:spPr>
          <a:xfrm>
            <a:off x="5445621" y="3437929"/>
            <a:ext cx="9962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25"/>
          </p:cNvPr>
          <p:cNvSpPr/>
          <p:nvPr/>
        </p:nvSpPr>
        <p:spPr>
          <a:xfrm>
            <a:off x="4265711" y="3640335"/>
            <a:ext cx="10153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26"/>
          </p:cNvPr>
          <p:cNvSpPr/>
          <p:nvPr/>
        </p:nvSpPr>
        <p:spPr>
          <a:xfrm>
            <a:off x="5331321" y="3640335"/>
            <a:ext cx="7867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vg-0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48" y="4075360"/>
            <a:ext cx="323998" cy="323998"/>
          </a:xfrm>
          <a:prstGeom prst="rect">
            <a:avLst/>
          </a:prstGeom>
        </p:spPr>
      </p:pic>
      <p:sp>
        <p:nvSpPr>
          <p:cNvPr id="18" name="Rounded Rectangle 17">
            <a:hlinkClick action="ppaction://hlinksldjump" r:id="rId27"/>
          </p:cNvPr>
          <p:cNvSpPr/>
          <p:nvPr/>
        </p:nvSpPr>
        <p:spPr>
          <a:xfrm>
            <a:off x="1007715" y="4449663"/>
            <a:ext cx="13201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28"/>
          </p:cNvPr>
          <p:cNvSpPr/>
          <p:nvPr/>
        </p:nvSpPr>
        <p:spPr>
          <a:xfrm>
            <a:off x="1007715" y="4652069"/>
            <a:ext cx="14439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28"/>
          </p:cNvPr>
          <p:cNvSpPr/>
          <p:nvPr/>
        </p:nvSpPr>
        <p:spPr>
          <a:xfrm>
            <a:off x="2501949" y="4652069"/>
            <a:ext cx="8343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29"/>
          </p:cNvPr>
          <p:cNvSpPr/>
          <p:nvPr/>
        </p:nvSpPr>
        <p:spPr>
          <a:xfrm>
            <a:off x="1007715" y="4854475"/>
            <a:ext cx="96768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30"/>
          </p:cNvPr>
          <p:cNvSpPr/>
          <p:nvPr/>
        </p:nvSpPr>
        <p:spPr>
          <a:xfrm>
            <a:off x="2025699" y="4854475"/>
            <a:ext cx="115818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31"/>
          </p:cNvPr>
          <p:cNvSpPr/>
          <p:nvPr/>
        </p:nvSpPr>
        <p:spPr>
          <a:xfrm>
            <a:off x="1007715" y="5056882"/>
            <a:ext cx="9867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svg-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944" y="4075360"/>
            <a:ext cx="323998" cy="323998"/>
          </a:xfrm>
          <a:prstGeom prst="rect">
            <a:avLst/>
          </a:prstGeom>
        </p:spPr>
      </p:pic>
      <p:sp>
        <p:nvSpPr>
          <p:cNvPr id="25" name="Rounded Rectangle 24">
            <a:hlinkClick action="ppaction://hlinksldjump" r:id="rId32"/>
          </p:cNvPr>
          <p:cNvSpPr/>
          <p:nvPr/>
        </p:nvSpPr>
        <p:spPr>
          <a:xfrm>
            <a:off x="4265711" y="4550866"/>
            <a:ext cx="1053405" cy="207317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25"/>
          </p:cNvPr>
          <p:cNvSpPr/>
          <p:nvPr/>
        </p:nvSpPr>
        <p:spPr>
          <a:xfrm>
            <a:off x="5369421" y="4550866"/>
            <a:ext cx="1081980" cy="207317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33"/>
          </p:cNvPr>
          <p:cNvSpPr/>
          <p:nvPr/>
        </p:nvSpPr>
        <p:spPr>
          <a:xfrm>
            <a:off x="4265711" y="4786907"/>
            <a:ext cx="986730" cy="207317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34"/>
          </p:cNvPr>
          <p:cNvSpPr/>
          <p:nvPr/>
        </p:nvSpPr>
        <p:spPr>
          <a:xfrm>
            <a:off x="5302746" y="4786907"/>
            <a:ext cx="481905" cy="207317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34"/>
          </p:cNvPr>
          <p:cNvSpPr/>
          <p:nvPr/>
        </p:nvSpPr>
        <p:spPr>
          <a:xfrm>
            <a:off x="5834955" y="4786907"/>
            <a:ext cx="586680" cy="207317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35"/>
          </p:cNvPr>
          <p:cNvSpPr/>
          <p:nvPr/>
        </p:nvSpPr>
        <p:spPr>
          <a:xfrm>
            <a:off x="4265711" y="5022949"/>
            <a:ext cx="1148655" cy="207317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svg-00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948" y="5491906"/>
            <a:ext cx="323998" cy="323998"/>
          </a:xfrm>
          <a:prstGeom prst="rect">
            <a:avLst/>
          </a:prstGeom>
        </p:spPr>
      </p:pic>
      <p:sp>
        <p:nvSpPr>
          <p:cNvPr id="32" name="Rounded Rectangle 31">
            <a:hlinkClick action="ppaction://hlinksldjump" r:id="rId22"/>
          </p:cNvPr>
          <p:cNvSpPr/>
          <p:nvPr/>
        </p:nvSpPr>
        <p:spPr>
          <a:xfrm>
            <a:off x="1007715" y="5866209"/>
            <a:ext cx="10724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36"/>
          </p:cNvPr>
          <p:cNvSpPr/>
          <p:nvPr/>
        </p:nvSpPr>
        <p:spPr>
          <a:xfrm>
            <a:off x="2130474" y="5866209"/>
            <a:ext cx="9105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>
            <a:hlinkClick action="ppaction://hlinksldjump" r:id="rId37"/>
          </p:cNvPr>
          <p:cNvSpPr/>
          <p:nvPr/>
        </p:nvSpPr>
        <p:spPr>
          <a:xfrm>
            <a:off x="1007715" y="6068615"/>
            <a:ext cx="7962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>
            <a:hlinkClick action="ppaction://hlinksldjump" r:id="rId16"/>
          </p:cNvPr>
          <p:cNvSpPr/>
          <p:nvPr/>
        </p:nvSpPr>
        <p:spPr>
          <a:xfrm>
            <a:off x="1854249" y="6068615"/>
            <a:ext cx="9962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>
            <a:hlinkClick action="ppaction://hlinksldjump" r:id="rId35"/>
          </p:cNvPr>
          <p:cNvSpPr/>
          <p:nvPr/>
        </p:nvSpPr>
        <p:spPr>
          <a:xfrm>
            <a:off x="1007715" y="6271021"/>
            <a:ext cx="11486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>
            <a:hlinkClick action="ppaction://hlinksldjump" r:id="rId38"/>
          </p:cNvPr>
          <p:cNvSpPr/>
          <p:nvPr/>
        </p:nvSpPr>
        <p:spPr>
          <a:xfrm>
            <a:off x="2206674" y="6271021"/>
            <a:ext cx="92958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svg-00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944" y="5491906"/>
            <a:ext cx="323998" cy="323998"/>
          </a:xfrm>
          <a:prstGeom prst="rect">
            <a:avLst/>
          </a:prstGeom>
        </p:spPr>
      </p:pic>
      <p:sp>
        <p:nvSpPr>
          <p:cNvPr id="39" name="Rounded Rectangle 38">
            <a:hlinkClick action="ppaction://hlinksldjump" r:id="rId38"/>
          </p:cNvPr>
          <p:cNvSpPr/>
          <p:nvPr/>
        </p:nvSpPr>
        <p:spPr>
          <a:xfrm>
            <a:off x="4265711" y="5866209"/>
            <a:ext cx="92958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>
            <a:hlinkClick action="ppaction://hlinksldjump" r:id="rId33"/>
          </p:cNvPr>
          <p:cNvSpPr/>
          <p:nvPr/>
        </p:nvSpPr>
        <p:spPr>
          <a:xfrm>
            <a:off x="5245596" y="5866209"/>
            <a:ext cx="11296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>
            <a:hlinkClick action="ppaction://hlinksldjump" r:id="rId39"/>
          </p:cNvPr>
          <p:cNvSpPr/>
          <p:nvPr/>
        </p:nvSpPr>
        <p:spPr>
          <a:xfrm>
            <a:off x="4265711" y="6068615"/>
            <a:ext cx="9105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>
            <a:hlinkClick action="ppaction://hlinksldjump" r:id="rId39"/>
          </p:cNvPr>
          <p:cNvSpPr/>
          <p:nvPr/>
        </p:nvSpPr>
        <p:spPr>
          <a:xfrm>
            <a:off x="5226546" y="6068615"/>
            <a:ext cx="9105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>
            <a:hlinkClick action="ppaction://hlinksldjump" r:id="rId40"/>
          </p:cNvPr>
          <p:cNvSpPr/>
          <p:nvPr/>
        </p:nvSpPr>
        <p:spPr>
          <a:xfrm>
            <a:off x="4265711" y="6271021"/>
            <a:ext cx="12534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>
            <a:hlinkClick action="ppaction://hlinksldjump" r:id="rId41"/>
          </p:cNvPr>
          <p:cNvSpPr/>
          <p:nvPr/>
        </p:nvSpPr>
        <p:spPr>
          <a:xfrm>
            <a:off x="5569446" y="6271021"/>
            <a:ext cx="11105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svg-00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948" y="6706046"/>
            <a:ext cx="323998" cy="323998"/>
          </a:xfrm>
          <a:prstGeom prst="rect">
            <a:avLst/>
          </a:prstGeom>
        </p:spPr>
      </p:pic>
      <p:sp>
        <p:nvSpPr>
          <p:cNvPr id="46" name="Rounded Rectangle 45">
            <a:hlinkClick action="ppaction://hlinksldjump" r:id="rId42"/>
          </p:cNvPr>
          <p:cNvSpPr/>
          <p:nvPr/>
        </p:nvSpPr>
        <p:spPr>
          <a:xfrm>
            <a:off x="1007715" y="7181552"/>
            <a:ext cx="558105" cy="224283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>
            <a:hlinkClick action="ppaction://hlinksldjump" r:id="rId42"/>
          </p:cNvPr>
          <p:cNvSpPr/>
          <p:nvPr/>
        </p:nvSpPr>
        <p:spPr>
          <a:xfrm>
            <a:off x="1616124" y="7181552"/>
            <a:ext cx="481905" cy="224283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>
            <a:hlinkClick action="ppaction://hlinksldjump" r:id="rId43"/>
          </p:cNvPr>
          <p:cNvSpPr/>
          <p:nvPr/>
        </p:nvSpPr>
        <p:spPr>
          <a:xfrm>
            <a:off x="2148333" y="7181552"/>
            <a:ext cx="691455" cy="224283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>
            <a:hlinkClick action="ppaction://hlinksldjump" r:id="rId42"/>
          </p:cNvPr>
          <p:cNvSpPr/>
          <p:nvPr/>
        </p:nvSpPr>
        <p:spPr>
          <a:xfrm>
            <a:off x="2890093" y="7181552"/>
            <a:ext cx="558105" cy="224283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>
            <a:hlinkClick action="ppaction://hlinksldjump" r:id="rId44"/>
          </p:cNvPr>
          <p:cNvSpPr/>
          <p:nvPr/>
        </p:nvSpPr>
        <p:spPr>
          <a:xfrm>
            <a:off x="1007715" y="7434560"/>
            <a:ext cx="1024830" cy="224283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>
            <a:hlinkClick action="ppaction://hlinksldjump" r:id="rId45"/>
          </p:cNvPr>
          <p:cNvSpPr/>
          <p:nvPr/>
        </p:nvSpPr>
        <p:spPr>
          <a:xfrm>
            <a:off x="2082849" y="7434560"/>
            <a:ext cx="1177230" cy="224283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svg-001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7944" y="6706046"/>
            <a:ext cx="323998" cy="323998"/>
          </a:xfrm>
          <a:prstGeom prst="rect">
            <a:avLst/>
          </a:prstGeom>
        </p:spPr>
      </p:pic>
      <p:sp>
        <p:nvSpPr>
          <p:cNvPr id="53" name="Rounded Rectangle 52">
            <a:hlinkClick action="ppaction://hlinksldjump" r:id="rId46"/>
          </p:cNvPr>
          <p:cNvSpPr/>
          <p:nvPr/>
        </p:nvSpPr>
        <p:spPr>
          <a:xfrm>
            <a:off x="4265711" y="7080349"/>
            <a:ext cx="62478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>
            <a:hlinkClick action="ppaction://hlinksldjump" r:id="rId34"/>
          </p:cNvPr>
          <p:cNvSpPr/>
          <p:nvPr/>
        </p:nvSpPr>
        <p:spPr>
          <a:xfrm>
            <a:off x="4940796" y="7080349"/>
            <a:ext cx="6533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>
            <a:hlinkClick action="ppaction://hlinksldjump" r:id="rId47"/>
          </p:cNvPr>
          <p:cNvSpPr/>
          <p:nvPr/>
        </p:nvSpPr>
        <p:spPr>
          <a:xfrm>
            <a:off x="5644455" y="7080349"/>
            <a:ext cx="6057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>
            <a:hlinkClick action="ppaction://hlinksldjump" r:id="rId48"/>
          </p:cNvPr>
          <p:cNvSpPr/>
          <p:nvPr/>
        </p:nvSpPr>
        <p:spPr>
          <a:xfrm>
            <a:off x="4265711" y="7282755"/>
            <a:ext cx="14534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>
            <a:hlinkClick action="ppaction://hlinksldjump" r:id="rId45"/>
          </p:cNvPr>
          <p:cNvSpPr/>
          <p:nvPr/>
        </p:nvSpPr>
        <p:spPr>
          <a:xfrm>
            <a:off x="4265711" y="7485161"/>
            <a:ext cx="10629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svg-00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948" y="7920186"/>
            <a:ext cx="323998" cy="323998"/>
          </a:xfrm>
          <a:prstGeom prst="rect">
            <a:avLst/>
          </a:prstGeom>
        </p:spPr>
      </p:pic>
      <p:sp>
        <p:nvSpPr>
          <p:cNvPr id="59" name="Rounded Rectangle 58">
            <a:hlinkClick action="ppaction://hlinksldjump" r:id="rId49"/>
          </p:cNvPr>
          <p:cNvSpPr/>
          <p:nvPr/>
        </p:nvSpPr>
        <p:spPr>
          <a:xfrm>
            <a:off x="1007715" y="8294489"/>
            <a:ext cx="6533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>
            <a:hlinkClick action="ppaction://hlinksldjump" r:id="rId49"/>
          </p:cNvPr>
          <p:cNvSpPr/>
          <p:nvPr/>
        </p:nvSpPr>
        <p:spPr>
          <a:xfrm>
            <a:off x="1711374" y="8294489"/>
            <a:ext cx="70098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>
            <a:hlinkClick action="ppaction://hlinksldjump" r:id="rId47"/>
          </p:cNvPr>
          <p:cNvSpPr/>
          <p:nvPr/>
        </p:nvSpPr>
        <p:spPr>
          <a:xfrm>
            <a:off x="2462658" y="8294489"/>
            <a:ext cx="5200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>
            <a:hlinkClick action="ppaction://hlinksldjump" r:id="rId50"/>
          </p:cNvPr>
          <p:cNvSpPr/>
          <p:nvPr/>
        </p:nvSpPr>
        <p:spPr>
          <a:xfrm>
            <a:off x="1007715" y="8496895"/>
            <a:ext cx="7962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>
            <a:hlinkClick action="ppaction://hlinksldjump" r:id="rId44"/>
          </p:cNvPr>
          <p:cNvSpPr/>
          <p:nvPr/>
        </p:nvSpPr>
        <p:spPr>
          <a:xfrm>
            <a:off x="1854249" y="8496895"/>
            <a:ext cx="1024830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4" name="Picture 63" descr="svg-001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7944" y="7920186"/>
            <a:ext cx="323998" cy="323998"/>
          </a:xfrm>
          <a:prstGeom prst="rect">
            <a:avLst/>
          </a:prstGeom>
        </p:spPr>
      </p:pic>
      <p:sp>
        <p:nvSpPr>
          <p:cNvPr id="65" name="Rounded Rectangle 64">
            <a:hlinkClick action="ppaction://hlinksldjump" r:id="rId42"/>
          </p:cNvPr>
          <p:cNvSpPr/>
          <p:nvPr/>
        </p:nvSpPr>
        <p:spPr>
          <a:xfrm>
            <a:off x="4265711" y="8294489"/>
            <a:ext cx="5581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>
            <a:hlinkClick action="ppaction://hlinksldjump" r:id="rId51"/>
          </p:cNvPr>
          <p:cNvSpPr/>
          <p:nvPr/>
        </p:nvSpPr>
        <p:spPr>
          <a:xfrm>
            <a:off x="4874121" y="8294489"/>
            <a:ext cx="65335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>
            <a:hlinkClick action="ppaction://hlinksldjump" r:id="rId42"/>
          </p:cNvPr>
          <p:cNvSpPr/>
          <p:nvPr/>
        </p:nvSpPr>
        <p:spPr>
          <a:xfrm>
            <a:off x="5577780" y="8294489"/>
            <a:ext cx="4819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>
            <a:hlinkClick action="ppaction://hlinksldjump" r:id="rId47"/>
          </p:cNvPr>
          <p:cNvSpPr/>
          <p:nvPr/>
        </p:nvSpPr>
        <p:spPr>
          <a:xfrm>
            <a:off x="6109989" y="8294489"/>
            <a:ext cx="5200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>
            <a:hlinkClick action="ppaction://hlinksldjump" r:id="rId45"/>
          </p:cNvPr>
          <p:cNvSpPr/>
          <p:nvPr/>
        </p:nvSpPr>
        <p:spPr>
          <a:xfrm>
            <a:off x="4265711" y="8496895"/>
            <a:ext cx="1243905" cy="173682"/>
          </a:xfrm>
          <a:prstGeom prst="roundRect">
            <a:avLst>
              <a:gd name="adj" fmla="val 5000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>
            <a:hlinkClick action="ppaction://hlinksldjump" r:id="rId52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>
            <a:hlinkClick action="ppaction://hlinksldjump" r:id="rId53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>
            <a:hlinkClick action="ppaction://hlinksldjump" r:id="rId54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>
            <a:hlinkClick action="ppaction://hlinksldjump" r:id="rId55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>
            <a:hlinkClick action="ppaction://hlinksldjump" r:id="rId56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>
            <a:hlinkClick action="ppaction://hlinksldjump" r:id="rId57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>
            <a:hlinkClick action="ppaction://hlinksldjump" r:id="rId58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7116" y="321979"/>
            <a:ext cx="186256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SOLUZIONI PER LA TUA ATTIVITÀ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9948" y="747181"/>
            <a:ext cx="187160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SOLUZIONI PER LA TUA ATTIVITÀ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9948" y="901516"/>
            <a:ext cx="3406531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Parti dal tuo lavoro,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trova i prodotti.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9948" y="1874108"/>
            <a:ext cx="5183043" cy="6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060" b="0">
                <a:solidFill>
                  <a:srgbClr val="0A2A39"/>
                </a:solidFill>
                <a:latin typeface="Inter Light"/>
              </a:rPr>
              <a:t>Una selezione di punti di partenza per ogni tipo di attività. Ogni voce porta direttamente alla scheda: da lì puoi scoprire formati, varianti e articoli della stessa famiglia.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7715" y="2831370"/>
            <a:ext cx="1599973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Ristorazione e pizzerie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7715" y="3014578"/>
            <a:ext cx="155306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Tavola, asporto, incarti e cucina.</a:t>
            </a:r>
          </a:p>
        </p:txBody>
      </p:sp>
      <p:sp>
        <p:nvSpPr>
          <p:cNvPr id="84" name="TextBox 83">
            <a:hlinkClick action="ppaction://hlinksldjump" r:id="rId15"/>
          </p:cNvPr>
          <p:cNvSpPr txBox="1"/>
          <p:nvPr/>
        </p:nvSpPr>
        <p:spPr>
          <a:xfrm>
            <a:off x="1081980" y="3252107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Tovaglie in TNT · 8</a:t>
            </a:r>
          </a:p>
        </p:txBody>
      </p:sp>
      <p:sp>
        <p:nvSpPr>
          <p:cNvPr id="85" name="TextBox 84">
            <a:hlinkClick action="ppaction://hlinksldjump" r:id="rId16"/>
          </p:cNvPr>
          <p:cNvSpPr txBox="1"/>
          <p:nvPr/>
        </p:nvSpPr>
        <p:spPr>
          <a:xfrm>
            <a:off x="1995189" y="3252107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Tovaglioli in ovatta · 11</a:t>
            </a:r>
          </a:p>
        </p:txBody>
      </p:sp>
      <p:sp>
        <p:nvSpPr>
          <p:cNvPr id="86" name="TextBox 85">
            <a:hlinkClick action="ppaction://hlinksldjump" r:id="rId17"/>
          </p:cNvPr>
          <p:cNvSpPr txBox="1"/>
          <p:nvPr/>
        </p:nvSpPr>
        <p:spPr>
          <a:xfrm>
            <a:off x="1081980" y="3454514"/>
            <a:ext cx="78782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Piatti Bordofino · 14</a:t>
            </a:r>
          </a:p>
        </p:txBody>
      </p:sp>
      <p:sp>
        <p:nvSpPr>
          <p:cNvPr id="87" name="TextBox 86">
            <a:hlinkClick action="ppaction://hlinksldjump" r:id="rId18"/>
          </p:cNvPr>
          <p:cNvSpPr txBox="1"/>
          <p:nvPr/>
        </p:nvSpPr>
        <p:spPr>
          <a:xfrm>
            <a:off x="2014239" y="3454514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Posate CPLA · 26</a:t>
            </a:r>
          </a:p>
        </p:txBody>
      </p:sp>
      <p:sp>
        <p:nvSpPr>
          <p:cNvPr id="88" name="TextBox 87">
            <a:hlinkClick action="ppaction://hlinksldjump" r:id="rId19"/>
          </p:cNvPr>
          <p:cNvSpPr txBox="1"/>
          <p:nvPr/>
        </p:nvSpPr>
        <p:spPr>
          <a:xfrm>
            <a:off x="1081980" y="3656920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Box pieghevoli · 48</a:t>
            </a:r>
          </a:p>
        </p:txBody>
      </p:sp>
      <p:sp>
        <p:nvSpPr>
          <p:cNvPr id="89" name="TextBox 88">
            <a:hlinkClick action="ppaction://hlinksldjump" r:id="rId20"/>
          </p:cNvPr>
          <p:cNvSpPr txBox="1"/>
          <p:nvPr/>
        </p:nvSpPr>
        <p:spPr>
          <a:xfrm>
            <a:off x="2004714" y="3656920"/>
            <a:ext cx="14745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Carta forno in fogli, rotoli e dischi · 94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65711" y="2831370"/>
            <a:ext cx="115940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Bar e caffetterie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65711" y="3014578"/>
            <a:ext cx="197492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Bicchieri, coperchi e accessori da banco.</a:t>
            </a:r>
          </a:p>
        </p:txBody>
      </p:sp>
      <p:sp>
        <p:nvSpPr>
          <p:cNvPr id="92" name="TextBox 91">
            <a:hlinkClick action="ppaction://hlinksldjump" r:id="rId21"/>
          </p:cNvPr>
          <p:cNvSpPr txBox="1"/>
          <p:nvPr/>
        </p:nvSpPr>
        <p:spPr>
          <a:xfrm>
            <a:off x="4339976" y="3252107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Bicchieri caffè · 31</a:t>
            </a:r>
          </a:p>
        </p:txBody>
      </p:sp>
      <p:sp>
        <p:nvSpPr>
          <p:cNvPr id="93" name="TextBox 92">
            <a:hlinkClick action="ppaction://hlinksldjump" r:id="rId22"/>
          </p:cNvPr>
          <p:cNvSpPr txBox="1"/>
          <p:nvPr/>
        </p:nvSpPr>
        <p:spPr>
          <a:xfrm>
            <a:off x="5224611" y="3252107"/>
            <a:ext cx="106252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Bicchieri in cartoncino · 28</a:t>
            </a:r>
          </a:p>
        </p:txBody>
      </p:sp>
      <p:sp>
        <p:nvSpPr>
          <p:cNvPr id="94" name="TextBox 93">
            <a:hlinkClick action="ppaction://hlinksldjump" r:id="rId23"/>
          </p:cNvPr>
          <p:cNvSpPr txBox="1"/>
          <p:nvPr/>
        </p:nvSpPr>
        <p:spPr>
          <a:xfrm>
            <a:off x="4339976" y="3454514"/>
            <a:ext cx="10429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Coperchi per bicchieri · 29</a:t>
            </a:r>
          </a:p>
        </p:txBody>
      </p:sp>
      <p:sp>
        <p:nvSpPr>
          <p:cNvPr id="95" name="TextBox 94">
            <a:hlinkClick action="ppaction://hlinksldjump" r:id="rId24"/>
          </p:cNvPr>
          <p:cNvSpPr txBox="1"/>
          <p:nvPr/>
        </p:nvSpPr>
        <p:spPr>
          <a:xfrm>
            <a:off x="5519886" y="3454514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Cannucce in carta · 36</a:t>
            </a:r>
          </a:p>
        </p:txBody>
      </p:sp>
      <p:sp>
        <p:nvSpPr>
          <p:cNvPr id="96" name="TextBox 95">
            <a:hlinkClick action="ppaction://hlinksldjump" r:id="rId25"/>
          </p:cNvPr>
          <p:cNvSpPr txBox="1"/>
          <p:nvPr/>
        </p:nvSpPr>
        <p:spPr>
          <a:xfrm>
            <a:off x="4339976" y="3656920"/>
            <a:ext cx="92517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Tovagliolo da banco · 9</a:t>
            </a:r>
          </a:p>
        </p:txBody>
      </p:sp>
      <p:sp>
        <p:nvSpPr>
          <p:cNvPr id="97" name="TextBox 96">
            <a:hlinkClick action="ppaction://hlinksldjump" r:id="rId26"/>
          </p:cNvPr>
          <p:cNvSpPr txBox="1"/>
          <p:nvPr/>
        </p:nvSpPr>
        <p:spPr>
          <a:xfrm>
            <a:off x="5405586" y="3656920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Lawash Bar · 108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7715" y="4045510"/>
            <a:ext cx="1599973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Gelaterie e pasticcerie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7715" y="4228717"/>
            <a:ext cx="158249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Coppe, barattoli, palette e vassoi.</a:t>
            </a:r>
          </a:p>
        </p:txBody>
      </p:sp>
      <p:sp>
        <p:nvSpPr>
          <p:cNvPr id="100" name="TextBox 99">
            <a:hlinkClick action="ppaction://hlinksldjump" r:id="rId27"/>
          </p:cNvPr>
          <p:cNvSpPr txBox="1"/>
          <p:nvPr/>
        </p:nvSpPr>
        <p:spPr>
          <a:xfrm>
            <a:off x="1081980" y="4466247"/>
            <a:ext cx="12391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Coppe gelato in cartoncino · 38</a:t>
            </a:r>
          </a:p>
        </p:txBody>
      </p:sp>
      <p:sp>
        <p:nvSpPr>
          <p:cNvPr id="101" name="TextBox 100">
            <a:hlinkClick action="ppaction://hlinksldjump" r:id="rId28"/>
          </p:cNvPr>
          <p:cNvSpPr txBox="1"/>
          <p:nvPr/>
        </p:nvSpPr>
        <p:spPr>
          <a:xfrm>
            <a:off x="1081980" y="4668653"/>
            <a:ext cx="13666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Barattoli gelato con coperchio · 30</a:t>
            </a:r>
          </a:p>
        </p:txBody>
      </p:sp>
      <p:sp>
        <p:nvSpPr>
          <p:cNvPr id="102" name="TextBox 101">
            <a:hlinkClick action="ppaction://hlinksldjump" r:id="rId28"/>
          </p:cNvPr>
          <p:cNvSpPr txBox="1"/>
          <p:nvPr/>
        </p:nvSpPr>
        <p:spPr>
          <a:xfrm>
            <a:off x="2576214" y="4668653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Palette gelato · 30</a:t>
            </a:r>
          </a:p>
        </p:txBody>
      </p:sp>
      <p:sp>
        <p:nvSpPr>
          <p:cNvPr id="103" name="TextBox 102">
            <a:hlinkClick action="ppaction://hlinksldjump" r:id="rId29"/>
          </p:cNvPr>
          <p:cNvSpPr txBox="1"/>
          <p:nvPr/>
        </p:nvSpPr>
        <p:spPr>
          <a:xfrm>
            <a:off x="1081980" y="4871060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Coppette dessert · 39</a:t>
            </a:r>
          </a:p>
        </p:txBody>
      </p:sp>
      <p:sp>
        <p:nvSpPr>
          <p:cNvPr id="104" name="TextBox 103">
            <a:hlinkClick action="ppaction://hlinksldjump" r:id="rId30"/>
          </p:cNvPr>
          <p:cNvSpPr txBox="1"/>
          <p:nvPr/>
        </p:nvSpPr>
        <p:spPr>
          <a:xfrm>
            <a:off x="2099964" y="4871060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Vassoi pasticceria oro · 57</a:t>
            </a:r>
          </a:p>
        </p:txBody>
      </p:sp>
      <p:sp>
        <p:nvSpPr>
          <p:cNvPr id="105" name="TextBox 104">
            <a:hlinkClick action="ppaction://hlinksldjump" r:id="rId31"/>
          </p:cNvPr>
          <p:cNvSpPr txBox="1"/>
          <p:nvPr/>
        </p:nvSpPr>
        <p:spPr>
          <a:xfrm>
            <a:off x="1081980" y="5073466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Pizzi in carta 40 g · 90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5711" y="4045510"/>
            <a:ext cx="1759551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Hotel e strutture ricettive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65711" y="4228717"/>
            <a:ext cx="146476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Tovagliati, lavanderia e servizi.</a:t>
            </a:r>
          </a:p>
        </p:txBody>
      </p:sp>
      <p:sp>
        <p:nvSpPr>
          <p:cNvPr id="108" name="TextBox 107">
            <a:hlinkClick action="ppaction://hlinksldjump" r:id="rId32"/>
          </p:cNvPr>
          <p:cNvSpPr txBox="1"/>
          <p:nvPr/>
        </p:nvSpPr>
        <p:spPr>
          <a:xfrm>
            <a:off x="4339976" y="4567450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Tovagliolo soft touch · 7</a:t>
            </a:r>
          </a:p>
        </p:txBody>
      </p:sp>
      <p:sp>
        <p:nvSpPr>
          <p:cNvPr id="109" name="TextBox 108">
            <a:hlinkClick action="ppaction://hlinksldjump" r:id="rId25"/>
          </p:cNvPr>
          <p:cNvSpPr txBox="1"/>
          <p:nvPr/>
        </p:nvSpPr>
        <p:spPr>
          <a:xfrm>
            <a:off x="5443686" y="4567450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Coordinato soft touch · 9</a:t>
            </a:r>
          </a:p>
        </p:txBody>
      </p:sp>
      <p:sp>
        <p:nvSpPr>
          <p:cNvPr id="110" name="TextBox 109">
            <a:hlinkClick action="ppaction://hlinksldjump" r:id="rId33"/>
          </p:cNvPr>
          <p:cNvSpPr txBox="1"/>
          <p:nvPr/>
        </p:nvSpPr>
        <p:spPr>
          <a:xfrm>
            <a:off x="4339976" y="4803492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Sacchi lavanderia · 74</a:t>
            </a:r>
          </a:p>
        </p:txBody>
      </p:sp>
      <p:sp>
        <p:nvSpPr>
          <p:cNvPr id="111" name="TextBox 110">
            <a:hlinkClick action="ppaction://hlinksldjump" r:id="rId34"/>
          </p:cNvPr>
          <p:cNvSpPr txBox="1"/>
          <p:nvPr/>
        </p:nvSpPr>
        <p:spPr>
          <a:xfrm>
            <a:off x="5377011" y="4803492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Texy · 111</a:t>
            </a:r>
          </a:p>
        </p:txBody>
      </p:sp>
      <p:sp>
        <p:nvSpPr>
          <p:cNvPr id="112" name="TextBox 111">
            <a:hlinkClick action="ppaction://hlinksldjump" r:id="rId34"/>
          </p:cNvPr>
          <p:cNvSpPr txBox="1"/>
          <p:nvPr/>
        </p:nvSpPr>
        <p:spPr>
          <a:xfrm>
            <a:off x="5909220" y="4803492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Morbyd · 111</a:t>
            </a:r>
          </a:p>
        </p:txBody>
      </p:sp>
      <p:sp>
        <p:nvSpPr>
          <p:cNvPr id="113" name="TextBox 112">
            <a:hlinkClick action="ppaction://hlinksldjump" r:id="rId35"/>
          </p:cNvPr>
          <p:cNvSpPr txBox="1"/>
          <p:nvPr/>
        </p:nvSpPr>
        <p:spPr>
          <a:xfrm>
            <a:off x="4339976" y="5039533"/>
            <a:ext cx="106252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Salviettine rinfrescanti · 12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7715" y="5462056"/>
            <a:ext cx="1446527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Stabilimenti balneari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7715" y="5645264"/>
            <a:ext cx="194549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Servizio, take away e personalizzazione.</a:t>
            </a:r>
          </a:p>
        </p:txBody>
      </p:sp>
      <p:sp>
        <p:nvSpPr>
          <p:cNvPr id="116" name="TextBox 115">
            <a:hlinkClick action="ppaction://hlinksldjump" r:id="rId22"/>
          </p:cNvPr>
          <p:cNvSpPr txBox="1"/>
          <p:nvPr/>
        </p:nvSpPr>
        <p:spPr>
          <a:xfrm>
            <a:off x="1081980" y="5882793"/>
            <a:ext cx="98404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Bicchieri trasparenti · 28</a:t>
            </a:r>
          </a:p>
        </p:txBody>
      </p:sp>
      <p:sp>
        <p:nvSpPr>
          <p:cNvPr id="117" name="TextBox 116">
            <a:hlinkClick action="ppaction://hlinksldjump" r:id="rId36"/>
          </p:cNvPr>
          <p:cNvSpPr txBox="1"/>
          <p:nvPr/>
        </p:nvSpPr>
        <p:spPr>
          <a:xfrm>
            <a:off x="2204739" y="5882793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Insalatiere kraft · 45</a:t>
            </a:r>
          </a:p>
        </p:txBody>
      </p:sp>
      <p:sp>
        <p:nvSpPr>
          <p:cNvPr id="118" name="TextBox 117">
            <a:hlinkClick action="ppaction://hlinksldjump" r:id="rId37"/>
          </p:cNvPr>
          <p:cNvSpPr txBox="1"/>
          <p:nvPr/>
        </p:nvSpPr>
        <p:spPr>
          <a:xfrm>
            <a:off x="1081980" y="6085200"/>
            <a:ext cx="6995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Coni per fritti · 43</a:t>
            </a:r>
          </a:p>
        </p:txBody>
      </p:sp>
      <p:sp>
        <p:nvSpPr>
          <p:cNvPr id="119" name="TextBox 118">
            <a:hlinkClick action="ppaction://hlinksldjump" r:id="rId16"/>
          </p:cNvPr>
          <p:cNvSpPr txBox="1"/>
          <p:nvPr/>
        </p:nvSpPr>
        <p:spPr>
          <a:xfrm>
            <a:off x="1928514" y="6085200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Tovagliette in carta · 11</a:t>
            </a:r>
          </a:p>
        </p:txBody>
      </p:sp>
      <p:sp>
        <p:nvSpPr>
          <p:cNvPr id="120" name="TextBox 119">
            <a:hlinkClick action="ppaction://hlinksldjump" r:id="rId35"/>
          </p:cNvPr>
          <p:cNvSpPr txBox="1"/>
          <p:nvPr/>
        </p:nvSpPr>
        <p:spPr>
          <a:xfrm>
            <a:off x="1081980" y="6287606"/>
            <a:ext cx="106252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Salviettine rinfrescanti · 12</a:t>
            </a:r>
          </a:p>
        </p:txBody>
      </p:sp>
      <p:sp>
        <p:nvSpPr>
          <p:cNvPr id="121" name="TextBox 120">
            <a:hlinkClick action="ppaction://hlinksldjump" r:id="rId38"/>
          </p:cNvPr>
          <p:cNvSpPr txBox="1"/>
          <p:nvPr/>
        </p:nvSpPr>
        <p:spPr>
          <a:xfrm>
            <a:off x="2280939" y="6287606"/>
            <a:ext cx="83688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Shopper in carta · 73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65711" y="5462056"/>
            <a:ext cx="1885252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Negozi e attività alimentari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65711" y="5645264"/>
            <a:ext cx="178852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Shopper, sacchetti e carta da incarto.</a:t>
            </a:r>
          </a:p>
        </p:txBody>
      </p:sp>
      <p:sp>
        <p:nvSpPr>
          <p:cNvPr id="124" name="TextBox 123">
            <a:hlinkClick action="ppaction://hlinksldjump" r:id="rId38"/>
          </p:cNvPr>
          <p:cNvSpPr txBox="1"/>
          <p:nvPr/>
        </p:nvSpPr>
        <p:spPr>
          <a:xfrm>
            <a:off x="4339976" y="5882793"/>
            <a:ext cx="83688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Shopper in carta · 73</a:t>
            </a:r>
          </a:p>
        </p:txBody>
      </p:sp>
      <p:sp>
        <p:nvSpPr>
          <p:cNvPr id="125" name="TextBox 124">
            <a:hlinkClick action="ppaction://hlinksldjump" r:id="rId33"/>
          </p:cNvPr>
          <p:cNvSpPr txBox="1"/>
          <p:nvPr/>
        </p:nvSpPr>
        <p:spPr>
          <a:xfrm>
            <a:off x="5319861" y="5882793"/>
            <a:ext cx="10429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Sacchetti SOS avana · 74</a:t>
            </a:r>
          </a:p>
        </p:txBody>
      </p:sp>
      <p:sp>
        <p:nvSpPr>
          <p:cNvPr id="126" name="TextBox 125">
            <a:hlinkClick action="ppaction://hlinksldjump" r:id="rId39"/>
          </p:cNvPr>
          <p:cNvSpPr txBox="1"/>
          <p:nvPr/>
        </p:nvSpPr>
        <p:spPr>
          <a:xfrm>
            <a:off x="4339976" y="6085200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Carta politenata · 72</a:t>
            </a:r>
          </a:p>
        </p:txBody>
      </p:sp>
      <p:sp>
        <p:nvSpPr>
          <p:cNvPr id="127" name="TextBox 126">
            <a:hlinkClick action="ppaction://hlinksldjump" r:id="rId39"/>
          </p:cNvPr>
          <p:cNvSpPr txBox="1"/>
          <p:nvPr/>
        </p:nvSpPr>
        <p:spPr>
          <a:xfrm>
            <a:off x="5300811" y="6085200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Carte da incarto · 72</a:t>
            </a:r>
          </a:p>
        </p:txBody>
      </p:sp>
      <p:sp>
        <p:nvSpPr>
          <p:cNvPr id="128" name="TextBox 127">
            <a:hlinkClick action="ppaction://hlinksldjump" r:id="rId40"/>
          </p:cNvPr>
          <p:cNvSpPr txBox="1"/>
          <p:nvPr/>
        </p:nvSpPr>
        <p:spPr>
          <a:xfrm>
            <a:off x="4339976" y="6287606"/>
            <a:ext cx="11704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Box e-commerce in teso · 70</a:t>
            </a:r>
          </a:p>
        </p:txBody>
      </p:sp>
      <p:sp>
        <p:nvSpPr>
          <p:cNvPr id="129" name="TextBox 128">
            <a:hlinkClick action="ppaction://hlinksldjump" r:id="rId41"/>
          </p:cNvPr>
          <p:cNvSpPr txBox="1"/>
          <p:nvPr/>
        </p:nvSpPr>
        <p:spPr>
          <a:xfrm>
            <a:off x="5643711" y="6287606"/>
            <a:ext cx="10232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Sacchetti trasparenti · 75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7715" y="6676196"/>
            <a:ext cx="123620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Imprese di pulizia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7715" y="6859403"/>
            <a:ext cx="19847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Pavimenti, superfici e trattamenti specifici.</a:t>
            </a:r>
          </a:p>
        </p:txBody>
      </p:sp>
      <p:sp>
        <p:nvSpPr>
          <p:cNvPr id="132" name="TextBox 131">
            <a:hlinkClick action="ppaction://hlinksldjump" r:id="rId42"/>
          </p:cNvPr>
          <p:cNvSpPr txBox="1"/>
          <p:nvPr/>
        </p:nvSpPr>
        <p:spPr>
          <a:xfrm>
            <a:off x="1081980" y="7198136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Aureo · 102</a:t>
            </a:r>
          </a:p>
        </p:txBody>
      </p:sp>
      <p:sp>
        <p:nvSpPr>
          <p:cNvPr id="133" name="TextBox 132">
            <a:hlinkClick action="ppaction://hlinksldjump" r:id="rId42"/>
          </p:cNvPr>
          <p:cNvSpPr txBox="1"/>
          <p:nvPr/>
        </p:nvSpPr>
        <p:spPr>
          <a:xfrm>
            <a:off x="1690389" y="7198136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Korl · 102</a:t>
            </a:r>
          </a:p>
        </p:txBody>
      </p:sp>
      <p:sp>
        <p:nvSpPr>
          <p:cNvPr id="134" name="TextBox 133">
            <a:hlinkClick action="ppaction://hlinksldjump" r:id="rId43"/>
          </p:cNvPr>
          <p:cNvSpPr txBox="1"/>
          <p:nvPr/>
        </p:nvSpPr>
        <p:spPr>
          <a:xfrm>
            <a:off x="2222599" y="7198136"/>
            <a:ext cx="59161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Multiglax · 104</a:t>
            </a:r>
          </a:p>
        </p:txBody>
      </p:sp>
      <p:sp>
        <p:nvSpPr>
          <p:cNvPr id="135" name="TextBox 134">
            <a:hlinkClick action="ppaction://hlinksldjump" r:id="rId42"/>
          </p:cNvPr>
          <p:cNvSpPr txBox="1"/>
          <p:nvPr/>
        </p:nvSpPr>
        <p:spPr>
          <a:xfrm>
            <a:off x="2964358" y="7198136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Deton · 102</a:t>
            </a:r>
          </a:p>
        </p:txBody>
      </p:sp>
      <p:sp>
        <p:nvSpPr>
          <p:cNvPr id="136" name="TextBox 135">
            <a:hlinkClick action="ppaction://hlinksldjump" r:id="rId44"/>
          </p:cNvPr>
          <p:cNvSpPr txBox="1"/>
          <p:nvPr/>
        </p:nvSpPr>
        <p:spPr>
          <a:xfrm>
            <a:off x="1081980" y="7451144"/>
            <a:ext cx="93498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Panni in microfibra · 113</a:t>
            </a:r>
          </a:p>
        </p:txBody>
      </p:sp>
      <p:sp>
        <p:nvSpPr>
          <p:cNvPr id="137" name="TextBox 136">
            <a:hlinkClick action="ppaction://hlinksldjump" r:id="rId45"/>
          </p:cNvPr>
          <p:cNvSpPr txBox="1"/>
          <p:nvPr/>
        </p:nvSpPr>
        <p:spPr>
          <a:xfrm>
            <a:off x="2157114" y="7451144"/>
            <a:ext cx="10919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Piumini catturapolvere · 115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65711" y="6676196"/>
            <a:ext cx="996306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Centri estetici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265711" y="6859403"/>
            <a:ext cx="203379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Pulizia degli ambienti e materiali di servizio.</a:t>
            </a:r>
          </a:p>
        </p:txBody>
      </p:sp>
      <p:sp>
        <p:nvSpPr>
          <p:cNvPr id="140" name="TextBox 139">
            <a:hlinkClick action="ppaction://hlinksldjump" r:id="rId46"/>
          </p:cNvPr>
          <p:cNvSpPr txBox="1"/>
          <p:nvPr/>
        </p:nvSpPr>
        <p:spPr>
          <a:xfrm>
            <a:off x="4339976" y="7096933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Bactive · 105</a:t>
            </a:r>
          </a:p>
        </p:txBody>
      </p:sp>
      <p:sp>
        <p:nvSpPr>
          <p:cNvPr id="141" name="TextBox 140">
            <a:hlinkClick action="ppaction://hlinksldjump" r:id="rId34"/>
          </p:cNvPr>
          <p:cNvSpPr txBox="1"/>
          <p:nvPr/>
        </p:nvSpPr>
        <p:spPr>
          <a:xfrm>
            <a:off x="5015061" y="7096933"/>
            <a:ext cx="55236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Saniglam · 111</a:t>
            </a:r>
          </a:p>
        </p:txBody>
      </p:sp>
      <p:sp>
        <p:nvSpPr>
          <p:cNvPr id="142" name="TextBox 141">
            <a:hlinkClick action="ppaction://hlinksldjump" r:id="rId47"/>
          </p:cNvPr>
          <p:cNvSpPr txBox="1"/>
          <p:nvPr/>
        </p:nvSpPr>
        <p:spPr>
          <a:xfrm>
            <a:off x="5718720" y="7096933"/>
            <a:ext cx="50331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Deodeo · 112</a:t>
            </a:r>
          </a:p>
        </p:txBody>
      </p:sp>
      <p:sp>
        <p:nvSpPr>
          <p:cNvPr id="143" name="TextBox 142">
            <a:hlinkClick action="ppaction://hlinksldjump" r:id="rId48"/>
          </p:cNvPr>
          <p:cNvSpPr txBox="1"/>
          <p:nvPr/>
        </p:nvSpPr>
        <p:spPr>
          <a:xfrm>
            <a:off x="4339976" y="7299339"/>
            <a:ext cx="13764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Panni multiuso e scamosciati · 114</a:t>
            </a:r>
          </a:p>
        </p:txBody>
      </p:sp>
      <p:sp>
        <p:nvSpPr>
          <p:cNvPr id="144" name="TextBox 143">
            <a:hlinkClick action="ppaction://hlinksldjump" r:id="rId45"/>
          </p:cNvPr>
          <p:cNvSpPr txBox="1"/>
          <p:nvPr/>
        </p:nvSpPr>
        <p:spPr>
          <a:xfrm>
            <a:off x="4339976" y="7501746"/>
            <a:ext cx="9742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Salviette di servizio · 115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7715" y="7890336"/>
            <a:ext cx="883942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Studi medici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7715" y="8073543"/>
            <a:ext cx="222019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Detergenza ambientale e accessori di servizio.</a:t>
            </a:r>
          </a:p>
        </p:txBody>
      </p:sp>
      <p:sp>
        <p:nvSpPr>
          <p:cNvPr id="147" name="TextBox 146">
            <a:hlinkClick action="ppaction://hlinksldjump" r:id="rId49"/>
          </p:cNvPr>
          <p:cNvSpPr txBox="1"/>
          <p:nvPr/>
        </p:nvSpPr>
        <p:spPr>
          <a:xfrm>
            <a:off x="1081980" y="8311073"/>
            <a:ext cx="55236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Rtu Plus · 106</a:t>
            </a:r>
          </a:p>
        </p:txBody>
      </p:sp>
      <p:sp>
        <p:nvSpPr>
          <p:cNvPr id="148" name="TextBox 147">
            <a:hlinkClick action="ppaction://hlinksldjump" r:id="rId49"/>
          </p:cNvPr>
          <p:cNvSpPr txBox="1"/>
          <p:nvPr/>
        </p:nvSpPr>
        <p:spPr>
          <a:xfrm>
            <a:off x="1785639" y="8311073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Bactosan · 106</a:t>
            </a:r>
          </a:p>
        </p:txBody>
      </p:sp>
      <p:sp>
        <p:nvSpPr>
          <p:cNvPr id="149" name="TextBox 148">
            <a:hlinkClick action="ppaction://hlinksldjump" r:id="rId47"/>
          </p:cNvPr>
          <p:cNvSpPr txBox="1"/>
          <p:nvPr/>
        </p:nvSpPr>
        <p:spPr>
          <a:xfrm>
            <a:off x="2536924" y="8311073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Glam · 112</a:t>
            </a:r>
          </a:p>
        </p:txBody>
      </p:sp>
      <p:sp>
        <p:nvSpPr>
          <p:cNvPr id="150" name="TextBox 149">
            <a:hlinkClick action="ppaction://hlinksldjump" r:id="rId50"/>
          </p:cNvPr>
          <p:cNvSpPr txBox="1"/>
          <p:nvPr/>
        </p:nvSpPr>
        <p:spPr>
          <a:xfrm>
            <a:off x="1081980" y="8513479"/>
            <a:ext cx="6995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Bagno Rapid · 110</a:t>
            </a:r>
          </a:p>
        </p:txBody>
      </p:sp>
      <p:sp>
        <p:nvSpPr>
          <p:cNvPr id="151" name="TextBox 150">
            <a:hlinkClick action="ppaction://hlinksldjump" r:id="rId44"/>
          </p:cNvPr>
          <p:cNvSpPr txBox="1"/>
          <p:nvPr/>
        </p:nvSpPr>
        <p:spPr>
          <a:xfrm>
            <a:off x="1928514" y="8513479"/>
            <a:ext cx="93498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Panni in microfibra · 113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265711" y="7890336"/>
            <a:ext cx="1542795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Officine e carrozzerie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265711" y="8073543"/>
            <a:ext cx="210246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Pulizia dei pavimenti e delle superfici lavabili.</a:t>
            </a:r>
          </a:p>
        </p:txBody>
      </p:sp>
      <p:sp>
        <p:nvSpPr>
          <p:cNvPr id="154" name="TextBox 153">
            <a:hlinkClick action="ppaction://hlinksldjump" r:id="rId42"/>
          </p:cNvPr>
          <p:cNvSpPr txBox="1"/>
          <p:nvPr/>
        </p:nvSpPr>
        <p:spPr>
          <a:xfrm>
            <a:off x="4339976" y="8311073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Deton · 102</a:t>
            </a:r>
          </a:p>
        </p:txBody>
      </p:sp>
      <p:sp>
        <p:nvSpPr>
          <p:cNvPr id="155" name="TextBox 154">
            <a:hlinkClick action="ppaction://hlinksldjump" r:id="rId51"/>
          </p:cNvPr>
          <p:cNvSpPr txBox="1"/>
          <p:nvPr/>
        </p:nvSpPr>
        <p:spPr>
          <a:xfrm>
            <a:off x="4948386" y="8311073"/>
            <a:ext cx="55236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Sgrasso · 107</a:t>
            </a:r>
          </a:p>
        </p:txBody>
      </p:sp>
      <p:sp>
        <p:nvSpPr>
          <p:cNvPr id="156" name="TextBox 155">
            <a:hlinkClick action="ppaction://hlinksldjump" r:id="rId42"/>
          </p:cNvPr>
          <p:cNvSpPr txBox="1"/>
          <p:nvPr/>
        </p:nvSpPr>
        <p:spPr>
          <a:xfrm>
            <a:off x="5652045" y="8311073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Korl · 102</a:t>
            </a:r>
          </a:p>
        </p:txBody>
      </p:sp>
      <p:sp>
        <p:nvSpPr>
          <p:cNvPr id="157" name="TextBox 156">
            <a:hlinkClick action="ppaction://hlinksldjump" r:id="rId47"/>
          </p:cNvPr>
          <p:cNvSpPr txBox="1"/>
          <p:nvPr/>
        </p:nvSpPr>
        <p:spPr>
          <a:xfrm>
            <a:off x="6184255" y="8311073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Glam · 112</a:t>
            </a:r>
          </a:p>
        </p:txBody>
      </p:sp>
      <p:sp>
        <p:nvSpPr>
          <p:cNvPr id="158" name="TextBox 157">
            <a:hlinkClick action="ppaction://hlinksldjump" r:id="rId45"/>
          </p:cNvPr>
          <p:cNvSpPr txBox="1"/>
          <p:nvPr/>
        </p:nvSpPr>
        <p:spPr>
          <a:xfrm>
            <a:off x="4339976" y="8513479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60" b="0">
                <a:solidFill>
                  <a:srgbClr val="0A2A39"/>
                </a:solidFill>
                <a:latin typeface="Inter Light"/>
              </a:rPr>
              <a:t>Panni per pulizia intensa · 115</a:t>
            </a:r>
          </a:p>
        </p:txBody>
      </p:sp>
      <p:sp>
        <p:nvSpPr>
          <p:cNvPr id="159" name="TextBox 158">
            <a:hlinkClick action="ppaction://hlinksldjump" r:id="rId52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160" name="TextBox 159">
            <a:hlinkClick action="ppaction://hlinksldjump" r:id="rId53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161" name="TextBox 160">
            <a:hlinkClick action="ppaction://hlinksldjump" r:id="rId54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62" name="TextBox 161">
            <a:hlinkClick action="ppaction://hlinksldjump" r:id="rId55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163" name="TextBox 162">
            <a:hlinkClick action="ppaction://hlinksldjump" r:id="rId56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64" name="TextBox 163">
            <a:hlinkClick action="ppaction://hlinksldjump" r:id="rId57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65" name="TextBox 164">
            <a:hlinkClick action="ppaction://hlinksldjump" r:id="rId58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39948" y="10222473"/>
            <a:ext cx="11088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</a:t>
            </a:r>
          </a:p>
        </p:txBody>
      </p:sp>
      <p:sp>
        <p:nvSpPr>
          <p:cNvPr id="167" name="TextBox 166">
            <a:hlinkClick action="ppaction://hlinksldjump" r:id="rId59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68" name="TextBox 167">
            <a:hlinkClick r:id="rId1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70" name="TextBox 169">
            <a:hlinkClick r:id="rId1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1973907"/>
            <a:ext cx="2519957" cy="2519957"/>
          </a:xfrm>
          <a:prstGeom prst="roundRect">
            <a:avLst>
              <a:gd name="adj" fmla="val 3142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1596bfdf428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09" y="2155207"/>
            <a:ext cx="1392435" cy="21572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383905" y="385643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081" y="3904059"/>
            <a:ext cx="82301" cy="82748"/>
          </a:xfrm>
          <a:prstGeom prst="rect">
            <a:avLst/>
          </a:prstGeom>
        </p:spPr>
      </p:pic>
      <p:pic>
        <p:nvPicPr>
          <p:cNvPr id="7" name="Picture 6" descr="svg-0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48" y="5421510"/>
            <a:ext cx="215949" cy="215949"/>
          </a:xfrm>
          <a:prstGeom prst="rect">
            <a:avLst/>
          </a:prstGeom>
        </p:spPr>
      </p:pic>
      <p:pic>
        <p:nvPicPr>
          <p:cNvPr id="8" name="Picture 7" descr="svg-0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9891" y="5421510"/>
            <a:ext cx="215949" cy="215949"/>
          </a:xfrm>
          <a:prstGeom prst="rect">
            <a:avLst/>
          </a:prstGeom>
        </p:spPr>
      </p:pic>
      <p:pic>
        <p:nvPicPr>
          <p:cNvPr id="9" name="Picture 8" descr="svg-00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9833" y="5421510"/>
            <a:ext cx="215949" cy="215949"/>
          </a:xfrm>
          <a:prstGeom prst="rect">
            <a:avLst/>
          </a:prstGeom>
        </p:spPr>
      </p:pic>
      <p:pic>
        <p:nvPicPr>
          <p:cNvPr id="10" name="Picture 9" descr="svg-00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948" y="5745360"/>
            <a:ext cx="215949" cy="215949"/>
          </a:xfrm>
          <a:prstGeom prst="rect">
            <a:avLst/>
          </a:prstGeom>
        </p:spPr>
      </p:pic>
      <p:pic>
        <p:nvPicPr>
          <p:cNvPr id="11" name="Picture 10" descr="svg-00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9891" y="5745360"/>
            <a:ext cx="215949" cy="215949"/>
          </a:xfrm>
          <a:prstGeom prst="rect">
            <a:avLst/>
          </a:prstGeom>
        </p:spPr>
      </p:pic>
      <p:pic>
        <p:nvPicPr>
          <p:cNvPr id="12" name="Picture 11" descr="svg-002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9833" y="5745360"/>
            <a:ext cx="215949" cy="215949"/>
          </a:xfrm>
          <a:prstGeom prst="rect">
            <a:avLst/>
          </a:prstGeom>
        </p:spPr>
      </p:pic>
      <p:pic>
        <p:nvPicPr>
          <p:cNvPr id="13" name="Picture 12" descr="svg-002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948" y="6069210"/>
            <a:ext cx="215949" cy="215949"/>
          </a:xfrm>
          <a:prstGeom prst="rect">
            <a:avLst/>
          </a:prstGeom>
        </p:spPr>
      </p:pic>
      <p:pic>
        <p:nvPicPr>
          <p:cNvPr id="14" name="Picture 13" descr="svg-002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9891" y="6069210"/>
            <a:ext cx="215949" cy="215949"/>
          </a:xfrm>
          <a:prstGeom prst="rect">
            <a:avLst/>
          </a:prstGeom>
        </p:spPr>
      </p:pic>
      <p:pic>
        <p:nvPicPr>
          <p:cNvPr id="15" name="Picture 14" descr="svg-002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9833" y="6069210"/>
            <a:ext cx="215949" cy="215949"/>
          </a:xfrm>
          <a:prstGeom prst="rect">
            <a:avLst/>
          </a:prstGeom>
        </p:spPr>
      </p:pic>
      <p:sp>
        <p:nvSpPr>
          <p:cNvPr id="16" name="Rounded Rectangle 15">
            <a:hlinkClick action="ppaction://hlinksldjump" r:id="rId23"/>
          </p:cNvPr>
          <p:cNvSpPr/>
          <p:nvPr/>
        </p:nvSpPr>
        <p:spPr>
          <a:xfrm>
            <a:off x="539948" y="7273825"/>
            <a:ext cx="1458069" cy="863947"/>
          </a:xfrm>
          <a:prstGeom prst="roundRect">
            <a:avLst>
              <a:gd name="adj" fmla="val 916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op-tavola-stage.jpg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14"/>
          <a:srcRect t="7034" b="7034"/>
          <a:stretch>
            <a:fillRect/>
          </a:stretch>
        </p:blipFill>
        <p:spPr>
          <a:xfrm>
            <a:off x="539948" y="7273825"/>
            <a:ext cx="1458069" cy="863947"/>
          </a:xfrm>
          <a:prstGeom prst="rect">
            <a:avLst/>
          </a:prstGeom>
        </p:spPr>
      </p:pic>
      <p:sp>
        <p:nvSpPr>
          <p:cNvPr id="18" name="Rounded Rectangle 17">
            <a:hlinkClick action="ppaction://hlinksldjump" r:id="rId24"/>
          </p:cNvPr>
          <p:cNvSpPr/>
          <p:nvPr/>
        </p:nvSpPr>
        <p:spPr>
          <a:xfrm>
            <a:off x="2141934" y="7273825"/>
            <a:ext cx="1458069" cy="863947"/>
          </a:xfrm>
          <a:prstGeom prst="roundRect">
            <a:avLst>
              <a:gd name="adj" fmla="val 916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op-bevande-stage.jpg">
            <a:hlinkClick action="ppaction://hlinksldjump" r:id="rId24"/>
          </p:cNvPr>
          <p:cNvPicPr>
            <a:picLocks noChangeAspect="1"/>
          </p:cNvPicPr>
          <p:nvPr/>
        </p:nvPicPr>
        <p:blipFill>
          <a:blip r:embed="rId15"/>
          <a:srcRect t="7034" b="7034"/>
          <a:stretch>
            <a:fillRect/>
          </a:stretch>
        </p:blipFill>
        <p:spPr>
          <a:xfrm>
            <a:off x="2141934" y="7273825"/>
            <a:ext cx="1458069" cy="863947"/>
          </a:xfrm>
          <a:prstGeom prst="rect">
            <a:avLst/>
          </a:prstGeom>
        </p:spPr>
      </p:pic>
      <p:sp>
        <p:nvSpPr>
          <p:cNvPr id="20" name="Rounded Rectangle 19">
            <a:hlinkClick action="ppaction://hlinksldjump" r:id="rId25"/>
          </p:cNvPr>
          <p:cNvSpPr/>
          <p:nvPr/>
        </p:nvSpPr>
        <p:spPr>
          <a:xfrm>
            <a:off x="3743920" y="7273825"/>
            <a:ext cx="1458069" cy="863947"/>
          </a:xfrm>
          <a:prstGeom prst="roundRect">
            <a:avLst>
              <a:gd name="adj" fmla="val 916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op-asporto-stage.jpg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16"/>
          <a:srcRect t="7034" b="7034"/>
          <a:stretch>
            <a:fillRect/>
          </a:stretch>
        </p:blipFill>
        <p:spPr>
          <a:xfrm>
            <a:off x="3743920" y="7273825"/>
            <a:ext cx="1458069" cy="863947"/>
          </a:xfrm>
          <a:prstGeom prst="rect">
            <a:avLst/>
          </a:prstGeom>
        </p:spPr>
      </p:pic>
      <p:sp>
        <p:nvSpPr>
          <p:cNvPr id="22" name="Rounded Rectangle 21">
            <a:hlinkClick action="ppaction://hlinksldjump" r:id="rId26"/>
          </p:cNvPr>
          <p:cNvSpPr/>
          <p:nvPr/>
        </p:nvSpPr>
        <p:spPr>
          <a:xfrm>
            <a:off x="5345906" y="7273825"/>
            <a:ext cx="1458069" cy="863947"/>
          </a:xfrm>
          <a:prstGeom prst="roundRect">
            <a:avLst>
              <a:gd name="adj" fmla="val 916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op-carta-stage.jpg">
            <a:hlinkClick action="ppaction://hlinksldjump" r:id="rId26"/>
          </p:cNvPr>
          <p:cNvPicPr>
            <a:picLocks noChangeAspect="1"/>
          </p:cNvPicPr>
          <p:nvPr/>
        </p:nvPicPr>
        <p:blipFill>
          <a:blip r:embed="rId17"/>
          <a:srcRect t="7034" b="7034"/>
          <a:stretch>
            <a:fillRect/>
          </a:stretch>
        </p:blipFill>
        <p:spPr>
          <a:xfrm>
            <a:off x="5345906" y="7273825"/>
            <a:ext cx="1458069" cy="863947"/>
          </a:xfrm>
          <a:prstGeom prst="rect">
            <a:avLst/>
          </a:prstGeom>
        </p:spPr>
      </p:pic>
      <p:sp>
        <p:nvSpPr>
          <p:cNvPr id="24" name="Rounded Rectangle 23">
            <a:hlinkClick action="ppaction://hlinksldjump" r:id="rId27"/>
          </p:cNvPr>
          <p:cNvSpPr/>
          <p:nvPr/>
        </p:nvSpPr>
        <p:spPr>
          <a:xfrm>
            <a:off x="539948" y="8573392"/>
            <a:ext cx="1458069" cy="863947"/>
          </a:xfrm>
          <a:prstGeom prst="roundRect">
            <a:avLst>
              <a:gd name="adj" fmla="val 916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op-cucina-stage.jpg">
            <a:hlinkClick action="ppaction://hlinksldjump" r:id="rId27"/>
          </p:cNvPr>
          <p:cNvPicPr>
            <a:picLocks noChangeAspect="1"/>
          </p:cNvPicPr>
          <p:nvPr/>
        </p:nvPicPr>
        <p:blipFill>
          <a:blip r:embed="rId18"/>
          <a:srcRect t="7034" b="7034"/>
          <a:stretch>
            <a:fillRect/>
          </a:stretch>
        </p:blipFill>
        <p:spPr>
          <a:xfrm>
            <a:off x="539948" y="8573392"/>
            <a:ext cx="1458069" cy="863947"/>
          </a:xfrm>
          <a:prstGeom prst="rect">
            <a:avLst/>
          </a:prstGeom>
        </p:spPr>
      </p:pic>
      <p:sp>
        <p:nvSpPr>
          <p:cNvPr id="26" name="Rounded Rectangle 25">
            <a:hlinkClick action="ppaction://hlinksldjump" r:id="rId28"/>
          </p:cNvPr>
          <p:cNvSpPr/>
          <p:nvPr/>
        </p:nvSpPr>
        <p:spPr>
          <a:xfrm>
            <a:off x="2141934" y="8573392"/>
            <a:ext cx="1458069" cy="863947"/>
          </a:xfrm>
          <a:prstGeom prst="roundRect">
            <a:avLst>
              <a:gd name="adj" fmla="val 916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op-detergenza-stage.jpg">
            <a:hlinkClick action="ppaction://hlinksldjump" r:id="rId28"/>
          </p:cNvPr>
          <p:cNvPicPr>
            <a:picLocks noChangeAspect="1"/>
          </p:cNvPicPr>
          <p:nvPr/>
        </p:nvPicPr>
        <p:blipFill>
          <a:blip r:embed="rId19"/>
          <a:srcRect t="7034" b="7034"/>
          <a:stretch>
            <a:fillRect/>
          </a:stretch>
        </p:blipFill>
        <p:spPr>
          <a:xfrm>
            <a:off x="2141934" y="8573392"/>
            <a:ext cx="1458069" cy="863947"/>
          </a:xfrm>
          <a:prstGeom prst="rect">
            <a:avLst/>
          </a:prstGeom>
        </p:spPr>
      </p:pic>
      <p:sp>
        <p:nvSpPr>
          <p:cNvPr id="28" name="Rounded Rectangle 27">
            <a:hlinkClick action="ppaction://hlinksldjump" r:id="rId29"/>
          </p:cNvPr>
          <p:cNvSpPr/>
          <p:nvPr/>
        </p:nvSpPr>
        <p:spPr>
          <a:xfrm>
            <a:off x="3743920" y="8573392"/>
            <a:ext cx="1458069" cy="863947"/>
          </a:xfrm>
          <a:prstGeom prst="roundRect">
            <a:avLst>
              <a:gd name="adj" fmla="val 916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op-personalizzazioni-stage.jpg">
            <a:hlinkClick action="ppaction://hlinksldjump" r:id="rId29"/>
          </p:cNvPr>
          <p:cNvPicPr>
            <a:picLocks noChangeAspect="1"/>
          </p:cNvPicPr>
          <p:nvPr/>
        </p:nvPicPr>
        <p:blipFill>
          <a:blip r:embed="rId20"/>
          <a:srcRect t="7034" b="7034"/>
          <a:stretch>
            <a:fillRect/>
          </a:stretch>
        </p:blipFill>
        <p:spPr>
          <a:xfrm>
            <a:off x="3743920" y="8573392"/>
            <a:ext cx="1458069" cy="863947"/>
          </a:xfrm>
          <a:prstGeom prst="rect">
            <a:avLst/>
          </a:prstGeom>
        </p:spPr>
      </p:pic>
      <p:sp>
        <p:nvSpPr>
          <p:cNvPr id="30" name="Rounded Rectangle 29">
            <a:hlinkClick action="ppaction://hlinksldjump" r:id="rId23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24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>
            <a:hlinkClick action="ppaction://hlinksldjump" r:id="rId25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26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>
            <a:hlinkClick action="ppaction://hlinksldjump" r:id="rId27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>
            <a:hlinkClick action="ppaction://hlinksldjump" r:id="rId28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>
            <a:hlinkClick action="ppaction://hlinksldjump" r:id="rId29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0399" y="321979"/>
            <a:ext cx="15398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COME LEGGERE LE SCHEDE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747181"/>
            <a:ext cx="15565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COME LEGGERE LE SCHEDE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901516"/>
            <a:ext cx="4300229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Tutto quello che serve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per scegliere e ordinare.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905" y="2090057"/>
            <a:ext cx="964421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Nome e funzione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905" y="2239183"/>
            <a:ext cx="15726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Il nome della famiglia e a cosa serve.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905" y="2596668"/>
            <a:ext cx="1504012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Materiale e caratteristiche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905" y="2745794"/>
            <a:ext cx="148439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Riportati solo quando documentati.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905" y="3103279"/>
            <a:ext cx="856503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Tabella formati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905" y="3252405"/>
            <a:ext cx="3456351" cy="371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Codice originale dell’articolo e formato, capacità o misura. Le varianti equivalenti sono riunite nella stessa scheda. Il trattino indica che l’articolo non ha un codice nel materiale di origine: identificalo dal formato.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5687" y="3881501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905" y="4077508"/>
            <a:ext cx="30933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Articolo che può riportare il tuo marchio: vedi la sezione Personalizzazioni.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905" y="4434993"/>
            <a:ext cx="147458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905" y="4584119"/>
            <a:ext cx="345635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Quando un’immagine mostra la famiglia e non un singolo articolo lo segnaliamo. Le miniature con codice mostrano l’articolo esatto.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5189254"/>
            <a:ext cx="204835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DETERGENZA: DESTINAZIONE D’USO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782" y="5459675"/>
            <a:ext cx="48369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Pavimenti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87724" y="5459675"/>
            <a:ext cx="114101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Vetri, acciaio e superfici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47667" y="5459675"/>
            <a:ext cx="102328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Cucina e sgrassatura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782" y="5783525"/>
            <a:ext cx="110177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Incrostazioni e calcare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7724" y="5783525"/>
            <a:ext cx="86631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Lavaggio stoviglie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47667" y="5783525"/>
            <a:ext cx="33653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Bagno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782" y="6107375"/>
            <a:ext cx="56218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Lavanderia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87724" y="6107375"/>
            <a:ext cx="49350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Lavamani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47667" y="6107375"/>
            <a:ext cx="43464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Ambienti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948" y="6598359"/>
            <a:ext cx="78966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NAVIGAZIONE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948" y="6765791"/>
            <a:ext cx="5477366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Le linguette numerate sul bordo destro corrispondono alle sette sezioni e portano alla loro apertura. Nel piede di ogni pagina trovi il collegamento all’indice e i nostri contatti.</a:t>
            </a:r>
          </a:p>
        </p:txBody>
      </p:sp>
      <p:sp>
        <p:nvSpPr>
          <p:cNvPr id="63" name="TextBox 62">
            <a:hlinkClick action="ppaction://hlinksldjump" r:id="rId23"/>
          </p:cNvPr>
          <p:cNvSpPr txBox="1"/>
          <p:nvPr/>
        </p:nvSpPr>
        <p:spPr>
          <a:xfrm>
            <a:off x="539948" y="8177276"/>
            <a:ext cx="14031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3F8562"/>
                </a:solidFill>
                <a:latin typeface="Inter Medium"/>
              </a:rPr>
              <a:t>01</a:t>
            </a:r>
          </a:p>
        </p:txBody>
      </p:sp>
      <p:sp>
        <p:nvSpPr>
          <p:cNvPr id="64" name="TextBox 63">
            <a:hlinkClick action="ppaction://hlinksldjump" r:id="rId23"/>
          </p:cNvPr>
          <p:cNvSpPr txBox="1"/>
          <p:nvPr/>
        </p:nvSpPr>
        <p:spPr>
          <a:xfrm>
            <a:off x="716607" y="8177276"/>
            <a:ext cx="86631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Tavola e tovagliati</a:t>
            </a:r>
          </a:p>
        </p:txBody>
      </p:sp>
      <p:sp>
        <p:nvSpPr>
          <p:cNvPr id="65" name="TextBox 64">
            <a:hlinkClick action="ppaction://hlinksldjump" r:id="rId23"/>
          </p:cNvPr>
          <p:cNvSpPr txBox="1"/>
          <p:nvPr/>
        </p:nvSpPr>
        <p:spPr>
          <a:xfrm>
            <a:off x="1940867" y="8177276"/>
            <a:ext cx="9126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6</a:t>
            </a:r>
          </a:p>
        </p:txBody>
      </p:sp>
      <p:sp>
        <p:nvSpPr>
          <p:cNvPr id="66" name="TextBox 65">
            <a:hlinkClick action="ppaction://hlinksldjump" r:id="rId24"/>
          </p:cNvPr>
          <p:cNvSpPr txBox="1"/>
          <p:nvPr/>
        </p:nvSpPr>
        <p:spPr>
          <a:xfrm>
            <a:off x="2141934" y="8177276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3F8562"/>
                </a:solidFill>
                <a:latin typeface="Inter Medium"/>
              </a:rPr>
              <a:t>02</a:t>
            </a:r>
          </a:p>
        </p:txBody>
      </p:sp>
      <p:sp>
        <p:nvSpPr>
          <p:cNvPr id="67" name="TextBox 66">
            <a:hlinkClick action="ppaction://hlinksldjump" r:id="rId24"/>
          </p:cNvPr>
          <p:cNvSpPr txBox="1"/>
          <p:nvPr/>
        </p:nvSpPr>
        <p:spPr>
          <a:xfrm>
            <a:off x="2337643" y="8177276"/>
            <a:ext cx="993853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Bicchieri, bevande e gelato</a:t>
            </a:r>
          </a:p>
        </p:txBody>
      </p:sp>
      <p:sp>
        <p:nvSpPr>
          <p:cNvPr id="68" name="TextBox 67">
            <a:hlinkClick action="ppaction://hlinksldjump" r:id="rId24"/>
          </p:cNvPr>
          <p:cNvSpPr txBox="1"/>
          <p:nvPr/>
        </p:nvSpPr>
        <p:spPr>
          <a:xfrm>
            <a:off x="3485703" y="8177276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27</a:t>
            </a:r>
          </a:p>
        </p:txBody>
      </p:sp>
      <p:sp>
        <p:nvSpPr>
          <p:cNvPr id="69" name="TextBox 68">
            <a:hlinkClick action="ppaction://hlinksldjump" r:id="rId25"/>
          </p:cNvPr>
          <p:cNvSpPr txBox="1"/>
          <p:nvPr/>
        </p:nvSpPr>
        <p:spPr>
          <a:xfrm>
            <a:off x="3743920" y="8177276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3F8562"/>
                </a:solidFill>
                <a:latin typeface="Inter Medium"/>
              </a:rPr>
              <a:t>03</a:t>
            </a:r>
          </a:p>
        </p:txBody>
      </p:sp>
      <p:sp>
        <p:nvSpPr>
          <p:cNvPr id="70" name="TextBox 69">
            <a:hlinkClick action="ppaction://hlinksldjump" r:id="rId25"/>
          </p:cNvPr>
          <p:cNvSpPr txBox="1"/>
          <p:nvPr/>
        </p:nvSpPr>
        <p:spPr>
          <a:xfrm>
            <a:off x="3939629" y="8177276"/>
            <a:ext cx="993853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Asporto e packaging alimentare</a:t>
            </a:r>
          </a:p>
        </p:txBody>
      </p:sp>
      <p:sp>
        <p:nvSpPr>
          <p:cNvPr id="71" name="TextBox 70">
            <a:hlinkClick action="ppaction://hlinksldjump" r:id="rId25"/>
          </p:cNvPr>
          <p:cNvSpPr txBox="1"/>
          <p:nvPr/>
        </p:nvSpPr>
        <p:spPr>
          <a:xfrm>
            <a:off x="5097214" y="8177276"/>
            <a:ext cx="14031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41</a:t>
            </a:r>
          </a:p>
        </p:txBody>
      </p:sp>
      <p:sp>
        <p:nvSpPr>
          <p:cNvPr id="72" name="TextBox 71">
            <a:hlinkClick action="ppaction://hlinksldjump" r:id="rId26"/>
          </p:cNvPr>
          <p:cNvSpPr txBox="1"/>
          <p:nvPr/>
        </p:nvSpPr>
        <p:spPr>
          <a:xfrm>
            <a:off x="5345906" y="8177276"/>
            <a:ext cx="1697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3F8562"/>
                </a:solidFill>
                <a:latin typeface="Inter Medium"/>
              </a:rPr>
              <a:t>04</a:t>
            </a:r>
          </a:p>
        </p:txBody>
      </p:sp>
      <p:sp>
        <p:nvSpPr>
          <p:cNvPr id="73" name="TextBox 72">
            <a:hlinkClick action="ppaction://hlinksldjump" r:id="rId26"/>
          </p:cNvPr>
          <p:cNvSpPr txBox="1"/>
          <p:nvPr/>
        </p:nvSpPr>
        <p:spPr>
          <a:xfrm>
            <a:off x="5551140" y="8177276"/>
            <a:ext cx="856503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Carta, sacchetti e shopper</a:t>
            </a:r>
          </a:p>
        </p:txBody>
      </p:sp>
      <p:sp>
        <p:nvSpPr>
          <p:cNvPr id="74" name="TextBox 73">
            <a:hlinkClick action="ppaction://hlinksldjump" r:id="rId26"/>
          </p:cNvPr>
          <p:cNvSpPr txBox="1"/>
          <p:nvPr/>
        </p:nvSpPr>
        <p:spPr>
          <a:xfrm>
            <a:off x="6708725" y="8177276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71</a:t>
            </a:r>
          </a:p>
        </p:txBody>
      </p:sp>
      <p:sp>
        <p:nvSpPr>
          <p:cNvPr id="75" name="TextBox 74">
            <a:hlinkClick action="ppaction://hlinksldjump" r:id="rId27"/>
          </p:cNvPr>
          <p:cNvSpPr txBox="1"/>
          <p:nvPr/>
        </p:nvSpPr>
        <p:spPr>
          <a:xfrm>
            <a:off x="539948" y="947684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3F8562"/>
                </a:solidFill>
                <a:latin typeface="Inter Medium"/>
              </a:rPr>
              <a:t>05</a:t>
            </a:r>
          </a:p>
        </p:txBody>
      </p:sp>
      <p:sp>
        <p:nvSpPr>
          <p:cNvPr id="76" name="TextBox 75">
            <a:hlinkClick action="ppaction://hlinksldjump" r:id="rId27"/>
          </p:cNvPr>
          <p:cNvSpPr txBox="1"/>
          <p:nvPr/>
        </p:nvSpPr>
        <p:spPr>
          <a:xfrm>
            <a:off x="735657" y="9476844"/>
            <a:ext cx="1131204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Cucina, preparazione e protezione</a:t>
            </a:r>
          </a:p>
        </p:txBody>
      </p:sp>
      <p:sp>
        <p:nvSpPr>
          <p:cNvPr id="77" name="TextBox 76">
            <a:hlinkClick action="ppaction://hlinksldjump" r:id="rId27"/>
          </p:cNvPr>
          <p:cNvSpPr txBox="1"/>
          <p:nvPr/>
        </p:nvSpPr>
        <p:spPr>
          <a:xfrm>
            <a:off x="1883717" y="9476844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88</a:t>
            </a:r>
          </a:p>
        </p:txBody>
      </p:sp>
      <p:sp>
        <p:nvSpPr>
          <p:cNvPr id="78" name="TextBox 77">
            <a:hlinkClick action="ppaction://hlinksldjump" r:id="rId28"/>
          </p:cNvPr>
          <p:cNvSpPr txBox="1"/>
          <p:nvPr/>
        </p:nvSpPr>
        <p:spPr>
          <a:xfrm>
            <a:off x="2141934" y="947684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3F8562"/>
                </a:solidFill>
                <a:latin typeface="Inter Medium"/>
              </a:rPr>
              <a:t>06</a:t>
            </a:r>
          </a:p>
        </p:txBody>
      </p:sp>
      <p:sp>
        <p:nvSpPr>
          <p:cNvPr id="79" name="TextBox 78">
            <a:hlinkClick action="ppaction://hlinksldjump" r:id="rId28"/>
          </p:cNvPr>
          <p:cNvSpPr txBox="1"/>
          <p:nvPr/>
        </p:nvSpPr>
        <p:spPr>
          <a:xfrm>
            <a:off x="2337643" y="9476844"/>
            <a:ext cx="650477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Detergenza professionale</a:t>
            </a:r>
          </a:p>
        </p:txBody>
      </p:sp>
      <p:sp>
        <p:nvSpPr>
          <p:cNvPr id="80" name="TextBox 79">
            <a:hlinkClick action="ppaction://hlinksldjump" r:id="rId28"/>
          </p:cNvPr>
          <p:cNvSpPr txBox="1"/>
          <p:nvPr/>
        </p:nvSpPr>
        <p:spPr>
          <a:xfrm>
            <a:off x="3428553" y="9476844"/>
            <a:ext cx="20899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100</a:t>
            </a:r>
          </a:p>
        </p:txBody>
      </p:sp>
      <p:sp>
        <p:nvSpPr>
          <p:cNvPr id="81" name="TextBox 80">
            <a:hlinkClick action="ppaction://hlinksldjump" r:id="rId29"/>
          </p:cNvPr>
          <p:cNvSpPr txBox="1"/>
          <p:nvPr/>
        </p:nvSpPr>
        <p:spPr>
          <a:xfrm>
            <a:off x="3743920" y="947684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3F8562"/>
                </a:solidFill>
                <a:latin typeface="Inter Medium"/>
              </a:rPr>
              <a:t>07</a:t>
            </a:r>
          </a:p>
        </p:txBody>
      </p:sp>
      <p:sp>
        <p:nvSpPr>
          <p:cNvPr id="82" name="TextBox 81">
            <a:hlinkClick action="ppaction://hlinksldjump" r:id="rId29"/>
          </p:cNvPr>
          <p:cNvSpPr txBox="1"/>
          <p:nvPr/>
        </p:nvSpPr>
        <p:spPr>
          <a:xfrm>
            <a:off x="3939629" y="9476844"/>
            <a:ext cx="934989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Personalizzazioni e realizzazioni</a:t>
            </a:r>
          </a:p>
        </p:txBody>
      </p:sp>
      <p:sp>
        <p:nvSpPr>
          <p:cNvPr id="83" name="TextBox 82">
            <a:hlinkClick action="ppaction://hlinksldjump" r:id="rId29"/>
          </p:cNvPr>
          <p:cNvSpPr txBox="1"/>
          <p:nvPr/>
        </p:nvSpPr>
        <p:spPr>
          <a:xfrm>
            <a:off x="5068639" y="9476844"/>
            <a:ext cx="1697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117</a:t>
            </a:r>
          </a:p>
        </p:txBody>
      </p:sp>
      <p:sp>
        <p:nvSpPr>
          <p:cNvPr id="84" name="TextBox 83">
            <a:hlinkClick action="ppaction://hlinksldjump" r:id="rId23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85" name="TextBox 84">
            <a:hlinkClick action="ppaction://hlinksldjump" r:id="rId24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86" name="TextBox 85">
            <a:hlinkClick action="ppaction://hlinksldjump" r:id="rId25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87" name="TextBox 86">
            <a:hlinkClick action="ppaction://hlinksldjump" r:id="rId26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88" name="TextBox 87">
            <a:hlinkClick action="ppaction://hlinksldjump" r:id="rId27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89" name="TextBox 88">
            <a:hlinkClick action="ppaction://hlinksldjump" r:id="rId28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90" name="TextBox 89">
            <a:hlinkClick action="ppaction://hlinksldjump" r:id="rId29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9948" y="10222473"/>
            <a:ext cx="10107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</a:t>
            </a:r>
          </a:p>
        </p:txBody>
      </p:sp>
      <p:sp>
        <p:nvSpPr>
          <p:cNvPr id="92" name="TextBox 91">
            <a:hlinkClick action="ppaction://hlinksldjump" r:id="rId30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93" name="TextBox 92">
            <a:hlinkClick r:id="rId21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95" name="TextBox 94">
            <a:hlinkClick r:id="rId22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71963"/>
            <a:ext cx="7559873" cy="52199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op-tavola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5687913"/>
            <a:ext cx="6263878" cy="4319141"/>
          </a:xfrm>
          <a:prstGeom prst="rect">
            <a:avLst/>
          </a:prstGeom>
        </p:spPr>
      </p:pic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73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CFE1D7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6653" y="321979"/>
            <a:ext cx="12656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8FB0A0"/>
                </a:solidFill>
                <a:latin typeface="Inter"/>
              </a:rPr>
              <a:t>TAVOLA E TOVAGLIATI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573648"/>
            <a:ext cx="1033556" cy="131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0000"/>
              </a:lnSpc>
            </a:pPr>
            <a:r>
              <a:rPr sz="8400" b="0" spc="-336">
                <a:solidFill>
                  <a:srgbClr val="73B18D"/>
                </a:solidFill>
                <a:latin typeface="Inter Light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1801480"/>
            <a:ext cx="3800341" cy="5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0" spc="-43">
                <a:solidFill>
                  <a:srgbClr val="FFFFFF"/>
                </a:solidFill>
                <a:latin typeface="Inter Light"/>
              </a:rPr>
              <a:t>Tavola e tovagliati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4496757"/>
            <a:ext cx="2681302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7000"/>
              </a:lnSpc>
            </a:pPr>
            <a:r>
              <a:rPr sz="1300" b="0">
                <a:solidFill>
                  <a:srgbClr val="73B18D"/>
                </a:solidFill>
                <a:latin typeface="Inter Light"/>
              </a:rPr>
              <a:t>Il primo dettaglio dell’accoglienza.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4838169"/>
            <a:ext cx="2926571" cy="3594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C9DCD2"/>
                </a:solidFill>
                <a:latin typeface="Inter Light"/>
              </a:rPr>
              <a:t>Tovaglie, tovaglioli, piatti, posate e accessori per apparecchiare con ordine e carattere.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4428083" y="4478898"/>
            <a:ext cx="99385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Tovagliati e tovaglioli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6746825" y="4478898"/>
            <a:ext cx="91264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7</a:t>
            </a:r>
          </a:p>
        </p:txBody>
      </p:sp>
      <p:sp>
        <p:nvSpPr>
          <p:cNvPr id="20" name="TextBox 19">
            <a:hlinkClick action="ppaction://hlinksldjump" r:id="rId14"/>
          </p:cNvPr>
          <p:cNvSpPr txBox="1"/>
          <p:nvPr/>
        </p:nvSpPr>
        <p:spPr>
          <a:xfrm>
            <a:off x="4428083" y="4747830"/>
            <a:ext cx="68972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Piatti e vassoi</a:t>
            </a:r>
          </a:p>
        </p:txBody>
      </p:sp>
      <p:sp>
        <p:nvSpPr>
          <p:cNvPr id="21" name="TextBox 20">
            <a:hlinkClick action="ppaction://hlinksldjump" r:id="rId14"/>
          </p:cNvPr>
          <p:cNvSpPr txBox="1"/>
          <p:nvPr/>
        </p:nvSpPr>
        <p:spPr>
          <a:xfrm>
            <a:off x="6699200" y="4747830"/>
            <a:ext cx="140318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13</a:t>
            </a:r>
          </a:p>
        </p:txBody>
      </p:sp>
      <p:sp>
        <p:nvSpPr>
          <p:cNvPr id="22" name="TextBox 21">
            <a:hlinkClick action="ppaction://hlinksldjump" r:id="rId15"/>
          </p:cNvPr>
          <p:cNvSpPr txBox="1"/>
          <p:nvPr/>
        </p:nvSpPr>
        <p:spPr>
          <a:xfrm>
            <a:off x="4428083" y="5016762"/>
            <a:ext cx="95461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Posate e accessori</a:t>
            </a:r>
          </a:p>
        </p:txBody>
      </p:sp>
      <p:sp>
        <p:nvSpPr>
          <p:cNvPr id="23" name="TextBox 22">
            <a:hlinkClick action="ppaction://hlinksldjump" r:id="rId15"/>
          </p:cNvPr>
          <p:cNvSpPr txBox="1"/>
          <p:nvPr/>
        </p:nvSpPr>
        <p:spPr>
          <a:xfrm>
            <a:off x="6699200" y="5016762"/>
            <a:ext cx="140318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19</a:t>
            </a:r>
          </a:p>
        </p:txBody>
      </p: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02</a:t>
            </a:r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03</a:t>
            </a:r>
          </a:p>
        </p:txBody>
      </p:sp>
      <p:sp>
        <p:nvSpPr>
          <p:cNvPr id="27" name="TextBox 26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04</a:t>
            </a:r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05</a:t>
            </a:r>
          </a:p>
        </p:txBody>
      </p:sp>
      <p:sp>
        <p:nvSpPr>
          <p:cNvPr id="29" name="TextBox 28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06</a:t>
            </a:r>
          </a:p>
        </p:txBody>
      </p:sp>
      <p:sp>
        <p:nvSpPr>
          <p:cNvPr id="30" name="TextBox 29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10222473"/>
            <a:ext cx="11088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</a:t>
            </a:r>
          </a:p>
        </p:txBody>
      </p:sp>
      <p:sp>
        <p:nvSpPr>
          <p:cNvPr id="32" name="TextBox 31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5" name="TextBox 34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062757"/>
          </a:xfrm>
          <a:prstGeom prst="roundRect">
            <a:avLst>
              <a:gd name="adj" fmla="val 383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85bcd5512aaa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966079"/>
            <a:ext cx="2789932" cy="12104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700313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747938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948" y="3946624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97944" y="647997"/>
            <a:ext cx="3006030" cy="2351335"/>
          </a:xfrm>
          <a:prstGeom prst="roundRect">
            <a:avLst>
              <a:gd name="adj" fmla="val 336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585ac92b60163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031" y="755941"/>
            <a:ext cx="1719708" cy="191934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7944" y="398889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036516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97944" y="4235201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9948" y="5548758"/>
            <a:ext cx="3006030" cy="2339875"/>
          </a:xfrm>
          <a:prstGeom prst="roundRect">
            <a:avLst>
              <a:gd name="adj" fmla="val 338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e3636be94505b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610" y="5658015"/>
            <a:ext cx="2310705" cy="1905265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39948" y="8878192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× 120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 × 120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797944" y="5548758"/>
            <a:ext cx="3006030" cy="2542133"/>
          </a:xfrm>
          <a:prstGeom prst="roundRect">
            <a:avLst>
              <a:gd name="adj" fmla="val 3115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70ff08270fcf4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994" y="5797118"/>
            <a:ext cx="2789932" cy="1829463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080450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621" y="321979"/>
            <a:ext cx="28508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TOVAGLIATI E TOVAGLIOLI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848" y="2519873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2786275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2949093"/>
            <a:ext cx="174238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Tovagliolo soft touch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3234397"/>
            <a:ext cx="293638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Una finitura effetto lino per una mise en place curata.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3481600"/>
            <a:ext cx="100366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Spunlace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730" y="3725381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4352840"/>
            <a:ext cx="3112975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Bianco neutro e sei tonalità effetto lino. Personalizzazione su bianco e tinte unite.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4666421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3074853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3237671"/>
            <a:ext cx="1650867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Pocket portaposate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3522975"/>
            <a:ext cx="283827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Il tovagliolo con tasca che completa il posto tavola.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3770178"/>
            <a:ext cx="100366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Spunlace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09727" y="401395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944" y="4641418"/>
            <a:ext cx="30541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Bianco neutro; azzurro, grigio, marrone, bordeaux, tortora e verde effetto lino.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848" y="7697752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7964155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8126973"/>
            <a:ext cx="124004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Runner in TNT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948" y="8412276"/>
            <a:ext cx="284808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Una fascia di colore per valorizzare il centro tavola.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948" y="8659480"/>
            <a:ext cx="149420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Tessuto non tessuto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9486517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5845" y="7900010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7944" y="8166412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7944" y="8329230"/>
            <a:ext cx="153313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Tovaglietta in TNT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944" y="8614533"/>
            <a:ext cx="245565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Il formato essenziale per il servizio al tavolo.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7944" y="8861737"/>
            <a:ext cx="149420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Tessuto non tessuto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7944" y="9486666"/>
            <a:ext cx="146476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Coordinabile con tovaglie e runner.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9677613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55" name="TextBox 54">
            <a:hlinkClick action="ppaction://hlinksldjump" r:id="rId10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56" name="TextBox 55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7" name="TextBox 56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8" name="TextBox 57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9" name="TextBox 58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0" name="TextBox 59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1" name="TextBox 60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948" y="10222473"/>
            <a:ext cx="10107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</a:t>
            </a:r>
          </a:p>
        </p:txBody>
      </p:sp>
      <p:sp>
        <p:nvSpPr>
          <p:cNvPr id="63" name="TextBox 62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4" name="TextBox 63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66" name="TextBox 65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5347394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631f981b16dbe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1571400"/>
            <a:ext cx="6263878" cy="256445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6716315"/>
          <a:ext cx="1967954" cy="31734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10778"/>
                <a:gridCol w="145717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 × 120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150 × 150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arancio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avorio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beige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64559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blu cobalto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64352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blu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bordeaux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64378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celeste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giallo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64354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grigio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grigio perla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64558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lilla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687835" y="6716315"/>
          <a:ext cx="1968102" cy="31734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3960"/>
                <a:gridCol w="14741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marrone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64351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nero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64377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rosa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64355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rosso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verde acqua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verde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64353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verde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× 100 cm · vinaccia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arancio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avorio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beige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blu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bordeaux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giallo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35872" y="6716315"/>
          <a:ext cx="1968102" cy="297134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393"/>
                <a:gridCol w="1484709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grigio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marrone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nero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rosso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× 140 cm · verde foresta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argento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celeste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giallo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nero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oro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rosso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verde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 × 1,2 m · rosa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7621" y="321979"/>
            <a:ext cx="28508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TOVAGLIATI E TOVAGLIOLI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5120644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5662676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5808528"/>
            <a:ext cx="2347890" cy="402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Tovaglie in TNT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1820" y="5634101"/>
            <a:ext cx="2632248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Colore e praticità per ristorazione, banqueting e accoglienza.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1820" y="6061536"/>
            <a:ext cx="149420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Tessuto non tessuto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1820" y="6280313"/>
            <a:ext cx="294619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3" name="TextBox 22">
            <a:hlinkClick action="ppaction://hlinksldjump" r:id="rId6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24" name="TextBox 23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5" name="TextBox 24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7" name="TextBox 26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28" name="TextBox 27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29" name="TextBox 28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10222473"/>
            <a:ext cx="11088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1" name="TextBox 30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2" name="TextBox 31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4" name="TextBox 33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354907"/>
          </a:xfrm>
          <a:prstGeom prst="roundRect">
            <a:avLst>
              <a:gd name="adj" fmla="val 336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bc8b5381d8324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1086237"/>
            <a:ext cx="2789932" cy="12623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992463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040088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948" y="4238773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1525"/>
                <a:gridCol w="22345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17 × 17 cm · bianco / avana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97944" y="647997"/>
            <a:ext cx="3006030" cy="2051298"/>
          </a:xfrm>
          <a:prstGeom prst="roundRect">
            <a:avLst>
              <a:gd name="adj" fmla="val 386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ba5924b8561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829312"/>
            <a:ext cx="2789932" cy="147271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3858220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Tovaglia 100 × 200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Tovagliolo 40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30f1b2c59bb8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6033573"/>
            <a:ext cx="3095922" cy="334579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067770" y="6934200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981825"/>
            <a:ext cx="82301" cy="82748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067770" y="7191375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2323"/>
                <a:gridCol w="2243881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Per tovaglioli 17 × 17 / 25 × 25 / 33 × 33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Per tovaglioli 17 × 33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Da zucchero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621" y="321979"/>
            <a:ext cx="28508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TOVAGLIATI E TOVAGLIOLI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848" y="2812023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948" y="3078425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3241243"/>
            <a:ext cx="166834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Tovagliolo da banco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3526546"/>
            <a:ext cx="234773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caffetteria, gelateria e servizio veloce.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3773750"/>
            <a:ext cx="163155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velina o ovattata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730" y="4017530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4644990"/>
            <a:ext cx="16413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Stampa del logo su una o due tonalità.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4835936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5845" y="2508413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2774816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2937633"/>
            <a:ext cx="1830679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Coordinato soft touch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3222937"/>
            <a:ext cx="2946192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Tovaglia e tovaglioli della stessa linea, per una tavola armoniosa.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3639507"/>
            <a:ext cx="100366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Spunlace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4466545"/>
            <a:ext cx="266168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Effetto lino: azzurro, grigio, marrone, bordeaux, tortora e verde.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4657491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5537958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5711641"/>
            <a:ext cx="1605952" cy="507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Portatovaglioli e portazucchero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6277188"/>
            <a:ext cx="2602816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 accessorio da banco con incisione laser del marchio.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770" y="6704622"/>
            <a:ext cx="90555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Bambù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9552" y="6959267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770" y="9622249"/>
            <a:ext cx="16413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 formati indicano i tovaglioli abbinabili.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8" name="TextBox 47">
            <a:hlinkClick action="ppaction://hlinksldjump" r:id="rId9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9" name="TextBox 48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0" name="TextBox 49">
            <a:hlinkClick action="ppaction://hlinksldjump" r:id="rId11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1" name="TextBox 50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2" name="TextBox 51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3" name="TextBox 52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4" name="TextBox 53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948" y="10222473"/>
            <a:ext cx="11088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</a:t>
            </a:r>
          </a:p>
        </p:txBody>
      </p:sp>
      <p:sp>
        <p:nvSpPr>
          <p:cNvPr id="56" name="TextBox 55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7" name="TextBox 56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9" name="TextBox 58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0999819aa53b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63" y="789757"/>
            <a:ext cx="2287041" cy="403175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566713"/>
          <a:ext cx="2736204" cy="18759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5917"/>
                <a:gridCol w="230028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071556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Bis · 16 cm +Tov 23/2v P10 busta plastica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071557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Bis · 16,5 cm +Tov 33/2v P12 busta cartoncino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072554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Bis · 16 cm +Tov 30/2v P12 busta cartoncino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564005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Bis · 17,5 cm +Tov33/2v P12 busta plastica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564006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Tris · 17,5 cm +Tov33/2v P12 busta plastica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080501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Salviettina · 11,5 × 20 cm bustina 6 × 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64284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set forchetta + coltello + tovagliolo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set forchetta + cucchiaio + coltello + tovagliolo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099024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87ea4646b7694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4165020"/>
            <a:ext cx="224879" cy="5014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099024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8322884883386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861" y="4164920"/>
            <a:ext cx="291851" cy="5016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099024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c1c36d65eefa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8100" y="4163815"/>
            <a:ext cx="537418" cy="5038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3837" y="4099024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b925e67aa2066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5056" y="4208418"/>
            <a:ext cx="647848" cy="45927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2aa4c4fab38e5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79" y="5690980"/>
            <a:ext cx="2341661" cy="4030829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067770" y="6298108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1392"/>
                <a:gridCol w="207481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050207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TNT · 45 × 73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050208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TNT decorato · 35 × 38,5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050232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/ PE · 27 × 34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5f0de9b3e1a84f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6541" y="9389487"/>
            <a:ext cx="292596" cy="50289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766477e285053c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7" y="9389111"/>
            <a:ext cx="311348" cy="503651"/>
          </a:xfrm>
          <a:prstGeom prst="rect">
            <a:avLst/>
          </a:prstGeom>
        </p:spPr>
      </p:pic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8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9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621" y="321979"/>
            <a:ext cx="28508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TOVAGLIATI E TOVAGLIOLI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8914" y="4981192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071557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637197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810880"/>
            <a:ext cx="2332867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1147529"/>
            <a:ext cx="2632248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Posate monouso per il servizio a tavola e il take away.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4875" y="4692764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071556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373" y="4692764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072554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9395" y="4692764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564005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1417" y="4692764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564006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39864" y="9881954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050208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5537958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5711641"/>
            <a:ext cx="2129447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Bavagli per il servizio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6048290"/>
            <a:ext cx="242622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Protezione monouso per il servizio a tavola.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5350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050208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373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050232</a:t>
            </a:r>
          </a:p>
        </p:txBody>
      </p:sp>
      <p:sp>
        <p:nvSpPr>
          <p:cNvPr id="46" name="TextBox 45">
            <a:hlinkClick action="ppaction://hlinksldjump" r:id="rId13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7" name="TextBox 46">
            <a:hlinkClick action="ppaction://hlinksldjump" r:id="rId14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8" name="TextBox 47">
            <a:hlinkClick action="ppaction://hlinksldjump" r:id="rId15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9" name="TextBox 48">
            <a:hlinkClick action="ppaction://hlinksldjump" r:id="rId16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0" name="TextBox 49">
            <a:hlinkClick action="ppaction://hlinksldjump" r:id="rId17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1" name="TextBox 50">
            <a:hlinkClick action="ppaction://hlinksldjump" r:id="rId18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2" name="TextBox 51">
            <a:hlinkClick action="ppaction://hlinksldjump" r:id="rId19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54" name="TextBox 53">
            <a:hlinkClick action="ppaction://hlinksldjump" r:id="rId20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5" name="TextBox 54">
            <a:hlinkClick r:id="rId11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7" name="TextBox 56">
            <a:hlinkClick r:id="rId12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639913"/>
          </a:xfrm>
          <a:prstGeom prst="roundRect">
            <a:avLst>
              <a:gd name="adj" fmla="val 3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549ccbb8f672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00" y="757321"/>
            <a:ext cx="1279326" cy="22053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277469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325094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948" y="4523779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4596"/>
                <a:gridCol w="2421433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Con tovagliolo 38 × 38 / 40 × 40 cm · 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97944" y="647997"/>
            <a:ext cx="3006030" cy="2351335"/>
          </a:xfrm>
          <a:prstGeom prst="roundRect">
            <a:avLst>
              <a:gd name="adj" fmla="val 336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696e017df0428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906" y="757341"/>
            <a:ext cx="2666107" cy="19165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7944" y="398889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036516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97944" y="4235201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7161"/>
                <a:gridCol w="237886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 / 34 × 50 cm · 50 / 80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3d5346ce9f75f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6859282"/>
            <a:ext cx="3095922" cy="169422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67770" y="670530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752927"/>
            <a:ext cx="82301" cy="82748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067770" y="6962477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8092"/>
                <a:gridCol w="227811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 veli · 25 × 25 / 33 × 33 / 40 × 40 / 17 × 33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veli · 48 × 48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64679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Natale tovaglioli 33 × 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Vietri tovaglioli 33 × 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621" y="321979"/>
            <a:ext cx="28508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TOVAGLIATI E TOVAGLIOLI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3363431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3526249"/>
            <a:ext cx="1555059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Buste portaposate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3811552"/>
            <a:ext cx="309335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058756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730" y="4302536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5845" y="2808451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3074853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3237671"/>
            <a:ext cx="1587710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Tovagliette in carta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3522975"/>
            <a:ext cx="309335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3770178"/>
            <a:ext cx="147458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bianca / kraft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9727" y="401395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4641418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7770" y="5537958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5711641"/>
            <a:ext cx="1852907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Tovaglioli in ovatta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6048290"/>
            <a:ext cx="2700924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Tovaglioli in ovatta per il servizio a tavola, anche personalizzati.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6475725"/>
            <a:ext cx="149420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· 2 veli · 3 veli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9552" y="673036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770" y="9622249"/>
            <a:ext cx="17983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 decori Natale e Vietri non sono raffigurati.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7" name="TextBox 46">
            <a:hlinkClick action="ppaction://hlinksldjump" r:id="rId9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8" name="TextBox 47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9" name="TextBox 48">
            <a:hlinkClick action="ppaction://hlinksldjump" r:id="rId11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0" name="TextBox 49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1" name="TextBox 50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2" name="TextBox 51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3" name="TextBox 52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948" y="10222473"/>
            <a:ext cx="13050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</a:t>
            </a:r>
          </a:p>
        </p:txBody>
      </p:sp>
      <p:sp>
        <p:nvSpPr>
          <p:cNvPr id="55" name="TextBox 54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6" name="TextBox 55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8" name="TextBox 57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351335"/>
          </a:xfrm>
          <a:prstGeom prst="roundRect">
            <a:avLst>
              <a:gd name="adj" fmla="val 336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5ebcea853ae70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776491"/>
            <a:ext cx="2789932" cy="18782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98889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036516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948" y="4235201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97944" y="647997"/>
            <a:ext cx="3006030" cy="2152650"/>
          </a:xfrm>
          <a:prstGeom prst="roundRect">
            <a:avLst>
              <a:gd name="adj" fmla="val 367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b61bda1e8cf6d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631" y="756303"/>
            <a:ext cx="1262508" cy="17199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7944" y="379020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3837830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97944" y="4036516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18678"/>
                <a:gridCol w="2387351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110 × 190 / 130 × 190 / 190 × 190 mm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Bustina 75 × 140 mm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70a2d48492876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6609414"/>
            <a:ext cx="3095922" cy="21939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67770" y="670530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752927"/>
            <a:ext cx="82301" cy="82748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067770" y="6962477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Kraft Ø 8,5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Ovatta PE · Ø 8,5–18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Ovale 9,5 × 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621" y="321979"/>
            <a:ext cx="28508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TOVAGLIATI E TOVAGLIOLI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848" y="2808451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3074853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3237671"/>
            <a:ext cx="192219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Tovagliette carta paglia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3522975"/>
            <a:ext cx="309335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3770178"/>
            <a:ext cx="159230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paglia · 80 g/m²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730" y="401395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4641418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5845" y="260976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2876167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3038985"/>
            <a:ext cx="1853520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Salviettine rinfrescanti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3324289"/>
            <a:ext cx="309335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3571492"/>
            <a:ext cx="160212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Salvietta confezionata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9727" y="381527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4644841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5537958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5711641"/>
            <a:ext cx="265846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Sottotazza e sottobicchieri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770" y="6048290"/>
            <a:ext cx="2416412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770" y="6475725"/>
            <a:ext cx="136666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/ ovatta 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9552" y="673036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8" name="TextBox 47">
            <a:hlinkClick action="ppaction://hlinksldjump" r:id="rId9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9" name="TextBox 48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0" name="TextBox 49">
            <a:hlinkClick action="ppaction://hlinksldjump" r:id="rId11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1" name="TextBox 50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2" name="TextBox 51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3" name="TextBox 52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4" name="TextBox 53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948" y="10222473"/>
            <a:ext cx="15012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</a:t>
            </a:r>
          </a:p>
        </p:txBody>
      </p:sp>
      <p:sp>
        <p:nvSpPr>
          <p:cNvPr id="56" name="TextBox 55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7" name="TextBox 56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9" name="TextBox 58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4896556c9d8ef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1188409"/>
            <a:ext cx="2789932" cy="15123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494460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44468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69314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WPT34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498228"/>
          </a:xfrm>
          <a:prstGeom prst="roundRect">
            <a:avLst>
              <a:gd name="adj" fmla="val 317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6025d2da6da0b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763038"/>
            <a:ext cx="2789932" cy="2052048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797944" y="4078188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512002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22,5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512001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17,5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618458bc52170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6847167"/>
            <a:ext cx="3095922" cy="1718602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7770" y="6467475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5210"/>
                <a:gridCol w="2000994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520014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400 ml · Ø 22,5 h 5,3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520012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400 ml · Ø 23 h 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510116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510015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319a7a933bfbd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840" y="9533477"/>
            <a:ext cx="647997" cy="35898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7dcfb48d2d346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0862" y="9518132"/>
            <a:ext cx="647997" cy="37419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71814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448ebb42968a6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2885" y="9481499"/>
            <a:ext cx="647997" cy="410702"/>
          </a:xfrm>
          <a:prstGeom prst="rect">
            <a:avLst/>
          </a:prstGeom>
        </p:spPr>
      </p:pic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7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8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79700" y="321979"/>
            <a:ext cx="386840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TOVAGLIATI E TOVAGLIOLI · PIATTI E VASSOI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3532797"/>
            <a:ext cx="15076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TOVAGLIATI E TOVAGLIOLI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3695615"/>
            <a:ext cx="260557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Tovagliette stampate su misura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3980919"/>
            <a:ext cx="57199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Accessori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4228122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730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2555" y="44719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5845" y="2955344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3221746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3384564"/>
            <a:ext cx="92609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Piatti Étoile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3669868"/>
            <a:ext cx="2779410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Piatti monouso per il servizio a tavola, il catering e l’asporto.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4686513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8914" y="9881954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520014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5537958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5711641"/>
            <a:ext cx="1437330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Piatti Gourmet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770" y="6048290"/>
            <a:ext cx="2779410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Piatti monouso per il servizio a tavola, il catering e l’asporto.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4875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520014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65948" y="9917970"/>
            <a:ext cx="2773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510116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8445" y="9917970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510015</a:t>
            </a:r>
          </a:p>
        </p:txBody>
      </p:sp>
      <p:sp>
        <p:nvSpPr>
          <p:cNvPr id="48" name="TextBox 47">
            <a:hlinkClick action="ppaction://hlinksldjump" r:id="rId12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9" name="TextBox 48">
            <a:hlinkClick action="ppaction://hlinksldjump" r:id="rId13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0" name="TextBox 49">
            <a:hlinkClick action="ppaction://hlinksldjump" r:id="rId14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1" name="TextBox 50">
            <a:hlinkClick action="ppaction://hlinksldjump" r:id="rId15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2" name="TextBox 51">
            <a:hlinkClick action="ppaction://hlinksldjump" r:id="rId16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3" name="TextBox 52">
            <a:hlinkClick action="ppaction://hlinksldjump" r:id="rId17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4" name="TextBox 53">
            <a:hlinkClick action="ppaction://hlinksldjump" r:id="rId18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13</a:t>
            </a:r>
          </a:p>
        </p:txBody>
      </p:sp>
      <p:sp>
        <p:nvSpPr>
          <p:cNvPr id="56" name="TextBox 55">
            <a:hlinkClick action="ppaction://hlinksldjump" r:id="rId19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7" name="TextBox 56">
            <a:hlinkClick r:id="rId10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9" name="TextBox 58">
            <a:hlinkClick r:id="rId11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2cf5d5f03c68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719392"/>
            <a:ext cx="3095922" cy="217263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566713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510031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 × 16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510032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× 16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51fb6f13097f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0" y="4535745"/>
            <a:ext cx="647997" cy="4563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47455619d8e4b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62" y="4538159"/>
            <a:ext cx="647997" cy="4532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d4b5983078d29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59" y="6823025"/>
            <a:ext cx="3095701" cy="176673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67770" y="6467475"/>
          <a:ext cx="2736204" cy="11523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511004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17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511005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22,5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680 ml · Ø 20,5 h 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550 ml · Ø 18,7 h 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511002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21 cm Piatto Medio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ef674c205ac59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840" y="9462847"/>
            <a:ext cx="647997" cy="4289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e97f8514925e8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0862" y="9436358"/>
            <a:ext cx="647997" cy="45633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71814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2a7b7cf007497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2885" y="9523482"/>
            <a:ext cx="647997" cy="36811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73837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01aeba5400b10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4907" y="9469089"/>
            <a:ext cx="647997" cy="422871"/>
          </a:xfrm>
          <a:prstGeom prst="rect">
            <a:avLst/>
          </a:prstGeom>
        </p:spPr>
      </p:pic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8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9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8732" y="321979"/>
            <a:ext cx="228320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PIATTI E VASSOI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8914" y="4981192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510033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637197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810880"/>
            <a:ext cx="1003817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Piatti Shiq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1147529"/>
            <a:ext cx="2779410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Piatti monouso per il servizio a tavola, il catering e l’asporto.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4400" y="5017209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6898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39864" y="9881954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540005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770" y="5537958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7770" y="5711641"/>
            <a:ext cx="1539883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Piatti Bordofino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7770" y="6048290"/>
            <a:ext cx="2779410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Piatti monouso per il servizio a tavola, il catering e l’asporto.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4400" y="9917970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511004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423" y="9917970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511005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9395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540008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0467" y="9917970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511002</a:t>
            </a:r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6" name="TextBox 45">
            <a:hlinkClick action="ppaction://hlinksldjump" r:id="rId15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7" name="TextBox 46">
            <a:hlinkClick action="ppaction://hlinksldjump" r:id="rId16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9" name="TextBox 48">
            <a:hlinkClick action="ppaction://hlinksldjump" r:id="rId18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0" name="TextBox 49">
            <a:hlinkClick action="ppaction://hlinksldjump" r:id="rId19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52" name="TextBox 51">
            <a:hlinkClick action="ppaction://hlinksldjump" r:id="rId20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3" name="TextBox 52">
            <a:hlinkClick r:id="rId11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5" name="TextBox 54">
            <a:hlinkClick r:id="rId12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75ed85873c09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668052"/>
            <a:ext cx="3311872" cy="240355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60840f130756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25" y="965145"/>
            <a:ext cx="1187946" cy="8620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52df64c5b5c87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004" y="984180"/>
            <a:ext cx="1187946" cy="8437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94439c480b74c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125" y="2333917"/>
            <a:ext cx="1187946" cy="8620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901cc207e065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004" y="2330980"/>
            <a:ext cx="1187946" cy="865068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987873" y="7667922"/>
          <a:ext cx="1818083" cy="17586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22,5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22,5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17,5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E pizza cm 33 ×l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64359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Fondo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Fondo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85891" y="7667922"/>
          <a:ext cx="1818083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Fondo cm 19 ml 700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Fondo cm 19 700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Frutta cm 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Frutta cm 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Piano cm 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Piano cm 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Piano cm 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8732" y="321979"/>
            <a:ext cx="228320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PIATTI E VASSOI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1632" y="1853718"/>
            <a:ext cx="64311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510002 / 64398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013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7539" y="322159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2137" y="7153190"/>
            <a:ext cx="361826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510005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7695222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7841074"/>
            <a:ext cx="1870995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8638197"/>
            <a:ext cx="2200575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Piatti monouso per il servizio a tavola, il catering e l’asporto.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9046582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35" name="TextBox 34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7" name="TextBox 36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8" name="TextBox 37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0" name="TextBox 39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10222473"/>
            <a:ext cx="15012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42" name="TextBox 41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3" name="TextBox 42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5" name="TextBox 44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535eea2b755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935965"/>
            <a:ext cx="3095922" cy="173948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397347"/>
          <a:ext cx="2736205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7700"/>
                <a:gridCol w="20885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400 ml · Ø 18 h 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680 ml · Ø 19 h 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580416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680 ml Ø 19,5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6b677f61fcc36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0" y="4565765"/>
            <a:ext cx="647997" cy="4259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85daf5e5ceb1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62" y="4629185"/>
            <a:ext cx="647997" cy="36202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dcd4f82ac2f25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885" y="4559672"/>
            <a:ext cx="647997" cy="43199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ea474dcb015ec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898" y="6790134"/>
            <a:ext cx="3095824" cy="1832669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7770" y="6467475"/>
          <a:ext cx="2736204" cy="1960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 × 26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 × 13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 × 16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Quadrato 15 × 15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Quadrato 21 × 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Quadrato 21 × 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Quadrato 26 × 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Quadrato 26 × 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067770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6411cb9dcd21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8840" y="9076759"/>
            <a:ext cx="647997" cy="38332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769792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090b7f8bc1677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0862" y="9185105"/>
            <a:ext cx="647997" cy="383322"/>
          </a:xfrm>
          <a:prstGeom prst="rect">
            <a:avLst/>
          </a:prstGeom>
        </p:spPr>
      </p:pic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6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7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8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8732" y="321979"/>
            <a:ext cx="228320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PIATTI E VASSOI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9864" y="4981192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520006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637197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810880"/>
            <a:ext cx="1843096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Piatti fondi Classic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1147529"/>
            <a:ext cx="240660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primi piatti, zuppe e porzioni con fondo.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5350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520004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373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520006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48920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580416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770" y="5537958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770" y="5711641"/>
            <a:ext cx="2158880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7770" y="6048290"/>
            <a:ext cx="2779410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Piatti monouso per il servizio a tavola, il catering e l’asporto.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0930" y="9485327"/>
            <a:ext cx="592532" cy="225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510007 / 64389 / 64312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65948" y="9593525"/>
            <a:ext cx="2773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7" name="TextBox 46">
            <a:hlinkClick action="ppaction://hlinksldjump" r:id="rId17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50" name="TextBox 49">
            <a:hlinkClick action="ppaction://hlinksldjump" r:id="rId19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1" name="TextBox 50">
            <a:hlinkClick r:id="rId10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3" name="TextBox 52">
            <a:hlinkClick r:id="rId11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df2c7eb7e038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2076984"/>
            <a:ext cx="3095922" cy="14574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566713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× 25,5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951017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23 × 16,5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 ×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Ovale cm 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Ovale cm 32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Ovale cm 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099024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1d125aaddceac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109" y="4156634"/>
            <a:ext cx="627608" cy="294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099024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db0a92ab87066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62" y="4344830"/>
            <a:ext cx="647997" cy="32247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099024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73ac86fa655b4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885" y="4363184"/>
            <a:ext cx="647997" cy="3042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9948" y="5548758"/>
            <a:ext cx="3006030" cy="3155007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761bc4fa16f68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97" y="6073065"/>
            <a:ext cx="2789932" cy="1890445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466361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548758"/>
            <a:ext cx="3006030" cy="2827139"/>
          </a:xfrm>
          <a:prstGeom prst="roundRect">
            <a:avLst>
              <a:gd name="adj" fmla="val 280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78e368eade7ee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5994" y="5959366"/>
            <a:ext cx="2789932" cy="1789825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797944" y="936545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18,5 × 13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8732" y="321979"/>
            <a:ext cx="228320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PIATTI E VASSOI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8441" y="4981192"/>
            <a:ext cx="128434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510012 / 64311 / 64464 / 64320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637197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810880"/>
            <a:ext cx="1803853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Piatti ovali Classic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1147529"/>
            <a:ext cx="2779410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Piatti monouso per il servizio a tavola, il catering e l’asporto.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0930" y="4476367"/>
            <a:ext cx="584254" cy="3332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510012 / 64311 / 64464 / 64320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423" y="4692764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951017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48920" y="4692764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779286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8942104"/>
            <a:ext cx="90862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Piatti pizza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9227408"/>
            <a:ext cx="257338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Piatto ampio per pizza e preparazioni al taglio.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8451418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8614236"/>
            <a:ext cx="126502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Vassoi in polpa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944" y="8899539"/>
            <a:ext cx="287751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presentare e trasportare preparazioni e porzioni.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9146743"/>
            <a:ext cx="136666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Polpa di cellulosa</a:t>
            </a:r>
          </a:p>
        </p:txBody>
      </p:sp>
      <p:sp>
        <p:nvSpPr>
          <p:cNvPr id="43" name="TextBox 42">
            <a:hlinkClick action="ppaction://hlinksldjump" r:id="rId11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4" name="TextBox 43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5" name="TextBox 44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6" name="TextBox 45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7" name="TextBox 46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8" name="TextBox 47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9" name="TextBox 48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10222473"/>
            <a:ext cx="15012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51" name="TextBox 50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2" name="TextBox 51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4" name="TextBox 53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985492"/>
          </a:xfrm>
          <a:prstGeom prst="roundRect">
            <a:avLst>
              <a:gd name="adj" fmla="val 2652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073d0f1924c6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909098"/>
            <a:ext cx="2789932" cy="224719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4396085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 × 17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797944" y="647997"/>
            <a:ext cx="3006030" cy="2173932"/>
          </a:xfrm>
          <a:prstGeom prst="roundRect">
            <a:avLst>
              <a:gd name="adj" fmla="val 364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4e1f2bec71ae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828" y="755999"/>
            <a:ext cx="2392114" cy="174183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7944" y="3980854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64680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Natale piatti carta 23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Vietri piatti carta 23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bdb184a7ab27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" y="6857832"/>
            <a:ext cx="3095922" cy="169727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67770" y="6298108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90562"/>
                <a:gridCol w="20456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37 × 27 h 3,5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510020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 × 19 h 4,5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510120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22,5 × 19,5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64555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Scomparti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64609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Scomparti cm 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64319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Scomparti cm 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067770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7643ecf33132b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269" y="9057409"/>
            <a:ext cx="540990" cy="29462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769792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7b2a23a658a94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862" y="9178491"/>
            <a:ext cx="647997" cy="389407"/>
          </a:xfrm>
          <a:prstGeom prst="rect">
            <a:avLst/>
          </a:prstGeom>
        </p:spPr>
      </p:pic>
      <p:sp>
        <p:nvSpPr>
          <p:cNvPr id="16" name="Rounded Rectangle 15">
            <a:hlinkClick action="ppaction://hlinksldjump" r:id="rId10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8732" y="321979"/>
            <a:ext cx="228320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PIATTI E VASSOI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948" y="3709010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948" y="3871828"/>
            <a:ext cx="149619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Vassoi e coperchi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4157131"/>
            <a:ext cx="287751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presentare e trasportare preparazioni e porzioni.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5845" y="2631048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7944" y="2897450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7944" y="3060268"/>
            <a:ext cx="1853520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Piatti in carta decorata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7944" y="3345571"/>
            <a:ext cx="2779410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Piatti monouso per il servizio a tavola, il catering e l’asporto.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3762141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589179"/>
            <a:ext cx="17983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 decori Natale e Vietri non sono raffigurati.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4780126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9391" y="9881954"/>
            <a:ext cx="130396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510018 / 64555 / 64609 / 64319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770" y="5537958"/>
            <a:ext cx="9374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PIATTI E VASSOI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7770" y="5711641"/>
            <a:ext cx="1730732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Piatti a scomparti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7770" y="6048290"/>
            <a:ext cx="279903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servire più portate separate nello stesso piatto.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0930" y="9377129"/>
            <a:ext cx="592532" cy="3332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510018 / 64555 / 64609 / 64319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423" y="9593525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510120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3" name="TextBox 42">
            <a:hlinkClick action="ppaction://hlinksldjump" r:id="rId10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4" name="TextBox 43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5" name="TextBox 44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6" name="TextBox 45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7" name="TextBox 46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8" name="TextBox 47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9" name="TextBox 48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51" name="TextBox 50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2" name="TextBox 51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4" name="TextBox 53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7774b90264109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541349"/>
            <a:ext cx="3311872" cy="26568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66a75276617d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25" y="1053589"/>
            <a:ext cx="1187946" cy="7736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45af4c5be568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004" y="956037"/>
            <a:ext cx="1187946" cy="871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461a2a7c47e7f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125" y="2584117"/>
            <a:ext cx="1187946" cy="61224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82f7a8c29bfcc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004" y="2260307"/>
            <a:ext cx="1187946" cy="9351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d477e59df54f6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4125" y="3744029"/>
            <a:ext cx="1187946" cy="819378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87873" y="7667922"/>
          <a:ext cx="3816101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5425"/>
                <a:gridCol w="279067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550007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60 ml 6,6 × 6,6 h 1,5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550004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ml Ø 8,2 h 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550005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 ml 10 × 8 h 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550008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 ml 6,5 × 13 h 1,5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550009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 ml 7 × 7 h 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550006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 ml 7,3 × 7,3 h 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Cucchiaio Asia finger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Foglia 6 cm finger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Ovalino 5 × 7,6 finger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Quadrato 6,5 × 6,5 finger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3428" y="321979"/>
            <a:ext cx="25770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POSATE E ACCESSORI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060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550007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848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550004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060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550008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848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550009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060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550006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3087" y="7153190"/>
            <a:ext cx="38144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550005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7695222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7841074"/>
            <a:ext cx="2086832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Finger food in polpa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8638197"/>
            <a:ext cx="1945496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Monoporzioni per aperitivi, buffet e catering.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065632"/>
            <a:ext cx="136666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Polpa di cellulosa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284409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7" name="TextBox 36">
            <a:hlinkClick action="ppaction://hlinksldjump" r:id="rId11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9" name="TextBox 38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0" name="TextBox 39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1" name="TextBox 40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2" name="TextBox 41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3" name="TextBox 42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45" name="TextBox 44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6" name="TextBox 45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8" name="TextBox 47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68c4a3cb672af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926" y="720278"/>
            <a:ext cx="1667767" cy="62991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b4b245fe52cda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927" y="785989"/>
            <a:ext cx="350192" cy="10414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3de19c5b0063d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194" y="785577"/>
            <a:ext cx="245417" cy="104226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4e638efeabab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106" y="2153782"/>
            <a:ext cx="255835" cy="10416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0d81f2bc5d5c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8042" y="2153004"/>
            <a:ext cx="295870" cy="10431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83ce18e8297de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8405" y="3521050"/>
            <a:ext cx="319236" cy="104283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0798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6e36f934efa46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3846" y="3521323"/>
            <a:ext cx="284261" cy="104229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4010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814621cae4848b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5875" y="4888720"/>
            <a:ext cx="324296" cy="104325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50798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86f0a5d4ee2fe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2691" y="4889358"/>
            <a:ext cx="206573" cy="104198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987873" y="7667922"/>
          <a:ext cx="1818083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070559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9,6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561707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070563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070561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11,7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070562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· 9,6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985891" y="7667922"/>
          <a:ext cx="1818083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561708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· 10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070528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561705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561701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561706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· 10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7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8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9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20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3428" y="321979"/>
            <a:ext cx="25770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POSATE E ACCESSORI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060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848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060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801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060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848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0134" y="5957356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561708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8489" y="5957356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1187" y="7153190"/>
            <a:ext cx="342205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561707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7695222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948" y="7841074"/>
            <a:ext cx="2002521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8638197"/>
            <a:ext cx="1945496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Monoporzioni per aperitivi, buffet e catering.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7" name="TextBox 46">
            <a:hlinkClick action="ppaction://hlinksldjump" r:id="rId17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9" name="TextBox 48">
            <a:hlinkClick action="ppaction://hlinksldjump" r:id="rId19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0" name="TextBox 49">
            <a:hlinkClick action="ppaction://hlinksldjump" r:id="rId20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2" name="TextBox 51">
            <a:hlinkClick action="ppaction://hlinksldjump" r:id="rId21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3" name="TextBox 52">
            <a:hlinkClick r:id="rId12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5" name="TextBox 54">
            <a:hlinkClick r:id="rId13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e1b8863e0d8ad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847552"/>
            <a:ext cx="3311872" cy="204440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6bccbd067a938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499" y="786066"/>
            <a:ext cx="343048" cy="10412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7986beb98fc00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288" y="785077"/>
            <a:ext cx="269230" cy="10432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80af48d0a581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826" y="2153568"/>
            <a:ext cx="248394" cy="104204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fec1f775d9e4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164" y="2153141"/>
            <a:ext cx="339476" cy="104289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7826c2006f9cc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5875" y="3520841"/>
            <a:ext cx="324296" cy="104325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0798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3ad22f6ab463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572" y="3522072"/>
            <a:ext cx="290810" cy="104079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4010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9af167bee138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985" y="4890051"/>
            <a:ext cx="276076" cy="104059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50798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ac5aada7eb5d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8552" y="4889127"/>
            <a:ext cx="234701" cy="1042442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987873" y="7667922"/>
          <a:ext cx="1818083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560003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Cucchiaio · 16,5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564003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Cucchiaio · 17,5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Forchetta · 16,5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564001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Forchetta · 17,5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Coltello · 16,5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564002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Coltello · 17,5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985891" y="7667922"/>
          <a:ext cx="1818083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· 10,5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070552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Cucchiaio · 16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070555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· 11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070551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Forchetta · 16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070553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Coltello · 16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564004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· 12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7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8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9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20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3428" y="321979"/>
            <a:ext cx="25770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POSATE E ACCESSORI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060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560003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560001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060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560002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848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560007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060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848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0134" y="5957356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8489" y="5957356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070553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7695222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948" y="7841074"/>
            <a:ext cx="1845549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8638197"/>
            <a:ext cx="2180954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Posate monouso per il servizio a tavola e il take away.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9046582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6" name="TextBox 45">
            <a:hlinkClick action="ppaction://hlinksldjump" r:id="rId15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7" name="TextBox 46">
            <a:hlinkClick action="ppaction://hlinksldjump" r:id="rId16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9" name="TextBox 48">
            <a:hlinkClick action="ppaction://hlinksldjump" r:id="rId18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0" name="TextBox 49">
            <a:hlinkClick action="ppaction://hlinksldjump" r:id="rId19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1" name="TextBox 50">
            <a:hlinkClick action="ppaction://hlinksldjump" r:id="rId20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948" y="10222473"/>
            <a:ext cx="15012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53" name="TextBox 52">
            <a:hlinkClick action="ppaction://hlinksldjump" r:id="rId21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4" name="TextBox 53">
            <a:hlinkClick r:id="rId12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6" name="TextBox 55">
            <a:hlinkClick r:id="rId13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270224"/>
          </a:xfrm>
          <a:prstGeom prst="roundRect">
            <a:avLst>
              <a:gd name="adj" fmla="val 348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49ce82a32ad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442" y="757356"/>
            <a:ext cx="616892" cy="18354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3680817"/>
          <a:ext cx="3006029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02927"/>
                <a:gridCol w="220310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070654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070651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073204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cm Confezione Chiusa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073104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cm Confezione Aperta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797944" y="647997"/>
            <a:ext cx="3006030" cy="2877442"/>
          </a:xfrm>
          <a:prstGeom prst="roundRect">
            <a:avLst>
              <a:gd name="adj" fmla="val 2752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269adb0626c18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994" y="981612"/>
            <a:ext cx="2789932" cy="199411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7944" y="4345632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9,5 cm · antiodore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97b9c88faf30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" y="6077757"/>
            <a:ext cx="3095922" cy="325742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67770" y="6705302"/>
          <a:ext cx="2736204" cy="17586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8203"/>
                <a:gridCol w="2108001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64277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Coltello cm 16,5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64275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cucchiaio cm 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64276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Forchetta cm 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coltello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cucchiaino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cucchiaio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forchetta-cucchiaio 10,5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forchetta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3428" y="321979"/>
            <a:ext cx="25770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POSATE E ACCESSORI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848" y="2727339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948" y="2993742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948" y="3156560"/>
            <a:ext cx="177181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Bacchette e palettine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948" y="3441863"/>
            <a:ext cx="243603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la cucina orientale e il servizio al banco.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948" y="4693359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5845" y="3334558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7944" y="3600960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7944" y="3763778"/>
            <a:ext cx="167815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Posacenere in carta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7944" y="4126919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7944" y="4751848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5537958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5711641"/>
            <a:ext cx="1552299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Posate in legno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6048290"/>
            <a:ext cx="2632248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Posate monouso per il servizio a tavola e il take away.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6475725"/>
            <a:ext cx="86631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Legno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7" name="TextBox 36">
            <a:hlinkClick action="ppaction://hlinksldjump" r:id="rId8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9" name="TextBox 38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3" name="TextBox 42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6" name="TextBox 45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8" name="TextBox 47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85fefb7fa3a5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85" y="720376"/>
            <a:ext cx="2762250" cy="62989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3bc515f975fb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190" y="785445"/>
            <a:ext cx="429815" cy="10425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67c71f27e1698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2608" y="785814"/>
            <a:ext cx="566588" cy="10417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b47eb2180ad9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394" y="2153542"/>
            <a:ext cx="405258" cy="104209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ee465b8a740aa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4315" y="2153822"/>
            <a:ext cx="403175" cy="104153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987873" y="7667922"/>
          <a:ext cx="1818083" cy="205814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5917"/>
                <a:gridCol w="138216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Bis · 16,5 cm +Tov33/2v P8 busta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560008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Tris · 16,5 cm +Tov33/2v P8 busta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560016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Tris · 16 cm +Tov33/2v P12 busta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561234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Bis · 16,5 cm +Tov33/2v P8 busta cartoncino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561101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Forchetta · 16,5 cm busta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560903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Cucchiaio · 16,5 cm busta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85891" y="7667922"/>
          <a:ext cx="1818083" cy="21754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5917"/>
                <a:gridCol w="138216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436661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560005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Forchetta · 16,5 cm +Tov33/2v P12 busta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561224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Bis · 16,5 cm +Tov33/2v P8 busta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561214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Bis · 16 cm +Tov 25/1v P12 busta plastica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CPLA paletta gelato incartato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Set forchetta + coltello + tovagliolo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436661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CPLA tris forchetta + cucchiaio + coltello + tovagliolo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3428" y="321979"/>
            <a:ext cx="25770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POSATE E ACCESSORI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060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560004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561234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9184" y="3221598"/>
            <a:ext cx="2773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561101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848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560903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7695222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7841074"/>
            <a:ext cx="1592462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Set posate CPLA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8638197"/>
            <a:ext cx="2180954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Posate monouso per il servizio a tavola e il take away.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9065632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CPLA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9284409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35" name="TextBox 34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7" name="TextBox 36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8" name="TextBox 37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0" name="TextBox 39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42" name="TextBox 41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3" name="TextBox 42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5" name="TextBox 44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58a843124ba5c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557" y="720239"/>
            <a:ext cx="1472654" cy="629917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0fc404a821f9c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578" y="785734"/>
            <a:ext cx="325040" cy="10419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535dfac0db16f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264" y="785985"/>
            <a:ext cx="263425" cy="10414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18f107f7bb15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721" y="2153871"/>
            <a:ext cx="310604" cy="10414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961e31c8b754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9233" y="2153605"/>
            <a:ext cx="293340" cy="10419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9f0051c82d84e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826" y="3521447"/>
            <a:ext cx="248394" cy="104204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0798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2e8849f1441cc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6731" y="3520748"/>
            <a:ext cx="318492" cy="104344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4010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3fe19c9cb6499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1382" y="4888469"/>
            <a:ext cx="313432" cy="104375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50798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de6e4abdb0c0e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4486" y="4888887"/>
            <a:ext cx="522982" cy="1042923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987873" y="7667922"/>
          <a:ext cx="1818083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6,8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070519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985891" y="7667922"/>
          <a:ext cx="1818083" cy="11523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070527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cm colori assortiti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 cm colori assortiti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7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8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9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20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3428" y="321979"/>
            <a:ext cx="25770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POSATE E ACCESSORI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9659" y="185371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071518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013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801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060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8014" y="4589477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0609" y="5957356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8489" y="5957356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2612" y="7153190"/>
            <a:ext cx="371637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070520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7695222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948" y="7841074"/>
            <a:ext cx="1494355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Spiedini decorativi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8638197"/>
            <a:ext cx="214171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finger food, aperitivi e decorazioni.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7" name="TextBox 46">
            <a:hlinkClick action="ppaction://hlinksldjump" r:id="rId17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9" name="TextBox 48">
            <a:hlinkClick action="ppaction://hlinksldjump" r:id="rId19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0" name="TextBox 49">
            <a:hlinkClick action="ppaction://hlinksldjump" r:id="rId20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52" name="TextBox 51">
            <a:hlinkClick action="ppaction://hlinksldjump" r:id="rId21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3" name="TextBox 52">
            <a:hlinkClick r:id="rId12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5" name="TextBox 54">
            <a:hlinkClick r:id="rId13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c2cb24fceb984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274" y="720033"/>
            <a:ext cx="1045071" cy="62995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57cd679b53b7e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652" y="785197"/>
            <a:ext cx="178891" cy="10430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46b140b7ae84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761" y="785056"/>
            <a:ext cx="224432" cy="104330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1e1f6052c7afa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5555" y="2154224"/>
            <a:ext cx="205085" cy="104073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24b7499c93914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9537" y="2154117"/>
            <a:ext cx="192881" cy="10409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56be385c96030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1832" y="3520540"/>
            <a:ext cx="732532" cy="104385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0798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bc8af6c95968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3051" y="3521885"/>
            <a:ext cx="145702" cy="104116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4010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d64ac1c18dec6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451" y="4889152"/>
            <a:ext cx="153292" cy="1042392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87873" y="7667922"/>
          <a:ext cx="1818083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071512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070111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6,6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985891" y="7667922"/>
          <a:ext cx="1818083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070101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6,6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070104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6,6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Barattolo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Incartati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Incartati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8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9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428" y="321979"/>
            <a:ext cx="25770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POSATE E ACCESSORI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9659" y="185371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071513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7064" y="1853718"/>
            <a:ext cx="2773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071511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013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071503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7539" y="322159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071512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9184" y="4589477"/>
            <a:ext cx="2773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070111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848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0134" y="5957356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070104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0712" y="7153190"/>
            <a:ext cx="332394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071514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7695222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7841074"/>
            <a:ext cx="2031953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8638197"/>
            <a:ext cx="214171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finger food, aperitivi e decorazioni.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948" y="8877215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7" name="TextBox 46">
            <a:hlinkClick action="ppaction://hlinksldjump" r:id="rId17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9" name="TextBox 48">
            <a:hlinkClick action="ppaction://hlinksldjump" r:id="rId19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51" name="TextBox 50">
            <a:hlinkClick action="ppaction://hlinksldjump" r:id="rId20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2" name="TextBox 51">
            <a:hlinkClick r:id="rId11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4" name="TextBox 53">
            <a:hlinkClick r:id="rId12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8221dae5723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989" y="790830"/>
            <a:ext cx="1315789" cy="402960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804541"/>
          <a:ext cx="2736204" cy="17586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3194"/>
                <a:gridCol w="218301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CPLA coltello bianco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bianco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CPLA cucchiaio bianco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Forchette bianco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CPLA coltello cm 18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cm 11,5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CPLA cucchiaio cm 16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Forchette cm 17 compostabile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0a66febac6cd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673" y="5690838"/>
            <a:ext cx="1324421" cy="403111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67770" y="6705302"/>
          <a:ext cx="2736204" cy="1960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4425"/>
                <a:gridCol w="2091779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64575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Forchette riutilizzabile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64577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Coltello riutilizzabile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64578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riutilizzabile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64576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Cucchiaio riutilizzabile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Forchette riutilizzabile celeste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Forchette riutilizzabile giallo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Forchette riutilizzabile rosa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Forchette riutilizzabile verde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Forchette riutilizzabile rosso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7236023" y="1511944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3428" y="321979"/>
            <a:ext cx="257706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TAVOLA E TOVAGLIATI · POSATE E ACCESSORI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7770" y="637197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7770" y="810880"/>
            <a:ext cx="1337383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Posate CPLA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770" y="1147529"/>
            <a:ext cx="2632248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Posate monouso per il servizio a tavola e il take away.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1574963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CPLA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5537958"/>
            <a:ext cx="123222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POSATE E ACCESSORI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5711641"/>
            <a:ext cx="1840490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6048290"/>
            <a:ext cx="2632248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Posate monouso per il servizio a tavola e il take away.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6475725"/>
            <a:ext cx="157268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Materiale riutilizzabile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7350323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01</a:t>
            </a:r>
          </a:p>
        </p:txBody>
      </p:sp>
      <p:sp>
        <p:nvSpPr>
          <p:cNvPr id="31" name="TextBox 30">
            <a:hlinkClick action="ppaction://hlinksldjump" r:id="rId8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2" name="TextBox 31">
            <a:hlinkClick action="ppaction://hlinksldjump" r:id="rId9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3" name="TextBox 32">
            <a:hlinkClick action="ppaction://hlinksldjump" r:id="rId10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5" name="TextBox 34">
            <a:hlinkClick action="ppaction://hlinksldjump" r:id="rId12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6" name="TextBox 35">
            <a:hlinkClick action="ppaction://hlinksldjump" r:id="rId13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38" name="TextBox 37">
            <a:hlinkClick action="ppaction://hlinksldjump" r:id="rId14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9" name="TextBox 38">
            <a:hlinkClick r:id="rId5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1" name="TextBox 40">
            <a:hlinkClick r:id="rId6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71963"/>
            <a:ext cx="7559873" cy="52199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op-bevande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5687913"/>
            <a:ext cx="6263878" cy="4319141"/>
          </a:xfrm>
          <a:prstGeom prst="rect">
            <a:avLst/>
          </a:prstGeom>
        </p:spPr>
      </p:pic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7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73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CFE1D7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1593" y="321979"/>
            <a:ext cx="175495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8FB0A0"/>
                </a:solidFill>
                <a:latin typeface="Inter"/>
              </a:rPr>
              <a:t>BICCHIERI, BEVANDE E GELATO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573648"/>
            <a:ext cx="1288635" cy="131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0000"/>
              </a:lnSpc>
            </a:pPr>
            <a:r>
              <a:rPr sz="8400" b="0" spc="-336">
                <a:solidFill>
                  <a:srgbClr val="73B18D"/>
                </a:solidFill>
                <a:latin typeface="Inter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1801480"/>
            <a:ext cx="4383314" cy="1068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0" spc="-43">
                <a:solidFill>
                  <a:srgbClr val="FFFFFF"/>
                </a:solidFill>
                <a:latin typeface="Inter Light"/>
              </a:rPr>
              <a:t>Bicchieri, bevande e gelato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4496757"/>
            <a:ext cx="2337926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7000"/>
              </a:lnSpc>
            </a:pPr>
            <a:r>
              <a:rPr sz="1300" b="0">
                <a:solidFill>
                  <a:srgbClr val="73B18D"/>
                </a:solidFill>
                <a:latin typeface="Inter Light"/>
              </a:rPr>
              <a:t>Ogni pausa ha il suo formato.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4838169"/>
            <a:ext cx="3436730" cy="3594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C9DCD2"/>
                </a:solidFill>
                <a:latin typeface="Inter Light"/>
              </a:rPr>
              <a:t>Bicchieri, coperchi, cannucce, coppette e accessori per il banco bar e la gelateria.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4428083" y="4478898"/>
            <a:ext cx="96442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Bicchieri e coperchi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6670625" y="4478898"/>
            <a:ext cx="16975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28</a:t>
            </a:r>
          </a:p>
        </p:txBody>
      </p:sp>
      <p:sp>
        <p:nvSpPr>
          <p:cNvPr id="20" name="TextBox 19">
            <a:hlinkClick action="ppaction://hlinksldjump" r:id="rId14"/>
          </p:cNvPr>
          <p:cNvSpPr txBox="1"/>
          <p:nvPr/>
        </p:nvSpPr>
        <p:spPr>
          <a:xfrm>
            <a:off x="4428083" y="4747830"/>
            <a:ext cx="1033096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Cannucce e palettine</a:t>
            </a:r>
          </a:p>
        </p:txBody>
      </p:sp>
      <p:sp>
        <p:nvSpPr>
          <p:cNvPr id="21" name="TextBox 20">
            <a:hlinkClick action="ppaction://hlinksldjump" r:id="rId14"/>
          </p:cNvPr>
          <p:cNvSpPr txBox="1"/>
          <p:nvPr/>
        </p:nvSpPr>
        <p:spPr>
          <a:xfrm>
            <a:off x="6680150" y="4747830"/>
            <a:ext cx="15993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35</a:t>
            </a:r>
          </a:p>
        </p:txBody>
      </p:sp>
      <p:sp>
        <p:nvSpPr>
          <p:cNvPr id="22" name="TextBox 21">
            <a:hlinkClick action="ppaction://hlinksldjump" r:id="rId15"/>
          </p:cNvPr>
          <p:cNvSpPr txBox="1"/>
          <p:nvPr/>
        </p:nvSpPr>
        <p:spPr>
          <a:xfrm>
            <a:off x="4428083" y="5016762"/>
            <a:ext cx="81726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Gelato e dessert</a:t>
            </a:r>
          </a:p>
        </p:txBody>
      </p:sp>
      <p:sp>
        <p:nvSpPr>
          <p:cNvPr id="23" name="TextBox 22">
            <a:hlinkClick action="ppaction://hlinksldjump" r:id="rId15"/>
          </p:cNvPr>
          <p:cNvSpPr txBox="1"/>
          <p:nvPr/>
        </p:nvSpPr>
        <p:spPr>
          <a:xfrm>
            <a:off x="6670625" y="5016762"/>
            <a:ext cx="16975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38</a:t>
            </a:r>
          </a:p>
        </p:txBody>
      </p: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01</a:t>
            </a:r>
          </a:p>
        </p:txBody>
      </p:sp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03</a:t>
            </a:r>
          </a:p>
        </p:txBody>
      </p:sp>
      <p:sp>
        <p:nvSpPr>
          <p:cNvPr id="27" name="TextBox 26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04</a:t>
            </a:r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05</a:t>
            </a:r>
          </a:p>
        </p:txBody>
      </p:sp>
      <p:sp>
        <p:nvSpPr>
          <p:cNvPr id="29" name="TextBox 28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06</a:t>
            </a:r>
          </a:p>
        </p:txBody>
      </p:sp>
      <p:sp>
        <p:nvSpPr>
          <p:cNvPr id="30" name="TextBox 29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27</a:t>
            </a:r>
          </a:p>
        </p:txBody>
      </p:sp>
      <p:sp>
        <p:nvSpPr>
          <p:cNvPr id="32" name="TextBox 31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5" name="TextBox 34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ce846e6c14a1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94" y="789778"/>
            <a:ext cx="2599432" cy="40317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63517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682799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67770" y="1892349"/>
          <a:ext cx="2736204" cy="1960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7M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8M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10M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16M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20M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210 ml · tacca 200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300 ml · tacca 250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37M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350 ml · tacca 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410 ml · tacca 350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45W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450 ml · tacca 400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3936da35714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" y="6639960"/>
            <a:ext cx="3095922" cy="21330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67770" y="65359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583560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67770" y="6793110"/>
          <a:ext cx="2736204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3085"/>
                <a:gridCol w="1623119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FRAPPE14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FRAPPE25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tacca 200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FRAPPE32TALL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320 ml · tacca 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FRAPPE40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400 ml · tacca 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FRAPPE50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 · tacca 400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FRAPPE60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600 ml · tacca 500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FRAPPE75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· tacca 600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9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2140" y="321979"/>
            <a:ext cx="31345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BICCHIERI E COPERCHI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637197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810880"/>
            <a:ext cx="2227555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1147529"/>
            <a:ext cx="22790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Dal caffè alle bevande da portare con sé.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1405597"/>
            <a:ext cx="10821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552" y="166024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4598853"/>
            <a:ext cx="2789220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Versioni personalizzate: 8M - P, 10M - P, 20M - P, 25M - P, 37M - P, 42M - P e 45W - 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5537958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5711641"/>
            <a:ext cx="2007273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Bicchieri trasparenti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048290"/>
            <a:ext cx="219076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smoothie, frappè e bevande fredde.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6306358"/>
            <a:ext cx="78782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rPET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552" y="65610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770" y="9499614"/>
            <a:ext cx="2779410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Formati alti: FRAPPE25TALL e FRAPPE60TALL. Coperchi piatti o a cupola; versione COP. TALL per i formati dedicati.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8" name="TextBox 37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9" name="TextBox 38">
            <a:hlinkClick action="ppaction://hlinksldjump" r:id="rId9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1" name="TextBox 40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46" name="TextBox 45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7" name="TextBox 46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9" name="TextBox 48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591428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a5aa1e20c007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126984"/>
            <a:ext cx="3311872" cy="20200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0cbd407aa5d82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751" y="784824"/>
            <a:ext cx="686692" cy="10437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9e892154fb7f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692" y="785932"/>
            <a:ext cx="1032420" cy="10415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342dc82c057d1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503" y="2154094"/>
            <a:ext cx="763190" cy="10409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9750d0d48f84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922" y="2153563"/>
            <a:ext cx="786110" cy="1042052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9948" y="7267426"/>
          <a:ext cx="3042046" cy="27692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3329"/>
                <a:gridCol w="211871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7M - COP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8M - COP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10M - COP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20M - COP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25M - COP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37M - COP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42M - COP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410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45W - COP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570709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 Ø 9 h 11,7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520117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8 cm · Bevanda 250/350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570705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350 ml Ø 8 h 11,7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570701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Ø 8 h 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50 mm · PS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61928" y="7267426"/>
          <a:ext cx="3042046" cy="27692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1971"/>
                <a:gridCol w="227007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64452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Abbinabile ·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56 mm · PS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56 mm ·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64453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56 mm ·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60 mm · PS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60 mm ·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68 mm · PS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68 mm ·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64451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70 mm · PS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70 mm ·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Per 250-300-360 ml ·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Per 250-300-360 ml · PS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64409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90 mm · PS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2140" y="321979"/>
            <a:ext cx="31345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BICCHIERI E COPERCHI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060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570709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7539" y="185371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520117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060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570705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801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570701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5687531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6229563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6375414"/>
            <a:ext cx="1957299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1820" y="6200988"/>
            <a:ext cx="260281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La chiusura abbinata al formato della bevanda.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1820" y="6459056"/>
            <a:ext cx="174928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Accessori per cartoncino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1820" y="6677833"/>
            <a:ext cx="294619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5" name="TextBox 34">
            <a:hlinkClick action="ppaction://hlinksldjump" r:id="rId11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7" name="TextBox 36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8" name="TextBox 37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0" name="TextBox 39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42" name="TextBox 41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3" name="TextBox 42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5" name="TextBox 44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7e8d9cbdd6a9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347563"/>
            <a:ext cx="3095922" cy="29161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86407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911697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67770" y="2121247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1752"/>
                <a:gridCol w="157445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JAR01 / CJAR01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JAR02 / CJAR02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JAR03 / CJAR03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JAR04 / CJAR04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1.000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9948" y="5548758"/>
            <a:ext cx="3006030" cy="2152650"/>
          </a:xfrm>
          <a:prstGeom prst="roundRect">
            <a:avLst>
              <a:gd name="adj" fmla="val 367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8544d8423f34f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64" y="5657058"/>
            <a:ext cx="2082849" cy="17199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948" y="8690967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8738592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9948" y="8937277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721"/>
                <a:gridCol w="218330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pp 200cc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200 ml · bianco / trasparente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290093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797944" y="5548758"/>
            <a:ext cx="3006030" cy="3155007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7848d0a9f7052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996" y="5657013"/>
            <a:ext cx="1329779" cy="2722548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797944" y="9466361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072559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9,6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2443" y="321979"/>
            <a:ext cx="43187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BICCHIERI E COPERCHI · GELATO E DESSERT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637197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810880"/>
            <a:ext cx="1931393" cy="507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1376426"/>
            <a:ext cx="243603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La soluzione bianca per il gelato da asporto.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1634494"/>
            <a:ext cx="10821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552" y="188913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4598853"/>
            <a:ext cx="2651870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CJAR01P e CJAR02P: coperchi con palettina in legno. Versioni personalizzate JRP e CJR, identificate dal formato.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848" y="751052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7776929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7939747"/>
            <a:ext cx="192449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Bicchieri PP e coperchi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225050"/>
            <a:ext cx="309335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8472254"/>
            <a:ext cx="68972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730" y="871603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9545602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8779286"/>
            <a:ext cx="11043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GELATO E DESSERT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944" y="8942104"/>
            <a:ext cx="1159409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Palette gelato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9227408"/>
            <a:ext cx="202398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gelato, dessert e bevande calde.</a:t>
            </a:r>
          </a:p>
        </p:txBody>
      </p:sp>
      <p:sp>
        <p:nvSpPr>
          <p:cNvPr id="43" name="TextBox 42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4" name="TextBox 43">
            <a:hlinkClick action="ppaction://hlinksldjump" r:id="rId10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45" name="TextBox 44">
            <a:hlinkClick action="ppaction://hlinksldjump" r:id="rId11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6" name="TextBox 45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7" name="TextBox 46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8" name="TextBox 47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9" name="TextBox 48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51" name="TextBox 50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2" name="TextBox 51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4" name="TextBox 53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6470153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844cec6fa22a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1656931"/>
            <a:ext cx="3311872" cy="35160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c4052c88acdb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816" y="784993"/>
            <a:ext cx="982414" cy="10434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020f24f9147c5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672" y="784834"/>
            <a:ext cx="976610" cy="10437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85961d2af83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497" y="2154063"/>
            <a:ext cx="1041052" cy="10410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4ec24f29c1b6e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698" y="2152910"/>
            <a:ext cx="1046410" cy="10433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464dd45ba4e58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6370" y="3521816"/>
            <a:ext cx="983456" cy="1041306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39948" y="7486947"/>
          <a:ext cx="3042046" cy="23650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6509"/>
                <a:gridCol w="239553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571307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65 ml Ø 5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571306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 Ø 5,5 h 5,4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571301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80 ml Ø 5,7 h 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520115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Ø 57 mm · caffè 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520118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Ø 57 mm · caffè 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570702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 ml Ø 6,3 h 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64379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64457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761928" y="7486947"/>
          <a:ext cx="3042046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7117"/>
                <a:gridCol w="2294929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64640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64593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 · decorato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 · marrone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ml · rosso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64554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 ml · decorato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 ml · decorazione maiolica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2140" y="321979"/>
            <a:ext cx="31345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BICCHIERI E COPERCHI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013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571307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571306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9659" y="322159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520115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7539" y="322159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060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570702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6243404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712" y="6243404"/>
            <a:ext cx="332394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571301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6785436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6931287"/>
            <a:ext cx="2132053" cy="402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Bicchieri caffè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1820" y="6756861"/>
            <a:ext cx="255376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caffè, espresso e bevande calde al banco.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1820" y="6995879"/>
            <a:ext cx="294619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7" name="TextBox 36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39" name="TextBox 38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0" name="TextBox 39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1" name="TextBox 40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2" name="TextBox 41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3" name="TextBox 42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45" name="TextBox 44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6" name="TextBox 45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8" name="TextBox 47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34e25780988b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1907614"/>
            <a:ext cx="3311872" cy="392427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bd7785e615d5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567" y="785478"/>
            <a:ext cx="880913" cy="10424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569e3aaa2ce1e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381" y="785877"/>
            <a:ext cx="877192" cy="10416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9e892154fb7f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1813" y="2153811"/>
            <a:ext cx="1032420" cy="104155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464dd45ba4e58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4249" y="2153936"/>
            <a:ext cx="983456" cy="104130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987873" y="7667922"/>
          <a:ext cx="1818083" cy="18759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5917"/>
                <a:gridCol w="138216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570707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225 ml Ø 7,3 h 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570710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170 ml Ø 7 h 7,2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570703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200 ml Ø 7 h 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520116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Ø 7 cm · Bevanda 170/200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avana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64597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decorato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nero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85891" y="7667922"/>
          <a:ext cx="1818083" cy="179114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5917"/>
                <a:gridCol w="138216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decorazione maiolica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300 ml · decorazione maiolica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64373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64374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360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64375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420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64376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2140" y="321979"/>
            <a:ext cx="31345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BICCHIERI E COPERCHI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060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570707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570710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9659" y="322159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520116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4068" y="3221598"/>
            <a:ext cx="59253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64361 / 64395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1662" y="7153190"/>
            <a:ext cx="352015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570707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7695222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7841074"/>
            <a:ext cx="1894602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8638197"/>
            <a:ext cx="217114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bevande calde e fredde, al banco e da asporto.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9046582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5" name="TextBox 34">
            <a:hlinkClick action="ppaction://hlinksldjump" r:id="rId11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7" name="TextBox 36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8" name="TextBox 37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0" name="TextBox 39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42" name="TextBox 41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3" name="TextBox 42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5" name="TextBox 44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1b4591fef80ab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01" y="719881"/>
            <a:ext cx="5931120" cy="629989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87873" y="7667922"/>
          <a:ext cx="1818084" cy="17586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7108"/>
                <a:gridCol w="138097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64599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 ml · decorazione maiolica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 · rosa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64236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 · verde acqua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85891" y="7667922"/>
          <a:ext cx="1818084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7108"/>
                <a:gridCol w="138097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64595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 · decorato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 · decorazione natalizia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64594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 · decorazione natalizia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180 ml · decorazione maiolica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64596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210 ml · decorato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210 ml · decorazione maiolica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2140" y="321979"/>
            <a:ext cx="31345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BICCHIERI E COPERCHI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7695222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7841074"/>
            <a:ext cx="2151675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8638197"/>
            <a:ext cx="217114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bevande calde e fredde, al banco e da asporto.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9065632"/>
            <a:ext cx="10821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9284409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5" name="TextBox 24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27" name="TextBox 26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1" name="TextBox 30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ab6d369decb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984496"/>
            <a:ext cx="3095922" cy="16424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63517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682799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21200" y="1635174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67770" y="1892349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8760"/>
                <a:gridCol w="1937444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WP30Z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WP70Z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 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WP80Z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 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COP3OZ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3 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COP7OZ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7 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COP8OZ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8 oz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5b95c8ad42f8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" y="6649027"/>
            <a:ext cx="3095922" cy="21147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67770" y="670530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752927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21200" y="6705302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7770" y="6962477"/>
          <a:ext cx="2736204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897"/>
                <a:gridCol w="189130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WP500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WP750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WP100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WP110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1100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WP130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COP500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500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COP750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COP1000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1000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COP1100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1100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COP1300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1300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2140" y="321979"/>
            <a:ext cx="31345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BICCHIERI E COPERCHI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637197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810880"/>
            <a:ext cx="1671868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Bicchieri in carta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1147529"/>
            <a:ext cx="267149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Bicchieri e bowl · 3 · 7 · 8 oz + coperchio in carta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1405597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552" y="166024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377" y="1660242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5537958"/>
            <a:ext cx="131101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BICCHIERI E COPERCHI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5711641"/>
            <a:ext cx="52217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Bowl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6048290"/>
            <a:ext cx="2821105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Bicchieri e bowl · 500 → 1300 ml + coperchio in R-PET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475725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552" y="673036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377" y="6730369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6" name="TextBox 35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9" name="TextBox 38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1" name="TextBox 40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5" name="TextBox 44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7" name="TextBox 46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8df7681dde6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196" y="789783"/>
            <a:ext cx="1241226" cy="40316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80454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852166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67770" y="2061716"/>
          <a:ext cx="2736205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0239"/>
                <a:gridCol w="177596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PALETTINA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PALETTINA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INCARTATA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CUCCHIAIO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 / 14,5 / 16 / 18,2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2b560bc1adcd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671" y="5690655"/>
            <a:ext cx="790426" cy="403147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67770" y="6535935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070619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24/5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070618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13,5/7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070617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21/6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067770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1791611e8896d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023" y="9065169"/>
            <a:ext cx="97482" cy="50264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769792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83c2a026164d5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3041" y="9066014"/>
            <a:ext cx="83492" cy="500955"/>
          </a:xfrm>
          <a:prstGeom prst="rect">
            <a:avLst/>
          </a:prstGeom>
        </p:spPr>
      </p:pic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6890" y="321979"/>
            <a:ext cx="323269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CANNUCCE E PALETTINE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637197"/>
            <a:ext cx="1399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CANNUCCE E PALETTINE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810880"/>
            <a:ext cx="1951014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Palettine e cucchiai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1147529"/>
            <a:ext cx="2632248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Accessori in legno per gelato, dessert e servizio veloce.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1574963"/>
            <a:ext cx="86631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Legno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552" y="182960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4721487"/>
            <a:ext cx="23967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Personalizzazione disponibile per l’incarto della palettina.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5537958"/>
            <a:ext cx="1399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CANNUCCE E PALETTINE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5711641"/>
            <a:ext cx="1386436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Cannucce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6048290"/>
            <a:ext cx="2102468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bevande fredde, cocktail e frullati.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770" y="6306358"/>
            <a:ext cx="116063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Polipropilene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4875" y="9593525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070619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6898" y="9593525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070617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1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35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6510486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d1a309a1da44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360" y="719972"/>
            <a:ext cx="1282898" cy="54302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a7a4c8213f4f0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289" y="785915"/>
            <a:ext cx="175617" cy="10415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b69f027b233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785672"/>
            <a:ext cx="196155" cy="10420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117b7e7777477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368" y="2152740"/>
            <a:ext cx="157311" cy="10437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b8aecbb603ee5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8317" y="2153245"/>
            <a:ext cx="175319" cy="104268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1d05048d47b1e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219" y="3521147"/>
            <a:ext cx="157608" cy="10426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0798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e84ae42f61d06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3229" y="3521460"/>
            <a:ext cx="165496" cy="1042017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39948" y="7710041"/>
          <a:ext cx="3042046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9244"/>
                <a:gridCol w="194280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CANNUCCIA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8 × 200 mm · bianco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CANNUCCIA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7 × 200 mm · avana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CUCCHIAIO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079121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13,5/7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079102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20/6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079103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20/6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079111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13,5/7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079131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20/6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079104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20/8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6 bianche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61928" y="7710041"/>
          <a:ext cx="3042046" cy="1960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5302"/>
                <a:gridCol w="2286744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6 nere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6 nere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nera 6 × 210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Incartate bianche 20 × 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Incartate nere 20 × 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64458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Nere bianche 20 × 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64390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Nere 250 14,5 × 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Nere 250 8 × 200 cucchiaio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64459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Nere 20 × 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6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7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8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6890" y="321979"/>
            <a:ext cx="323269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CANNUCCE E PALETTINE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9659" y="185371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079121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079102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013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079103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7064" y="3221598"/>
            <a:ext cx="2773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079111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9659" y="4589477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079131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8014" y="4589477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079104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6283736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6825768"/>
            <a:ext cx="1399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CANNUCCE E PALETTINE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6971620"/>
            <a:ext cx="2742159" cy="402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Cannucce in carta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6797193"/>
            <a:ext cx="234773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Due formati distinti per bevande e dessert.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7055261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7274039"/>
            <a:ext cx="294619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3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5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6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7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8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48" name="TextBox 47">
            <a:hlinkClick action="ppaction://hlinksldjump" r:id="rId19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10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11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d253e4bdf465c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26" y="720284"/>
            <a:ext cx="1769715" cy="629908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04826a3832898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526" y="784993"/>
            <a:ext cx="298995" cy="104343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de0943c4c986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615" y="786047"/>
            <a:ext cx="174575" cy="10413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71832d69c38a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7880" y="2153927"/>
            <a:ext cx="160436" cy="10413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0432b79ad9c4f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3485" y="2152760"/>
            <a:ext cx="344834" cy="10436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91f0fd81f307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825" y="3521714"/>
            <a:ext cx="362396" cy="1041509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87873" y="7667922"/>
          <a:ext cx="1818083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078512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21/6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078508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13,5/7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078509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21/6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078511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21/6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078513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21/7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070514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24/5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Mangibevi PLA 7 × 200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985891" y="7667922"/>
          <a:ext cx="1818083" cy="14717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5917"/>
                <a:gridCol w="138216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PLA 7 × 145 biodegradabili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64637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PLA 7 × 200 biodegradabili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64636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PLA 7 × 240 pieghevoli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PLA incartate 7 × 145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PLA incartate 7 × 200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PLA incartate 7 × 240 pieghevoli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6890" y="321979"/>
            <a:ext cx="323269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CANNUCCE E PALETTINE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013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078512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848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078508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060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078509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801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078513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0134" y="4589477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070514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7695222"/>
            <a:ext cx="1399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CANNUCCE E PALETTINE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7841074"/>
            <a:ext cx="2241811" cy="402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Cannucce PLA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8301846"/>
            <a:ext cx="2102468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bevande fredde, cocktail e frullati.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8559914"/>
            <a:ext cx="75839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778691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7" name="TextBox 36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39" name="TextBox 38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0" name="TextBox 39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1" name="TextBox 40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2" name="TextBox 41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3" name="TextBox 42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45" name="TextBox 44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6" name="TextBox 45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8" name="TextBox 47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745faa006981a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911364"/>
            <a:ext cx="3095922" cy="178868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635174"/>
          <a:ext cx="2736204" cy="17586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98140"/>
                <a:gridCol w="2138064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64274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palette caffè cm 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64279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Cappuc.cm 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palette caffè cm 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64380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Forchettina 85 mm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64273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forchettina 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64283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palettina gelato 9,5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cucchiaino 11 cm incartato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Legno gelato incartata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60910b82c1eea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901" y="5691466"/>
            <a:ext cx="1775817" cy="40298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7770" y="670530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vg-0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946" y="6752927"/>
            <a:ext cx="82301" cy="8274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67770" y="6962477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60 / 80 / 100 / 120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160 / 230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290 / 390 / 520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7193" y="321979"/>
            <a:ext cx="441688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CANNUCCE E PALETTINE · GELATO E DESSERT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770" y="637197"/>
            <a:ext cx="1399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CANNUCCE E PALETTINE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810880"/>
            <a:ext cx="2800257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1147529"/>
            <a:ext cx="202398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gelato, dessert e bevande calde.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1405597"/>
            <a:ext cx="86631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Legno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5537958"/>
            <a:ext cx="11043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GELATO E DESSERT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5711641"/>
            <a:ext cx="2719932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Coppe gelato in cartoncino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6048290"/>
            <a:ext cx="2622438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Formati per ogni porzione, dal servizio al banco all’asporto.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6475725"/>
            <a:ext cx="10821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552" y="673036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9622249"/>
            <a:ext cx="25243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Coperchi COPGAIA per le coppe 80–120 ml e 160–230 ml.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5" name="TextBox 34">
            <a:hlinkClick action="ppaction://hlinksldjump" r:id="rId9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36" name="TextBox 35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7" name="TextBox 36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9" name="TextBox 38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0" name="TextBox 39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42" name="TextBox 41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3" name="TextBox 42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5" name="TextBox 44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152be0574a880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334166"/>
            <a:ext cx="3311872" cy="30711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3e25f45c26dd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25" y="984180"/>
            <a:ext cx="1187946" cy="8437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0251264457b25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004" y="1023029"/>
            <a:ext cx="1187946" cy="8041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edf1ad4c809e3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5081" y="2152769"/>
            <a:ext cx="1126033" cy="1043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15c2983e8369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004" y="2541513"/>
            <a:ext cx="1187946" cy="65489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1dea69b555ab9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4125" y="3617034"/>
            <a:ext cx="1187946" cy="9473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0798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b1f60101aeee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2004" y="3618706"/>
            <a:ext cx="1187946" cy="94426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4010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1500b00bed3297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839" y="4888929"/>
            <a:ext cx="340518" cy="1042838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87873" y="7667922"/>
          <a:ext cx="3816101" cy="17586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37629"/>
                <a:gridCol w="277847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Ø 11,5 h 4,5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350 ml · Ø 13,5 h 4,5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Ø 9,5 h 5,5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350 ml · Ø 10 h 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580413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350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250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350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561702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Cucchiaino · 12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6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7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8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9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82045" y="321979"/>
            <a:ext cx="293898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GELATO E DESSERT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013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848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013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801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580413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060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848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0134" y="5957356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561702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3087" y="7153190"/>
            <a:ext cx="38144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590404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7695222"/>
            <a:ext cx="11043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GELATO E DESSERT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7841074"/>
            <a:ext cx="1394254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Coppette dessert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8638197"/>
            <a:ext cx="1749281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dessert, gelato e porzioni al cucchiaio.</a:t>
            </a:r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4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5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6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7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8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9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48" name="TextBox 47">
            <a:hlinkClick action="ppaction://hlinksldjump" r:id="rId20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11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12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b67ff64599a4f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964298"/>
            <a:ext cx="6263878" cy="581091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87873" y="7667922"/>
          <a:ext cx="3816101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6385"/>
                <a:gridCol w="296971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Vietri coppetta 72 × 62 × 39 5OP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64582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Vietri coppetta 82 × 70 × 45 5OP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7"/>
          </p:cNvPr>
          <p:cNvSpPr/>
          <p:nvPr/>
        </p:nvSpPr>
        <p:spPr>
          <a:xfrm>
            <a:off x="7236023" y="2541537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2045" y="321979"/>
            <a:ext cx="293898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BICCHIERI, BEVANDE E GELATO · GELATO E DESSERT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7695222"/>
            <a:ext cx="11043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GELATO E DESSERT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7841074"/>
            <a:ext cx="1394254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Coppette decorate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8638197"/>
            <a:ext cx="220057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Coppette decorate per dessert e gelato.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8896265"/>
            <a:ext cx="10821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9115042"/>
            <a:ext cx="13568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Il decoro Vietri non è raffigurato.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9316853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7340798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02</a:t>
            </a:r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5" name="TextBox 24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27" name="TextBox 26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40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1" name="TextBox 30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71963"/>
            <a:ext cx="7559873" cy="52199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op-asporto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5687913"/>
            <a:ext cx="6263878" cy="4319141"/>
          </a:xfrm>
          <a:prstGeom prst="rect">
            <a:avLst/>
          </a:prstGeom>
        </p:spPr>
      </p:pic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8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73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CFE1D7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7240" y="321979"/>
            <a:ext cx="20684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8FB0A0"/>
                </a:solidFill>
                <a:latin typeface="Inter"/>
              </a:rPr>
              <a:t>ASPORTO E PACKAGING ALIMENTARE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573648"/>
            <a:ext cx="1269014" cy="131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0000"/>
              </a:lnSpc>
            </a:pPr>
            <a:r>
              <a:rPr sz="8400" b="0" spc="-336">
                <a:solidFill>
                  <a:srgbClr val="73B18D"/>
                </a:solidFill>
                <a:latin typeface="Inter L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1801480"/>
            <a:ext cx="4438039" cy="1068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0" spc="-43">
                <a:solidFill>
                  <a:srgbClr val="FFFFFF"/>
                </a:solidFill>
                <a:latin typeface="Inter Light"/>
              </a:rPr>
              <a:t>Asporto e packaging alimentare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4496757"/>
            <a:ext cx="1857199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7000"/>
              </a:lnSpc>
            </a:pPr>
            <a:r>
              <a:rPr sz="1300" b="0">
                <a:solidFill>
                  <a:srgbClr val="73B18D"/>
                </a:solidFill>
                <a:latin typeface="Inter Light"/>
              </a:rPr>
              <a:t>Il gusto si porta con sé.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4838169"/>
            <a:ext cx="3377865" cy="3594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C9DCD2"/>
                </a:solidFill>
                <a:latin typeface="Inter Light"/>
              </a:rPr>
              <a:t>Contenitori, insalatiere, box e vaschette per il take away, più il packaging stampato con il tuo marchio.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4428083" y="4478898"/>
            <a:ext cx="1141014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Contenitori e insalatiere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6670625" y="4478898"/>
            <a:ext cx="16975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42</a:t>
            </a:r>
          </a:p>
        </p:txBody>
      </p:sp>
      <p:sp>
        <p:nvSpPr>
          <p:cNvPr id="20" name="TextBox 19">
            <a:hlinkClick action="ppaction://hlinksldjump" r:id="rId14"/>
          </p:cNvPr>
          <p:cNvSpPr txBox="1"/>
          <p:nvPr/>
        </p:nvSpPr>
        <p:spPr>
          <a:xfrm>
            <a:off x="4428083" y="4747830"/>
            <a:ext cx="56218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Pasticceria</a:t>
            </a:r>
          </a:p>
        </p:txBody>
      </p:sp>
      <p:sp>
        <p:nvSpPr>
          <p:cNvPr id="21" name="TextBox 20">
            <a:hlinkClick action="ppaction://hlinksldjump" r:id="rId14"/>
          </p:cNvPr>
          <p:cNvSpPr txBox="1"/>
          <p:nvPr/>
        </p:nvSpPr>
        <p:spPr>
          <a:xfrm>
            <a:off x="6689675" y="4747830"/>
            <a:ext cx="15012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57</a:t>
            </a:r>
          </a:p>
        </p:txBody>
      </p:sp>
      <p:sp>
        <p:nvSpPr>
          <p:cNvPr id="22" name="TextBox 21">
            <a:hlinkClick action="ppaction://hlinksldjump" r:id="rId15"/>
          </p:cNvPr>
          <p:cNvSpPr txBox="1"/>
          <p:nvPr/>
        </p:nvSpPr>
        <p:spPr>
          <a:xfrm>
            <a:off x="4428083" y="5016762"/>
            <a:ext cx="1504012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Packaging stampato su misura</a:t>
            </a:r>
          </a:p>
        </p:txBody>
      </p:sp>
      <p:sp>
        <p:nvSpPr>
          <p:cNvPr id="23" name="TextBox 22">
            <a:hlinkClick action="ppaction://hlinksldjump" r:id="rId15"/>
          </p:cNvPr>
          <p:cNvSpPr txBox="1"/>
          <p:nvPr/>
        </p:nvSpPr>
        <p:spPr>
          <a:xfrm>
            <a:off x="6670625" y="5016762"/>
            <a:ext cx="16975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63</a:t>
            </a:r>
          </a:p>
        </p:txBody>
      </p: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01</a:t>
            </a:r>
          </a:p>
        </p:txBody>
      </p:sp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02</a:t>
            </a:r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7" name="TextBox 26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04</a:t>
            </a:r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05</a:t>
            </a:r>
          </a:p>
        </p:txBody>
      </p:sp>
      <p:sp>
        <p:nvSpPr>
          <p:cNvPr id="29" name="TextBox 28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06</a:t>
            </a:r>
          </a:p>
        </p:txBody>
      </p:sp>
      <p:sp>
        <p:nvSpPr>
          <p:cNvPr id="30" name="TextBox 29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41</a:t>
            </a:r>
          </a:p>
        </p:txBody>
      </p:sp>
      <p:sp>
        <p:nvSpPr>
          <p:cNvPr id="32" name="TextBox 31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5" name="TextBox 34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463e530988b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414675"/>
            <a:ext cx="3095922" cy="27820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63517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682799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67770" y="1892349"/>
          <a:ext cx="2736205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0239"/>
                <a:gridCol w="177596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GREEN350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GREEN500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GREEN750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1.000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GREEN1000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1.500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48977caa13dd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20" y="6561534"/>
            <a:ext cx="3095779" cy="22898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67770" y="670530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752927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67770" y="6962477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9516"/>
                <a:gridCol w="136668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POKE'7 / COPERCHIO7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POKE'12 /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1.200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COPERCHIO12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810880"/>
            <a:ext cx="2428215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Contenitori asporto kraft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1147529"/>
            <a:ext cx="22790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rettangolari della linea Green.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1405597"/>
            <a:ext cx="131760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 kraft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552" y="166024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4721487"/>
            <a:ext cx="28480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La tabella riporta la capacità in ml; il codice originale resta invariato.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5537958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5711641"/>
            <a:ext cx="2161639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Insalatiere da asporto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048290"/>
            <a:ext cx="282846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Formati ampi per insalate e preparazioni da portare via.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6475725"/>
            <a:ext cx="231830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Contenitore con coperchio abbinabile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552" y="673036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7" name="TextBox 36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9" name="TextBox 38">
            <a:hlinkClick action="ppaction://hlinksldjump" r:id="rId10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3" name="TextBox 42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6" name="TextBox 45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8" name="TextBox 47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827139"/>
          </a:xfrm>
          <a:prstGeom prst="roundRect">
            <a:avLst>
              <a:gd name="adj" fmla="val 280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d6297562141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779612"/>
            <a:ext cx="2789932" cy="234781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4464694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 posti · divisibile in 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797944" y="647997"/>
            <a:ext cx="3006030" cy="2310556"/>
          </a:xfrm>
          <a:prstGeom prst="roundRect">
            <a:avLst>
              <a:gd name="adj" fmla="val 342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ef0cd2c267226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058" y="756273"/>
            <a:ext cx="2615654" cy="187790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7944" y="3948112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26143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17 × 18 cm · small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27256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21 cm · medium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26372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23 × 24 cm · large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006030" cy="2996505"/>
          </a:xfrm>
          <a:prstGeom prst="roundRect">
            <a:avLst>
              <a:gd name="adj" fmla="val 264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549530bf513c4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97" y="5775802"/>
            <a:ext cx="2789932" cy="232646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948" y="9534822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22268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Portacrêpes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797944" y="5548758"/>
            <a:ext cx="3006030" cy="2351335"/>
          </a:xfrm>
          <a:prstGeom prst="roundRect">
            <a:avLst>
              <a:gd name="adj" fmla="val 336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090fa071dfd5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989" y="5657594"/>
            <a:ext cx="2191940" cy="191756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797944" y="9059019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vg-00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7121" y="9106644"/>
            <a:ext cx="82301" cy="82748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797944" y="9305329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15267"/>
                <a:gridCol w="229076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Formato e grafica su progetto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948" y="355065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3713475"/>
            <a:ext cx="203992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Portabicchieri take 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3998778"/>
            <a:ext cx="303448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 supporto per organizzare il trasporto delle bevande.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245982"/>
            <a:ext cx="10821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5845" y="2767672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7944" y="3034074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3196892"/>
            <a:ext cx="109824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Coni per fritti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3482196"/>
            <a:ext cx="2230008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Tre formati, una finitura kraft essenziale.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3729399"/>
            <a:ext cx="229868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paglia politenata · 90 + 10 g/m²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4758546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620784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8783602"/>
            <a:ext cx="104827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Portacrêpes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9068906"/>
            <a:ext cx="235754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 supporto dedicato al servizio di crêpes.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9316109"/>
            <a:ext cx="160212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 · 350 g/m²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7975614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944" y="8138432"/>
            <a:ext cx="237456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Scatole pizza personalizzate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8423736"/>
            <a:ext cx="282846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Il marchio del locale accompagna il prodotto fino al cliente.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8840306"/>
            <a:ext cx="94479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9727" y="9084086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9711546"/>
            <a:ext cx="3112975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Esempio di realizzazione: Zio Peppe. Il materiale fotografico non riporta un codice articolo.</a:t>
            </a:r>
          </a:p>
        </p:txBody>
      </p:sp>
      <p:sp>
        <p:nvSpPr>
          <p:cNvPr id="46" name="TextBox 45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7" name="TextBox 46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8" name="TextBox 47">
            <a:hlinkClick action="ppaction://hlinksldjump" r:id="rId12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9" name="TextBox 48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0" name="TextBox 49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1" name="TextBox 50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2" name="TextBox 51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43</a:t>
            </a:r>
          </a:p>
        </p:txBody>
      </p:sp>
      <p:sp>
        <p:nvSpPr>
          <p:cNvPr id="54" name="TextBox 53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5" name="TextBox 54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7" name="TextBox 56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16b44a2817556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340334"/>
            <a:ext cx="3311872" cy="30589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040e302f6694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739" y="785737"/>
            <a:ext cx="886569" cy="10419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73f95b32de7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698" y="785031"/>
            <a:ext cx="1046410" cy="10433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e66336689544f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125" y="2522626"/>
            <a:ext cx="1187946" cy="67316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1a2411e96655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004" y="2266776"/>
            <a:ext cx="1187946" cy="92903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544c05f4847d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4125" y="3836302"/>
            <a:ext cx="1187946" cy="72799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0798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d70797c66b604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6744" y="3520935"/>
            <a:ext cx="1058316" cy="104306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4010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a461a25e501b4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155" y="4889929"/>
            <a:ext cx="509736" cy="104083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507980" y="4823519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b789f353eca4a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8033" y="4889903"/>
            <a:ext cx="915739" cy="104089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987873" y="7667922"/>
          <a:ext cx="3816101" cy="1960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03523"/>
                <a:gridCol w="301257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ml Ø 4,3 h 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520114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80/95/120 ml Ø 6,3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80 ml Ø 6,2 h 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073105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073201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ml Ø 5 h 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073101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95 ml Ø 6,2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073301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 ml Ø 6,2 h 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8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9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20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013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590521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7539" y="185371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520114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013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073105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8014" y="322159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073201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9659" y="4589477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073101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848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590523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0134" y="5957356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073301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8489" y="5957356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590524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3087" y="7153190"/>
            <a:ext cx="38144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590522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7695222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7841074"/>
            <a:ext cx="2002521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948" y="8638197"/>
            <a:ext cx="1945496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Monoporzioni per aperitivi, buffet e catering.</a:t>
            </a:r>
          </a:p>
        </p:txBody>
      </p:sp>
      <p:sp>
        <p:nvSpPr>
          <p:cNvPr id="43" name="TextBox 42">
            <a:hlinkClick action="ppaction://hlinksldjump" r:id="rId14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5" name="TextBox 44">
            <a:hlinkClick action="ppaction://hlinksldjump" r:id="rId16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6" name="TextBox 45">
            <a:hlinkClick action="ppaction://hlinksldjump" r:id="rId17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7" name="TextBox 46">
            <a:hlinkClick action="ppaction://hlinksldjump" r:id="rId18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8" name="TextBox 47">
            <a:hlinkClick action="ppaction://hlinksldjump" r:id="rId19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9" name="TextBox 48">
            <a:hlinkClick action="ppaction://hlinksldjump" r:id="rId20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51" name="TextBox 50">
            <a:hlinkClick action="ppaction://hlinksldjump" r:id="rId21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2" name="TextBox 51">
            <a:hlinkClick r:id="rId12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4" name="TextBox 53">
            <a:hlinkClick r:id="rId13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631180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0e2d9803338eb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2050553"/>
            <a:ext cx="3395809" cy="25702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24188" y="719881"/>
            <a:ext cx="1253876" cy="1253876"/>
          </a:xfrm>
          <a:prstGeom prst="roundRect">
            <a:avLst>
              <a:gd name="adj" fmla="val 459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5c4b8ac5e5df4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213" y="1079342"/>
            <a:ext cx="1145827" cy="707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49949" y="719881"/>
            <a:ext cx="1254025" cy="1253876"/>
          </a:xfrm>
          <a:prstGeom prst="roundRect">
            <a:avLst>
              <a:gd name="adj" fmla="val 459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30848654c996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974" y="1079342"/>
            <a:ext cx="1145827" cy="707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24188" y="2045642"/>
            <a:ext cx="1253876" cy="1253876"/>
          </a:xfrm>
          <a:prstGeom prst="roundRect">
            <a:avLst>
              <a:gd name="adj" fmla="val 459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831fb4dffb98a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8213" y="2425889"/>
            <a:ext cx="1145827" cy="6856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49949" y="2045642"/>
            <a:ext cx="1254025" cy="1253876"/>
          </a:xfrm>
          <a:prstGeom prst="roundRect">
            <a:avLst>
              <a:gd name="adj" fmla="val 459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7e68c9efa52e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3974" y="2466236"/>
            <a:ext cx="1145827" cy="64605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224188" y="3371403"/>
            <a:ext cx="1253876" cy="1253876"/>
          </a:xfrm>
          <a:prstGeom prst="roundRect">
            <a:avLst>
              <a:gd name="adj" fmla="val 459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0b85c82a3847f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8213" y="3519539"/>
            <a:ext cx="1145827" cy="91727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549949" y="3371403"/>
            <a:ext cx="1254025" cy="1253876"/>
          </a:xfrm>
          <a:prstGeom prst="roundRect">
            <a:avLst>
              <a:gd name="adj" fmla="val 459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e989cb58e5625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3974" y="3578032"/>
            <a:ext cx="1145827" cy="85937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224188" y="4697164"/>
            <a:ext cx="1253876" cy="1253876"/>
          </a:xfrm>
          <a:prstGeom prst="roundRect">
            <a:avLst>
              <a:gd name="adj" fmla="val 459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0c7990c2cfa58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8213" y="4884208"/>
            <a:ext cx="1145827" cy="770995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9948" y="7511355"/>
          <a:ext cx="3042046" cy="23650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004"/>
                <a:gridCol w="21980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590431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Ø 15 h 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580417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580412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1300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1300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590432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Ø 15 h 7,3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1300 ml Ø 18,5 h 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 15 × 4,7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15 × 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15 × 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1300 ml 18 × 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61928" y="7511355"/>
          <a:ext cx="3042046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004"/>
                <a:gridCol w="21980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15 × 6 cm Vietri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15 × 7, Vietri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7,5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1300 18 × 6,5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4,7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15 × 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64651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64652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1100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64653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8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9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3089" y="181160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580417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8998" y="181160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580412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3089" y="3137361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9473" y="3137361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3564" y="4463122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9473" y="4463122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7348" y="5680685"/>
            <a:ext cx="990787" cy="225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64367 / 64364 / 64365 / 64366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6084902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6225" y="6084902"/>
            <a:ext cx="361826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590431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6627083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6772934"/>
            <a:ext cx="2261433" cy="402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Insalatiere kraft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6598508"/>
            <a:ext cx="238698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insalate, poke e piatti freddi da asporto.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1820" y="6856576"/>
            <a:ext cx="131760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 kraft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51820" y="7075353"/>
            <a:ext cx="294619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6" name="TextBox 45">
            <a:hlinkClick action="ppaction://hlinksldjump" r:id="rId15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7" name="TextBox 46">
            <a:hlinkClick action="ppaction://hlinksldjump" r:id="rId16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9" name="TextBox 48">
            <a:hlinkClick action="ppaction://hlinksldjump" r:id="rId18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0" name="TextBox 49">
            <a:hlinkClick action="ppaction://hlinksldjump" r:id="rId19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52" name="TextBox 51">
            <a:hlinkClick action="ppaction://hlinksldjump" r:id="rId20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3" name="TextBox 52">
            <a:hlinkClick r:id="rId11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5" name="TextBox 54">
            <a:hlinkClick r:id="rId12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6824989dc28f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97" y="1622226"/>
            <a:ext cx="3095824" cy="236696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397347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 Ø 15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Ø 15 h 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Ø 15 h 7,3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741a6e3a31e5f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0" y="4556513"/>
            <a:ext cx="647997" cy="435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a4550525e3e66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62" y="4531396"/>
            <a:ext cx="647997" cy="45937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7ba605c46d65a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885" y="4498070"/>
            <a:ext cx="647997" cy="49284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9948" y="5548758"/>
            <a:ext cx="3006030" cy="2667595"/>
          </a:xfrm>
          <a:prstGeom prst="roundRect">
            <a:avLst>
              <a:gd name="adj" fmla="val 296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ee27bfc730b4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97" y="5821736"/>
            <a:ext cx="2789932" cy="1905691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8978949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84621"/>
                <a:gridCol w="222140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1100 ml Ø 18,5 h 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1300 ml Ø 18,5 cm h 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548758"/>
            <a:ext cx="3006030" cy="2985492"/>
          </a:xfrm>
          <a:prstGeom prst="roundRect">
            <a:avLst>
              <a:gd name="adj" fmla="val 2652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acb617d6bd637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5994" y="5806246"/>
            <a:ext cx="2789932" cy="2254566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797944" y="9296846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05135"/>
                <a:gridCol w="240089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590201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1400 ml (700+700) 19 × 11,5 h 8,5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9864" y="4981192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590402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810880"/>
            <a:ext cx="1894909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Insalatiere bianche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1147529"/>
            <a:ext cx="238698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insalate, poke e piatti freddi da asporto.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5350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6898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9395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590402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848" y="8025472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8291874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454692"/>
            <a:ext cx="212607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Insalatiere bianche ampie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8739996"/>
            <a:ext cx="238698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insalate, poke e piatti freddi da asporto.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9587274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8609771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8772589"/>
            <a:ext cx="167815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Box pieghevoli ampi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944" y="9057892"/>
            <a:ext cx="298543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42" name="TextBox 41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6" name="TextBox 45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7" name="TextBox 46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46</a:t>
            </a:r>
          </a:p>
        </p:txBody>
      </p:sp>
      <p:sp>
        <p:nvSpPr>
          <p:cNvPr id="50" name="TextBox 49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3" name="TextBox 52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2a0f95f95b70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854991"/>
            <a:ext cx="3095922" cy="19014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397347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0894"/>
                <a:gridCol w="200531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900 ml · Ø 19,5 h 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542006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900/1200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1200 ml · Ø 19,5 h 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542007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900/1200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601a77bf0dcb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0" y="4668605"/>
            <a:ext cx="647997" cy="3224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3c820f9588871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62" y="4607524"/>
            <a:ext cx="647997" cy="3833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b5180bc977fd2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885" y="4595189"/>
            <a:ext cx="647997" cy="3954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3837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b41b77bf3a559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907" y="4561862"/>
            <a:ext cx="647997" cy="4289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d9bada112d7ce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848" y="6141748"/>
            <a:ext cx="3095922" cy="3129441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067770" y="6535935"/>
          <a:ext cx="2736204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8307"/>
                <a:gridCol w="19878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· Ø 19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542002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1000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520023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850 ml · Ø 17,5 h 6,6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542023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850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Piatti ciotola 360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420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067770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3c6b0c8b35f0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8840" y="9102661"/>
            <a:ext cx="647997" cy="46546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769792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3897c0220a77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0862" y="9132457"/>
            <a:ext cx="647997" cy="4350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471814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77a6bcbc234427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2885" y="9093261"/>
            <a:ext cx="647997" cy="47458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73837" y="8999785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1c68b015551e1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4907" y="9132308"/>
            <a:ext cx="647997" cy="435040"/>
          </a:xfrm>
          <a:prstGeom prst="rect">
            <a:avLst/>
          </a:prstGeom>
        </p:spPr>
      </p:pic>
      <p:sp>
        <p:nvSpPr>
          <p:cNvPr id="25" name="Rounded Rectangle 24">
            <a:hlinkClick action="ppaction://hlinksldjump" r:id="rId15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6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7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8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9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20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21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9864" y="4981192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540007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770" y="810880"/>
            <a:ext cx="138107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Ciotole Cesar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770" y="1147529"/>
            <a:ext cx="240660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primi piatti, zuppe e porzioni con fondo.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5350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540006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373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542006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9395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540007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1417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542007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5537958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770" y="5711641"/>
            <a:ext cx="1569315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Ciotole in polpa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770" y="6048290"/>
            <a:ext cx="240660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primi piatti, zuppe e porzioni con fondo.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770" y="6306358"/>
            <a:ext cx="136666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Polpa di cellulosa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5350" y="9593525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540004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373" y="9593525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542002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9395" y="9593525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520023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1417" y="9593525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542023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52" name="TextBox 51">
            <a:hlinkClick action="ppaction://hlinksldjump" r:id="rId15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53" name="TextBox 52">
            <a:hlinkClick action="ppaction://hlinksldjump" r:id="rId16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4" name="TextBox 53">
            <a:hlinkClick action="ppaction://hlinksldjump" r:id="rId17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55" name="TextBox 54">
            <a:hlinkClick action="ppaction://hlinksldjump" r:id="rId18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6" name="TextBox 55">
            <a:hlinkClick action="ppaction://hlinksldjump" r:id="rId19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7" name="TextBox 56">
            <a:hlinkClick action="ppaction://hlinksldjump" r:id="rId20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8" name="TextBox 57">
            <a:hlinkClick action="ppaction://hlinksldjump" r:id="rId21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60" name="TextBox 59">
            <a:hlinkClick action="ppaction://hlinksldjump" r:id="rId22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1" name="TextBox 60">
            <a:hlinkClick r:id="rId1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63" name="TextBox 62">
            <a:hlinkClick r:id="rId1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2f7d30905ea0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990590"/>
            <a:ext cx="3095922" cy="163023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566713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2171"/>
                <a:gridCol w="2034033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13,5 × 13,5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15,5 × 15,5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1600 ml 21 × 21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e1a7ae72c391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0" y="4656345"/>
            <a:ext cx="647997" cy="3346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ef41f8e7cc4c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62" y="4678006"/>
            <a:ext cx="647997" cy="3133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32f84408afd81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885" y="4650847"/>
            <a:ext cx="647997" cy="34073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3c06a905914c3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40" y="6391275"/>
            <a:ext cx="3095739" cy="2630388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7770" y="6467475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8906"/>
                <a:gridCol w="21972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590204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900 ml (450+450) 12 × 12 h 8,5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1200 ml (600+600) 14 × 14 h 8,5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590202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2000 ml (1000+1000) 22 × 13,5 h 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590203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2000 ml (1000+1000) 15 × 15 h 10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4aeced78468e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4176" y="9389953"/>
            <a:ext cx="517177" cy="50196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76429367eb336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8997" y="9389040"/>
            <a:ext cx="491579" cy="5037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71814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07d9f23e3197a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0269" y="9389955"/>
            <a:ext cx="593228" cy="5019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73837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f0e5463c98227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3339" y="9389345"/>
            <a:ext cx="490983" cy="503182"/>
          </a:xfrm>
          <a:prstGeom prst="rect">
            <a:avLst/>
          </a:prstGeom>
        </p:spPr>
      </p:pic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7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8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9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20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8914" y="4981192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590013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810880"/>
            <a:ext cx="1488989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Box Quadr 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1147529"/>
            <a:ext cx="242622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4400" y="5017209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898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48920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9864" y="9881954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590202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7770" y="5537958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5711641"/>
            <a:ext cx="1496194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Box pieghevoli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6048290"/>
            <a:ext cx="242622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35350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590204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373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590205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9395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590202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1417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590203</a:t>
            </a:r>
          </a:p>
        </p:txBody>
      </p:sp>
      <p:sp>
        <p:nvSpPr>
          <p:cNvPr id="47" name="TextBox 46">
            <a:hlinkClick action="ppaction://hlinksldjump" r:id="rId14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8" name="TextBox 47">
            <a:hlinkClick action="ppaction://hlinksldjump" r:id="rId15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9" name="TextBox 48">
            <a:hlinkClick action="ppaction://hlinksldjump" r:id="rId16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50" name="TextBox 49">
            <a:hlinkClick action="ppaction://hlinksldjump" r:id="rId17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1" name="TextBox 50">
            <a:hlinkClick action="ppaction://hlinksldjump" r:id="rId18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2" name="TextBox 51">
            <a:hlinkClick action="ppaction://hlinksldjump" r:id="rId19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3" name="TextBox 52">
            <a:hlinkClick action="ppaction://hlinksldjump" r:id="rId20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48</a:t>
            </a:r>
          </a:p>
        </p:txBody>
      </p:sp>
      <p:sp>
        <p:nvSpPr>
          <p:cNvPr id="55" name="TextBox 54">
            <a:hlinkClick action="ppaction://hlinksldjump" r:id="rId21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6" name="TextBox 55">
            <a:hlinkClick r:id="rId12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8" name="TextBox 57">
            <a:hlinkClick r:id="rId13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37f5235421c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411554"/>
            <a:ext cx="3095922" cy="278815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566713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8387"/>
                <a:gridCol w="206781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650 ml 13 × 10,5 h 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16,2 × 13,2 h 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1500 ml 21,5 × 16 h 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e987db7b1dd46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403" y="4489218"/>
            <a:ext cx="498871" cy="5019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0ecacac77454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213" y="4489404"/>
            <a:ext cx="559296" cy="5015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e25ce24ae567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5972830"/>
            <a:ext cx="3095922" cy="3467277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67770" y="6467475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590104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 Ø 8 h 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590103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700 ml Ø 9,5 h 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590102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900 ml Ø 9,5 h 11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205e140d27fdd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8349" y="9389231"/>
            <a:ext cx="408830" cy="50341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ab54dec17ba6c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9833" y="9390144"/>
            <a:ext cx="449907" cy="501585"/>
          </a:xfrm>
          <a:prstGeom prst="rect">
            <a:avLst/>
          </a:prstGeom>
        </p:spPr>
      </p:pic>
      <p:sp>
        <p:nvSpPr>
          <p:cNvPr id="17" name="Rounded Rectangle 16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3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9864" y="4981192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590003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810880"/>
            <a:ext cx="1579126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Box rettangolari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1147529"/>
            <a:ext cx="242622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4875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373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8914" y="9881954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590102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5537958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5711641"/>
            <a:ext cx="1875288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Contenitori rotondi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6048290"/>
            <a:ext cx="242622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4875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590104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898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590102</a:t>
            </a:r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1" name="TextBox 40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2" name="TextBox 41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3" name="TextBox 42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4" name="TextBox 43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49</a:t>
            </a:r>
          </a:p>
        </p:txBody>
      </p:sp>
      <p:sp>
        <p:nvSpPr>
          <p:cNvPr id="46" name="TextBox 45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7" name="TextBox 46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9" name="TextBox 48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190cb33cef8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839681"/>
            <a:ext cx="3095922" cy="19319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566713"/>
          <a:ext cx="2736204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9526"/>
                <a:gridCol w="199667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1600 ml 16 × 12 h 8,5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1850 ml 22 × 12 h 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da6855009a2d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0" y="4535596"/>
            <a:ext cx="647997" cy="4563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905deb0455a68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011" y="4587668"/>
            <a:ext cx="647700" cy="4044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de423c1a2e64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17" y="6365676"/>
            <a:ext cx="3095784" cy="2681585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67770" y="6298108"/>
          <a:ext cx="2736204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0388"/>
                <a:gridCol w="224581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530001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900 ml (450+450 ml) h 4+4 cm -15 × 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530006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23 × 13,5 × h 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1974ddb27472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6649" y="9389588"/>
            <a:ext cx="472231" cy="50269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a70b2dfb4397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4051" y="9389713"/>
            <a:ext cx="581620" cy="502446"/>
          </a:xfrm>
          <a:prstGeom prst="rect">
            <a:avLst/>
          </a:prstGeom>
        </p:spPr>
      </p:pic>
      <p:sp>
        <p:nvSpPr>
          <p:cNvPr id="17" name="Rounded Rectangle 16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3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9864" y="4981192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590007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810880"/>
            <a:ext cx="1792356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Contenitori Magic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1147529"/>
            <a:ext cx="242622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5350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373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9864" y="9881954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530006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5537958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5711641"/>
            <a:ext cx="1900274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Box con coperchio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6048290"/>
            <a:ext cx="230849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Chiusure abbinate ai formati dei bicchieri.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4875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530001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373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530006</a:t>
            </a:r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1" name="TextBox 40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2" name="TextBox 41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3" name="TextBox 42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4" name="TextBox 43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50</a:t>
            </a:r>
          </a:p>
        </p:txBody>
      </p:sp>
      <p:sp>
        <p:nvSpPr>
          <p:cNvPr id="46" name="TextBox 45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7" name="TextBox 46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9" name="TextBox 48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4f2199e88a6a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445888"/>
            <a:ext cx="3095922" cy="271963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397347"/>
          <a:ext cx="2736204" cy="11848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5917"/>
                <a:gridCol w="230028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530002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950 ml (650+300 ml) h 4,5+2 cm · 19 × 13,5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530004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1400 ml(1000+400 ml) h 4,4+2,1 cm · 24 × 16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530003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2200 ml (1200+1000 ml) h 3,7+4,3 cm · 22 ×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319385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530007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2600 ml (1200+1400 ml) h 3,7+4,3 cm · 23 × 23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1e9836a0f567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363" y="4488237"/>
            <a:ext cx="564951" cy="5038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b29243e8cb2eb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829" y="4489381"/>
            <a:ext cx="614064" cy="5015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8c00128e1ca45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092" y="4488404"/>
            <a:ext cx="573732" cy="5035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3837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ded21d2f051e6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7089" y="4488358"/>
            <a:ext cx="503634" cy="50363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948" y="5548758"/>
            <a:ext cx="3006030" cy="2100708"/>
          </a:xfrm>
          <a:prstGeom prst="roundRect">
            <a:avLst>
              <a:gd name="adj" fmla="val 377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f6e279a9563c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97" y="5666355"/>
            <a:ext cx="2789932" cy="1649566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9948" y="8412063"/>
          <a:ext cx="3006029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524107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1000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541008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1200 ml · Ø 18 h 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524108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1200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541007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· Ø 17 h 7,5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797944" y="5548758"/>
            <a:ext cx="3006030" cy="2468909"/>
          </a:xfrm>
          <a:prstGeom prst="roundRect">
            <a:avLst>
              <a:gd name="adj" fmla="val 320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ddcc5e8298c0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6078" y="5658206"/>
            <a:ext cx="969764" cy="2034064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97944" y="8780264"/>
          <a:ext cx="3006030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07690"/>
                <a:gridCol w="219834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450 ml 13,5 × 8,5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650 ml 13 × 11 h 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590413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350 ml 10 × 7 h 4,5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Rounded Rectangle 19">
            <a:hlinkClick action="ppaction://hlinksldjump" r:id="rId12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8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9864" y="4981192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530003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810880"/>
            <a:ext cx="244615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Box con coperchio ampi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1147529"/>
            <a:ext cx="230849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Chiusure abbinate ai formati dei bicchieri.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5350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530002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373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530004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9395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530003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1417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530007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848" y="74585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7724988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7887806"/>
            <a:ext cx="129446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Contenitori Hot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8173109"/>
            <a:ext cx="298543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9424605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5845" y="782678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8093189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8256007"/>
            <a:ext cx="78338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Portafritti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8541310"/>
            <a:ext cx="120969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fritti e street food.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7944" y="9590697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7" name="TextBox 46">
            <a:hlinkClick action="ppaction://hlinksldjump" r:id="rId12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8" name="TextBox 47">
            <a:hlinkClick action="ppaction://hlinksldjump" r:id="rId13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9" name="TextBox 48">
            <a:hlinkClick action="ppaction://hlinksldjump" r:id="rId14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50" name="TextBox 49">
            <a:hlinkClick action="ppaction://hlinksldjump" r:id="rId15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1" name="TextBox 50">
            <a:hlinkClick action="ppaction://hlinksldjump" r:id="rId16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2" name="TextBox 51">
            <a:hlinkClick action="ppaction://hlinksldjump" r:id="rId17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3" name="TextBox 52">
            <a:hlinkClick action="ppaction://hlinksldjump" r:id="rId18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948" y="10222473"/>
            <a:ext cx="15012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55" name="TextBox 54">
            <a:hlinkClick action="ppaction://hlinksldjump" r:id="rId19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6" name="TextBox 55">
            <a:hlinkClick r:id="rId10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8" name="TextBox 57">
            <a:hlinkClick r:id="rId11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a86412c1dda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672978"/>
            <a:ext cx="3095922" cy="226545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397347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2171"/>
                <a:gridCol w="2034033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13,5 × 13,5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ml 15,5 × 15,5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590023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1600 ml 21 × 21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1adf4426e259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0" y="4501972"/>
            <a:ext cx="647997" cy="4898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c20b23c0b30c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862" y="4519359"/>
            <a:ext cx="647997" cy="4715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8e9d621e257a5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6856309"/>
            <a:ext cx="3095922" cy="1700319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67770" y="6535935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073102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11,5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073103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073107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073106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7c87d0ad4332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840" y="9536784"/>
            <a:ext cx="647997" cy="35594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2a370d08f30b1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0862" y="9536933"/>
            <a:ext cx="647997" cy="35594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71814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64de141052f6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2885" y="9538454"/>
            <a:ext cx="647997" cy="3529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73837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a8c2de5fab641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4907" y="9512188"/>
            <a:ext cx="647997" cy="380280"/>
          </a:xfrm>
          <a:prstGeom prst="rect">
            <a:avLst/>
          </a:prstGeom>
        </p:spPr>
      </p:pic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8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9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9864" y="4981192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590023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810880"/>
            <a:ext cx="169946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Vaschette Quadr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1147529"/>
            <a:ext cx="214171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porzioni da asporto e gastronomia.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4875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373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8914" y="9881954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073102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770" y="5537958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7770" y="5711641"/>
            <a:ext cx="183865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Barchette in legno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7770" y="6048290"/>
            <a:ext cx="169041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finger food, fritti e assaggi.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7770" y="6306358"/>
            <a:ext cx="86631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Legno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44875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073102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46898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073103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48920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073107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942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073106</a:t>
            </a:r>
          </a:p>
        </p:txBody>
      </p:sp>
      <p:sp>
        <p:nvSpPr>
          <p:cNvPr id="45" name="TextBox 44">
            <a:hlinkClick action="ppaction://hlinksldjump" r:id="rId13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6" name="TextBox 45">
            <a:hlinkClick action="ppaction://hlinksldjump" r:id="rId14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7" name="TextBox 46">
            <a:hlinkClick action="ppaction://hlinksldjump" r:id="rId15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8" name="TextBox 47">
            <a:hlinkClick action="ppaction://hlinksldjump" r:id="rId16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9" name="TextBox 48">
            <a:hlinkClick action="ppaction://hlinksldjump" r:id="rId17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0" name="TextBox 49">
            <a:hlinkClick action="ppaction://hlinksldjump" r:id="rId18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1" name="TextBox 50">
            <a:hlinkClick action="ppaction://hlinksldjump" r:id="rId19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52</a:t>
            </a:r>
          </a:p>
        </p:txBody>
      </p:sp>
      <p:sp>
        <p:nvSpPr>
          <p:cNvPr id="53" name="TextBox 52">
            <a:hlinkClick action="ppaction://hlinksldjump" r:id="rId20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4" name="TextBox 53">
            <a:hlinkClick r:id="rId11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6" name="TextBox 55">
            <a:hlinkClick r:id="rId12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92da79a58f0eb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854723"/>
            <a:ext cx="3311872" cy="20302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8a3ad8c9aea6a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25" y="1105599"/>
            <a:ext cx="1187946" cy="7219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da65e1ba8738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004" y="1102439"/>
            <a:ext cx="1187946" cy="7249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824c2280e1e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125" y="2471062"/>
            <a:ext cx="1187946" cy="7249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864877f1c35ca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004" y="2470095"/>
            <a:ext cx="1187946" cy="72495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968ec9d0b1f36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4125" y="3836154"/>
            <a:ext cx="1187946" cy="727997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87873" y="7667922"/>
          <a:ext cx="3816101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8763"/>
                <a:gridCol w="275733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10,5 cm 100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15,4 cm 400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17,7 cm 600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cm 800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22,4 cm 1200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12,5 cm 220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013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590501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848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590503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060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848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590505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060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590502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3087" y="7153190"/>
            <a:ext cx="38144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590506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7695222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7841074"/>
            <a:ext cx="1800327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Barchette in cartoncino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8638197"/>
            <a:ext cx="169041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finger food, fritti e assaggi.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8896265"/>
            <a:ext cx="108215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Cartoncino</a:t>
            </a:r>
          </a:p>
        </p:txBody>
      </p:sp>
      <p:sp>
        <p:nvSpPr>
          <p:cNvPr id="35" name="TextBox 34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7" name="TextBox 36">
            <a:hlinkClick action="ppaction://hlinksldjump" r:id="rId13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38" name="TextBox 37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0" name="TextBox 39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1" name="TextBox 40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53</a:t>
            </a:r>
          </a:p>
        </p:txBody>
      </p:sp>
      <p:sp>
        <p:nvSpPr>
          <p:cNvPr id="43" name="TextBox 42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4" name="TextBox 43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6" name="TextBox 45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21b12b0667048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758872"/>
            <a:ext cx="3095922" cy="209367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635174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400 ml 15 × 10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540113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630 ml 18 × 12 h 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17 × 11 h 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542112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630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5f596fdba27fb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840" y="4616776"/>
            <a:ext cx="647997" cy="3741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a481d68a8d3db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011" y="4554150"/>
            <a:ext cx="647848" cy="4379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565d644aa9435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885" y="4537490"/>
            <a:ext cx="647997" cy="45329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6e9e5e4294c8c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848" y="6783102"/>
            <a:ext cx="3095922" cy="1846583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7770" y="6298108"/>
          <a:ext cx="2736205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94432"/>
                <a:gridCol w="2041773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542001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· 900/1200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900 ml 23 × 15,5 h 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540002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1200 ml 23 × 15,5 h 4,5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8aac741d22695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8840" y="9508286"/>
            <a:ext cx="647997" cy="38332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91b357fa1246e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0862" y="9535891"/>
            <a:ext cx="647997" cy="35594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71814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4774f4824b23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2885" y="9506244"/>
            <a:ext cx="647997" cy="386364"/>
          </a:xfrm>
          <a:prstGeom prst="rect">
            <a:avLst/>
          </a:prstGeom>
        </p:spPr>
      </p:pic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8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9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8914" y="4981192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540012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637197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810880"/>
            <a:ext cx="1868083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Vaschette in polpa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1147529"/>
            <a:ext cx="214171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porzioni da asporto e gastronomia.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1405597"/>
            <a:ext cx="136666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Polpa di cellulosa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4400" y="5017209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540011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46898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540012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8445" y="5017209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542112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9864" y="9881954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540002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7770" y="5537958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7770" y="5711641"/>
            <a:ext cx="2521877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Vaschette con coperchio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6048290"/>
            <a:ext cx="230849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Chiusure abbinate ai formati dei bicchieri.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44875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542001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373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540003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39395" y="9917970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540002</a:t>
            </a:r>
          </a:p>
        </p:txBody>
      </p:sp>
      <p:sp>
        <p:nvSpPr>
          <p:cNvPr id="45" name="TextBox 44">
            <a:hlinkClick action="ppaction://hlinksldjump" r:id="rId13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6" name="TextBox 45">
            <a:hlinkClick action="ppaction://hlinksldjump" r:id="rId14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7" name="TextBox 46">
            <a:hlinkClick action="ppaction://hlinksldjump" r:id="rId15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8" name="TextBox 47">
            <a:hlinkClick action="ppaction://hlinksldjump" r:id="rId16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9" name="TextBox 48">
            <a:hlinkClick action="ppaction://hlinksldjump" r:id="rId17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0" name="TextBox 49">
            <a:hlinkClick action="ppaction://hlinksldjump" r:id="rId18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1" name="TextBox 50">
            <a:hlinkClick action="ppaction://hlinksldjump" r:id="rId19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54</a:t>
            </a:r>
          </a:p>
        </p:txBody>
      </p:sp>
      <p:sp>
        <p:nvSpPr>
          <p:cNvPr id="53" name="TextBox 52">
            <a:hlinkClick action="ppaction://hlinksldjump" r:id="rId20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4" name="TextBox 53">
            <a:hlinkClick r:id="rId11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6" name="TextBox 55">
            <a:hlinkClick r:id="rId12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757487"/>
          </a:xfrm>
          <a:prstGeom prst="roundRect">
            <a:avLst>
              <a:gd name="adj" fmla="val 2872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ec7180f612cb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877" y="755955"/>
            <a:ext cx="1286172" cy="232547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4168080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ml · Ø 6 h 13,5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590511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250 ml · Ø 6 h 10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797944" y="647997"/>
            <a:ext cx="3006030" cy="3155007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18944682f1f6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994" y="1150885"/>
            <a:ext cx="2789932" cy="193313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7944" y="4565600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073305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37 × 21 h 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006030" cy="2310556"/>
          </a:xfrm>
          <a:prstGeom prst="roundRect">
            <a:avLst>
              <a:gd name="adj" fmla="val 342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0f2aad7a4709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019" y="5657355"/>
            <a:ext cx="915739" cy="1877265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948" y="8848873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073303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073302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073304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797944" y="5548758"/>
            <a:ext cx="3006030" cy="2310556"/>
          </a:xfrm>
          <a:prstGeom prst="roundRect">
            <a:avLst>
              <a:gd name="adj" fmla="val 342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8ca0ea9fe4f9e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994" y="5882497"/>
            <a:ext cx="2789932" cy="1426981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8848873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4558"/>
                <a:gridCol w="2251471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1.000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rettangolare PET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1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3072" y="3207310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590512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948" y="3481005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948" y="3643823"/>
            <a:ext cx="141770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Coni per alimenti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3929126"/>
            <a:ext cx="185719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fritti, finger food e street food.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7944" y="3878525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7944" y="4041343"/>
            <a:ext cx="1447140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Supporti per coni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7944" y="4326646"/>
            <a:ext cx="185719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fritti, finger food e street food.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848" y="7668433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7934835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8097653"/>
            <a:ext cx="111250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Coni in legno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8382957"/>
            <a:ext cx="185719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fritti, finger food e street food.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8630160"/>
            <a:ext cx="86631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Legno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659307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5845" y="7668433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7934835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8097653"/>
            <a:ext cx="186333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Insalatiere rettangolari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8382957"/>
            <a:ext cx="238698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insalate, poke e piatti freddi da asporto.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944" y="8630160"/>
            <a:ext cx="190625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Contenitore e coperchio PET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9659307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3" name="TextBox 42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4" name="TextBox 43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5" name="TextBox 44">
            <a:hlinkClick action="ppaction://hlinksldjump" r:id="rId11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6" name="TextBox 45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7" name="TextBox 46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8" name="TextBox 47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9" name="TextBox 48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51" name="TextBox 50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2" name="TextBox 51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4" name="TextBox 53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310556"/>
          </a:xfrm>
          <a:prstGeom prst="roundRect">
            <a:avLst>
              <a:gd name="adj" fmla="val 342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5952cb36225a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858597"/>
            <a:ext cx="2789932" cy="167325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3948112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84621"/>
                <a:gridCol w="222140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cm per poke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64369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 cm per poke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64454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+ coperchio 750 ml tondo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797944" y="647997"/>
            <a:ext cx="3006030" cy="2281237"/>
          </a:xfrm>
          <a:prstGeom prst="roundRect">
            <a:avLst>
              <a:gd name="adj" fmla="val 34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e2dc85979c06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994" y="913717"/>
            <a:ext cx="2789932" cy="15337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7944" y="3749426"/>
          <a:ext cx="3006029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126"/>
                <a:gridCol w="2183903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Per salse 55 × 38 × 34,5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Per salse 58 × 40 × 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Coperchio ciotola 60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006030" cy="2538561"/>
          </a:xfrm>
          <a:prstGeom prst="roundRect">
            <a:avLst>
              <a:gd name="adj" fmla="val 31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36e1e0c3d2a2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97" y="5899398"/>
            <a:ext cx="2789932" cy="1621333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948" y="9076878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10492"/>
                <a:gridCol w="239553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Piatti rettangolare sushi 26 × 12 polpa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797944" y="5548758"/>
            <a:ext cx="3006030" cy="2339875"/>
          </a:xfrm>
          <a:prstGeom prst="roundRect">
            <a:avLst>
              <a:gd name="adj" fmla="val 338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507f0d7c54dcf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098" y="5657398"/>
            <a:ext cx="1787723" cy="1906498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8878192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8314"/>
                <a:gridCol w="220771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64465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15 × 8,5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Piatti panino 23 × 15 × 8,5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1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5156" y="321979"/>
            <a:ext cx="37906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848" y="2767672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948" y="3034074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948" y="3196892"/>
            <a:ext cx="200068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Coperchi per insalatiere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3482196"/>
            <a:ext cx="230849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Chiusure abbinate ai formati dei bicchieri.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3729399"/>
            <a:ext cx="14549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Coperchi abbinabili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758546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5845" y="2738353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7944" y="3004755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3167573"/>
            <a:ext cx="156042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Ciotoline per salse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3530714"/>
            <a:ext cx="160212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Contenitori e coperchi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4761969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848" y="7896438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162840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8325658"/>
            <a:ext cx="117136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Vassoio sushi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8610962"/>
            <a:ext cx="287751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presentare e trasportare preparazioni e porzioni.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8858165"/>
            <a:ext cx="136666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Polpa di cellulosa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9483094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5845" y="7697752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7964155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8126973"/>
            <a:ext cx="95231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Box panino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8412276"/>
            <a:ext cx="298543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8659480"/>
            <a:ext cx="136666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Polpa di cellulosa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7944" y="9486517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7" name="TextBox 46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8" name="TextBox 47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9" name="TextBox 48">
            <a:hlinkClick action="ppaction://hlinksldjump" r:id="rId11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50" name="TextBox 49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1" name="TextBox 50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2" name="TextBox 51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3" name="TextBox 52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55" name="TextBox 54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6" name="TextBox 55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8" name="TextBox 57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7102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351335"/>
          </a:xfrm>
          <a:prstGeom prst="roundRect">
            <a:avLst>
              <a:gd name="adj" fmla="val 336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be387a9f578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71" y="757315"/>
            <a:ext cx="2605236" cy="1916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98889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036516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948" y="4235201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15 / 15 × 21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97944" y="647997"/>
            <a:ext cx="3006030" cy="2213223"/>
          </a:xfrm>
          <a:prstGeom prst="roundRect">
            <a:avLst>
              <a:gd name="adj" fmla="val 35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4f4bdddfdd07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724" y="756839"/>
            <a:ext cx="1578471" cy="17795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7944" y="3850778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3898403"/>
            <a:ext cx="82301" cy="827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51375" y="3850778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97944" y="4097089"/>
          <a:ext cx="3006030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8314"/>
                <a:gridCol w="220771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60-04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350 gr · 15,5 × 22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60-03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gr · 17 × 24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60-02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gr · 21 × 29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60-01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gr · 24 × 32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9d5f21665b982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6825837"/>
            <a:ext cx="3095922" cy="1761263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067770" y="6705302"/>
          <a:ext cx="2736204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21601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19 × 13,7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21618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× 14,8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21625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 × 16,8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21632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27,3 × 19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21649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29,3 × 20,3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21656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34 × 22,8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21663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 × 26,5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1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5005" y="313198"/>
            <a:ext cx="1236669" cy="2286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4919" y="313198"/>
            <a:ext cx="3868863" cy="2286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CONTENITORI E INSALATIERE · PASTICCERIA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848" y="2808451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3074853"/>
            <a:ext cx="16453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CONTENITORI E INSALATIERE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3237671"/>
            <a:ext cx="98174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Portakebab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3522975"/>
            <a:ext cx="309335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3770178"/>
            <a:ext cx="202398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bianca / avana · 40 g/m²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730" y="401395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4641418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2936741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3099558"/>
            <a:ext cx="1685817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paste classico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3384862"/>
            <a:ext cx="169041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 · Da 350 a 1000 gr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3632066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9727" y="3875846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0551" y="3875846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7770" y="5537958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5711641"/>
            <a:ext cx="2210693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Vassoi pasticceria oro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6048290"/>
            <a:ext cx="2769599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Una presentazione curata per dolci e preparazioni da banco.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6475725"/>
            <a:ext cx="180814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Vassoio linea Elite Oro 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5" name="TextBox 44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6" name="TextBox 45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7" name="TextBox 46">
            <a:hlinkClick action="ppaction://hlinksldjump" r:id="rId11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48" name="TextBox 47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9" name="TextBox 48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0" name="TextBox 49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1" name="TextBox 50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53" name="TextBox 52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4" name="TextBox 53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6" name="TextBox 55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51aaf1ecb14f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981448"/>
            <a:ext cx="3095922" cy="164851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635174"/>
          <a:ext cx="2736204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25791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18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25807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25814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25821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25838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25845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25852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ce8eb6959277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48" y="6173669"/>
            <a:ext cx="3095922" cy="3065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7770" y="670530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vg-0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946" y="6752927"/>
            <a:ext cx="82301" cy="8274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67770" y="6962477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77094"/>
                <a:gridCol w="145911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2BC2011CV01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× 18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2BC2011CV02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17 × 23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2BC2011CV03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× 31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2BC2011CV04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37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2BC2011CV05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SG08 / SG12 / SG13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 / 12 / 13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0322" y="321979"/>
            <a:ext cx="29098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PASTICCERIA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770" y="637197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810880"/>
            <a:ext cx="1645195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Dischi sottotorta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1147529"/>
            <a:ext cx="180814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Una base con finitura oro e nero.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1405597"/>
            <a:ext cx="146476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Supporto sottotorta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5537958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5711641"/>
            <a:ext cx="2193677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6048290"/>
            <a:ext cx="2416412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6475725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552" y="673036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4" name="TextBox 33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5" name="TextBox 34">
            <a:hlinkClick action="ppaction://hlinksldjump" r:id="rId10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7" name="TextBox 36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9" name="TextBox 38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41" name="TextBox 40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2" name="TextBox 41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4" name="TextBox 43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1042c333c71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059680"/>
            <a:ext cx="3095922" cy="349205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63517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682799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21200" y="1635174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67770" y="1892349"/>
          <a:ext cx="2736204" cy="11523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26578"/>
                <a:gridCol w="200962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42-440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350 gr · 15,5 × 22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500 gr · 17 × 24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gr · 21 × 29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1000 gr · 24 × 32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1500 gr · 26 × 36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fc7920335c84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" y="6627771"/>
            <a:ext cx="3095922" cy="215739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67770" y="65359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583560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21200" y="65359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7770" y="6793110"/>
          <a:ext cx="2736204" cy="23650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42-428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20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 × 22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 × 24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 × 26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28 × 28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30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× 32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34 × 34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36 × 36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38 × 38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42-437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× 40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0322" y="321979"/>
            <a:ext cx="29098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PASTICCERIA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637197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810880"/>
            <a:ext cx="2000068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Porta paste 6 angoli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1147529"/>
            <a:ext cx="168060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 · Da 350 a 1500 gr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1405597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552" y="166024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377" y="1660242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5537958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5711641"/>
            <a:ext cx="1892150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Porta torta 6 angoli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6048290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306358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552" y="65610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377" y="65610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6" name="TextBox 35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39" name="TextBox 38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1" name="TextBox 40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5" name="TextBox 44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7" name="TextBox 46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0281363e7dd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707203"/>
            <a:ext cx="3095922" cy="21970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63517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682799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21200" y="1635174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67770" y="1892349"/>
          <a:ext cx="2736204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25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42-397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27 × 27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29 × 29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30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33 × 33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 × 25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56abea869707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" y="6550068"/>
            <a:ext cx="3095922" cy="2312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67770" y="65359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583560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21200" y="65359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7770" y="6793110"/>
          <a:ext cx="2736204" cy="17586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17 × 17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19 × 19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× 21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23 × 23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25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27 × 27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29 × 29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31 × 31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0322" y="321979"/>
            <a:ext cx="29098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PASTICCERIA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637197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810880"/>
            <a:ext cx="2797498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Porta torta classico incollato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1147529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1405597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552" y="166024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377" y="1660242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5537958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5711641"/>
            <a:ext cx="2741393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6048290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306358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552" y="65610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377" y="65610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6" name="TextBox 35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39" name="TextBox 38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1" name="TextBox 40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5" name="TextBox 44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7" name="TextBox 46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046a6e56b0dd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656925"/>
            <a:ext cx="3095922" cy="22975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86407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911697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21200" y="1864072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67770" y="2121247"/>
          <a:ext cx="2736204" cy="11523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11410"/>
                <a:gridCol w="1924794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42-294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42-293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37 × 47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× 50 × 12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680-182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44 × 55 × 12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680-183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66 × 46 × 12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fa46a1a316da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35" y="5656899"/>
            <a:ext cx="2596306" cy="23769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9948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395221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793378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593907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680-81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× 12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548758"/>
            <a:ext cx="3006030" cy="2411908"/>
          </a:xfrm>
          <a:prstGeom prst="roundRect">
            <a:avLst>
              <a:gd name="adj" fmla="val 328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23fea3911b1e9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350" y="5657422"/>
            <a:ext cx="2131069" cy="197863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797944" y="895022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8997850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051375" y="895022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97944" y="9196536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5368"/>
                <a:gridCol w="1960661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42-453 a/b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30 × 30 × 30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42-454 a/b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 · 40 × 40 × 40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42-455 a/b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 · 50 × 50 × 50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1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0322" y="321979"/>
            <a:ext cx="29098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PASTICCERIA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637197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810880"/>
            <a:ext cx="1921582" cy="507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Porta torta classico paperino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1376426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1634494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552" y="188913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377" y="1889139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433558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8596376"/>
            <a:ext cx="124218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Monoporzione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8881680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9128883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730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555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8036187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8199005"/>
            <a:ext cx="81940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Cake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8484309"/>
            <a:ext cx="199454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 · Small · Medium · Large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8731512"/>
            <a:ext cx="113120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Offset 4 colori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9727" y="897529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551" y="897529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9" name="TextBox 48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0" name="TextBox 49">
            <a:hlinkClick action="ppaction://hlinksldjump" r:id="rId11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51" name="TextBox 50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2" name="TextBox 51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3" name="TextBox 52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4" name="TextBox 53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56" name="TextBox 55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7" name="TextBox 56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9" name="TextBox 58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610594"/>
          </a:xfrm>
          <a:prstGeom prst="roundRect">
            <a:avLst>
              <a:gd name="adj" fmla="val 303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cd65b302afa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1130230"/>
            <a:ext cx="2789932" cy="143003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248150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295775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4248150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494460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0448"/>
                <a:gridCol w="227558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Pastiera · 26,5 × 26,5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680-90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Tronchetto · 35 × 17 × 16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213223"/>
          </a:xfrm>
          <a:prstGeom prst="roundRect">
            <a:avLst>
              <a:gd name="adj" fmla="val 35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d2f3d1c727bb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923" y="756296"/>
            <a:ext cx="2302073" cy="17806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3850778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3898403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3850778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097089"/>
          <a:ext cx="3006029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WPB21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× 21 × 14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WPB23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23 × 23 × 14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WPB25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25 × 17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WPB27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27 × 27 × 16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07bee33e0be4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43" y="5657005"/>
            <a:ext cx="2014091" cy="237668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39948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395221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93378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39948" y="9593907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42-279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11 × 7 × 4,6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797944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81bf9c95d8b34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994" y="6048082"/>
            <a:ext cx="2789932" cy="159468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97944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9395221"/>
            <a:ext cx="82301" cy="827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51375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797944" y="9593907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42-187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 × 2 × 13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0322" y="321979"/>
            <a:ext cx="29098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PASTICCERIA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3334112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3496930"/>
            <a:ext cx="271671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pastiera e porta tronchetto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3782233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4029437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730" y="4273217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555" y="4273217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2936741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3099558"/>
            <a:ext cx="92287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babà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3384862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3632066"/>
            <a:ext cx="236735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diffusa 1–3 colori · Offset 4 colori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9727" y="3875846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551" y="3875846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8433558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8596376"/>
            <a:ext cx="150922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fetta di torta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8881680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9128883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730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2555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8433558"/>
            <a:ext cx="7602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PASTICCERIA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7944" y="8596376"/>
            <a:ext cx="109502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crêpes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7944" y="8881680"/>
            <a:ext cx="6504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Pasticceria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944" y="9128883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9727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0551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60" name="TextBox 5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61" name="TextBox 6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62" name="TextBox 61">
            <a:hlinkClick action="ppaction://hlinksldjump" r:id="rId12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63" name="TextBox 6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64" name="TextBox 6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5" name="TextBox 64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6" name="TextBox 6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68" name="TextBox 6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9" name="TextBox 6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71" name="TextBox 7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411908"/>
          </a:xfrm>
          <a:prstGeom prst="roundRect">
            <a:avLst>
              <a:gd name="adj" fmla="val 328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4f4058f17f9c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773237"/>
            <a:ext cx="2789932" cy="19453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04946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097089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4049464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295775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23P039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× 12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HB002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12,5 × 12,5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16,5 × 15,5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8cc2c645fcc25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863754"/>
            <a:ext cx="2789932" cy="21618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494460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44468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69314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SIBO5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15 × 9,5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006030" cy="2610594"/>
          </a:xfrm>
          <a:prstGeom prst="roundRect">
            <a:avLst>
              <a:gd name="adj" fmla="val 303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81cb24a2e293a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44" y="5657821"/>
            <a:ext cx="2636639" cy="217637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39948" y="914891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196536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93378" y="9148911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39948" y="9395221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23P170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15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SIBO1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 × 12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797944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ba573a9a8094a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994" y="5727926"/>
            <a:ext cx="2789932" cy="223499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97944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9395221"/>
            <a:ext cx="82301" cy="827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51375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797944" y="9593907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24P016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× 5,5 × 8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9852" y="321979"/>
            <a:ext cx="40845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PACKAGING STAMPATO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3135426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3298244"/>
            <a:ext cx="208683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panino a conchiglia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3583548"/>
            <a:ext cx="68972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panini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3830751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730" y="407453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555" y="4074532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3532797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3695615"/>
            <a:ext cx="163676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panino a fiore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3980919"/>
            <a:ext cx="68972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panini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4228122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9727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551" y="44719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8234873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8397691"/>
            <a:ext cx="177181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panino a scatto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8682994"/>
            <a:ext cx="68972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panini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8930198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730" y="917397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2555" y="9173978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8433558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7944" y="8596376"/>
            <a:ext cx="206935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panino a vaschetta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7944" y="8881680"/>
            <a:ext cx="68972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panini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944" y="9128883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9727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0551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60" name="TextBox 5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61" name="TextBox 6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62" name="TextBox 61">
            <a:hlinkClick action="ppaction://hlinksldjump" r:id="rId12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63" name="TextBox 6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64" name="TextBox 6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5" name="TextBox 64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6" name="TextBox 6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63</a:t>
            </a:r>
          </a:p>
        </p:txBody>
      </p:sp>
      <p:sp>
        <p:nvSpPr>
          <p:cNvPr id="68" name="TextBox 6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9" name="TextBox 6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71" name="TextBox 7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242542"/>
          </a:xfrm>
          <a:prstGeom prst="roundRect">
            <a:avLst>
              <a:gd name="adj" fmla="val 353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7e30a370b01a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63" y="756242"/>
            <a:ext cx="1968400" cy="18099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880098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927723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3880098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126408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14 × 8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SIBO6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 · 14,5 × 14,5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SIBO1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 · 22 × 12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242542"/>
          </a:xfrm>
          <a:prstGeom prst="roundRect">
            <a:avLst>
              <a:gd name="adj" fmla="val 353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abf19ce67701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780102"/>
            <a:ext cx="2789932" cy="176238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3880098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3927723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3880098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126408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22P102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10 × 5,5 × 8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24P014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 · 14,5 × 8,5 × 4,5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23P104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 · 16,5 × 13 × 4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006030" cy="2610594"/>
          </a:xfrm>
          <a:prstGeom prst="roundRect">
            <a:avLst>
              <a:gd name="adj" fmla="val 303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3d7aa85e8e8a7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67" y="5657638"/>
            <a:ext cx="2731591" cy="217673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39948" y="914891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196536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93378" y="9148911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39948" y="9395221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79127"/>
                <a:gridCol w="212690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700-424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 · 12,5 × 9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42-270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1200 ml · 15 × 12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797944" y="5548758"/>
            <a:ext cx="3006030" cy="2043707"/>
          </a:xfrm>
          <a:prstGeom prst="roundRect">
            <a:avLst>
              <a:gd name="adj" fmla="val 3875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5da23aec5aa75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9530" y="5658207"/>
            <a:ext cx="1922710" cy="16088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97944" y="875139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8799016"/>
            <a:ext cx="82301" cy="827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51375" y="8751391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797944" y="8997701"/>
          <a:ext cx="3006029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22P107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11 × 9 × 6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22P135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 · 12,5 × 12,5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22P133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 · 14 × 9,5 × 6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22P134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 · 22 × 8,5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9852" y="321979"/>
            <a:ext cx="40845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PACKAGING STAMPATO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2966060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3128878"/>
            <a:ext cx="83013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fritti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3414181"/>
            <a:ext cx="2632248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 · Small · Medium · Large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3661385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730" y="3905165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555" y="3905165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2966060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3128878"/>
            <a:ext cx="169118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Vaschetta porta fritti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3414181"/>
            <a:ext cx="2632248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 · Small · Medium · Large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3661385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9727" y="3905165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551" y="3905165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8234873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8397691"/>
            <a:ext cx="79978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Food box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8682994"/>
            <a:ext cx="229868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 · 750 ml · 1200 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8930198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730" y="917397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2555" y="9173978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7667987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7944" y="7830805"/>
            <a:ext cx="858649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Lunchbox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7944" y="8116108"/>
            <a:ext cx="2769599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 · Small · Medium · Medium quadrato · Large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944" y="8532678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9727" y="877645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0551" y="8776458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60" name="TextBox 5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61" name="TextBox 6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62" name="TextBox 61">
            <a:hlinkClick action="ppaction://hlinksldjump" r:id="rId12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63" name="TextBox 6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64" name="TextBox 6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5" name="TextBox 64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6" name="TextBox 6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68" name="TextBox 6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9" name="TextBox 6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71" name="TextBox 7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242542"/>
          </a:xfrm>
          <a:prstGeom prst="roundRect">
            <a:avLst>
              <a:gd name="adj" fmla="val 353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53ce6d809d77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91" y="757249"/>
            <a:ext cx="1670744" cy="18079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880098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927723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3880098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126408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680-52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6 × 6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680-51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 · 8 × 8 × 13,5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 · 9 × 9 × 19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c88fc86d1da8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756961"/>
            <a:ext cx="2789932" cy="237525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494460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44468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69314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23P175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14 × 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006030" cy="2610594"/>
          </a:xfrm>
          <a:prstGeom prst="roundRect">
            <a:avLst>
              <a:gd name="adj" fmla="val 303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46544585c47f2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97" y="6108818"/>
            <a:ext cx="2789932" cy="127452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39948" y="914891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196536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93378" y="9148911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39948" y="9395221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42-274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16 × 8 × 22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42-273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 · 19 × 9 × 26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797944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a94194b782f45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9958" y="5656702"/>
            <a:ext cx="2221855" cy="2377293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97944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9395221"/>
            <a:ext cx="82301" cy="827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51375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797944" y="9593907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23P083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9,2 × 4,4 × 11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9852" y="321979"/>
            <a:ext cx="40845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PACKAGING STAMPATO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2966060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3128878"/>
            <a:ext cx="91092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pollo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3414181"/>
            <a:ext cx="2632248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 · Small · Medium · Large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3661385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730" y="3905165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555" y="3905165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3532797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3695615"/>
            <a:ext cx="126502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Box porta pollo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3980919"/>
            <a:ext cx="128817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4228122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9727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551" y="44719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8234873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8397691"/>
            <a:ext cx="484767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Cono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8682994"/>
            <a:ext cx="209265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 · Small · Large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8930198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730" y="917397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2555" y="9173978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8433558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7944" y="8596376"/>
            <a:ext cx="117903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patatine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7944" y="8881680"/>
            <a:ext cx="128817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944" y="9128883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9727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0551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60" name="TextBox 5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61" name="TextBox 6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62" name="TextBox 61">
            <a:hlinkClick action="ppaction://hlinksldjump" r:id="rId12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63" name="TextBox 6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64" name="TextBox 6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5" name="TextBox 64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6" name="TextBox 6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65</a:t>
            </a:r>
          </a:p>
        </p:txBody>
      </p:sp>
      <p:sp>
        <p:nvSpPr>
          <p:cNvPr id="68" name="TextBox 6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9" name="TextBox 6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71" name="TextBox 7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610594"/>
          </a:xfrm>
          <a:prstGeom prst="roundRect">
            <a:avLst>
              <a:gd name="adj" fmla="val 303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75380044ef6b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1076870"/>
            <a:ext cx="2789932" cy="15367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248150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295775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4248150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494460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23P042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× 5 × 17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24P045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 × 7 × 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dcd8b6e386ea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1046626"/>
            <a:ext cx="2789932" cy="179592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494460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44468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69314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24P047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 × 7 × 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006030" cy="2610594"/>
          </a:xfrm>
          <a:prstGeom prst="roundRect">
            <a:avLst>
              <a:gd name="adj" fmla="val 303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334fc9be17cd4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97" y="5733703"/>
            <a:ext cx="2789932" cy="202460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39948" y="914891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196536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93378" y="9148911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39948" y="9395221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955-11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DA 2 FORI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955-3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DA 4 FORI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797944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55c57bdffead2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994" y="5836169"/>
            <a:ext cx="2789932" cy="201850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97944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9395221"/>
            <a:ext cx="82301" cy="827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51375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797944" y="9593907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2449"/>
                <a:gridCol w="1983581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42-375A/B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35,8 × 25,8 × 19,5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9852" y="321979"/>
            <a:ext cx="40845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PACKAGING STAMPATO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3334112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3496930"/>
            <a:ext cx="115174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hot dog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3782233"/>
            <a:ext cx="128817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4029437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730" y="4273217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555" y="4273217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3532797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3695615"/>
            <a:ext cx="2376709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hot dog con coperchio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3980919"/>
            <a:ext cx="128817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Porta fritti e street food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4228122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9727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551" y="44719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8234873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8397691"/>
            <a:ext cx="120616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bicchieri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8682994"/>
            <a:ext cx="133722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Accessori · Da 2 e 4 fori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8930198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730" y="917397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2555" y="9173978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8433558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7944" y="8596376"/>
            <a:ext cx="154294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Bauletto colazione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7944" y="8881680"/>
            <a:ext cx="57199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Accessori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944" y="9128883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9727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0551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60" name="TextBox 5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61" name="TextBox 6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62" name="TextBox 61">
            <a:hlinkClick action="ppaction://hlinksldjump" r:id="rId12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63" name="TextBox 6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64" name="TextBox 6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5" name="TextBox 64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6" name="TextBox 6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66</a:t>
            </a:r>
          </a:p>
        </p:txBody>
      </p:sp>
      <p:sp>
        <p:nvSpPr>
          <p:cNvPr id="68" name="TextBox 6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9" name="TextBox 6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71" name="TextBox 7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e1d60f36597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915514"/>
            <a:ext cx="2789932" cy="20581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494460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44468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693146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8241"/>
                <a:gridCol w="2077789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42-SCOR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30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67f84a751a0a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825640"/>
            <a:ext cx="2789932" cy="223804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494460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44468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69314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680-79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× 12,5 × 13,5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9dc586788fb8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6694809"/>
            <a:ext cx="3095922" cy="202331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067770" y="65359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583560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321200" y="65359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067770" y="6793110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19732"/>
                <a:gridCol w="201647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13 × 18 × 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 · 28 × 18 × 5,5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680-14A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 · 30 × 25 × 5,5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DIV13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Divisorio · S · 13 × 18 × 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DIV18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Divisorio · M · 28 × 18 × 5,5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DIV30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Divisorio · L · 30 × 25 × 5,5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1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9852" y="321979"/>
            <a:ext cx="40845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PACKAGING STAMPATO SU MISURA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3532797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3695615"/>
            <a:ext cx="236689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Box colazione a scorrimento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3980919"/>
            <a:ext cx="57199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Accessori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4228122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730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2555" y="44719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3532797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3695615"/>
            <a:ext cx="174682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Bauletto Happy Meal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3980919"/>
            <a:ext cx="57199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Accessori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4228122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09727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0551" y="44719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5537958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5711641"/>
            <a:ext cx="2315852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Box sushi con divisorio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770" y="6048290"/>
            <a:ext cx="214171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Cucina etnica · Small · Medium · Large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770" y="6306358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9552" y="65610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0377" y="65610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9" name="TextBox 48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0" name="TextBox 49">
            <a:hlinkClick action="ppaction://hlinksldjump" r:id="rId11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51" name="TextBox 50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2" name="TextBox 51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3" name="TextBox 52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4" name="TextBox 53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56" name="TextBox 55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7" name="TextBox 56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9" name="TextBox 58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8b5e53b5dc9ce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1048151"/>
            <a:ext cx="2789932" cy="17928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494460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44468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69314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14 × 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39a826ceffc97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157" y="756242"/>
            <a:ext cx="2361455" cy="23766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494460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4446835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69314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FB004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9,2 × 7,4 × 8,5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97ed23f4637ad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97" y="5769089"/>
            <a:ext cx="2789932" cy="215266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39948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395221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93378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39948" y="9593907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42-188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× 9 × 6,5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797944" y="5548758"/>
            <a:ext cx="3006030" cy="2610594"/>
          </a:xfrm>
          <a:prstGeom prst="roundRect">
            <a:avLst>
              <a:gd name="adj" fmla="val 303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974a465a57119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462" y="5657581"/>
            <a:ext cx="1676846" cy="217685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97944" y="914891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9196536"/>
            <a:ext cx="82301" cy="827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51375" y="9148911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797944" y="9395221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BK001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14 × 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24P048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 × 6,5 × 21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9852" y="321979"/>
            <a:ext cx="40845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PACKAGING STAMPATO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3532797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3695615"/>
            <a:ext cx="202260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Box sushi a scorrimento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3980919"/>
            <a:ext cx="797638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Cucina etnica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4228122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730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555" y="44719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3532797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3695615"/>
            <a:ext cx="98174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Noodle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3980919"/>
            <a:ext cx="127836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Cucina etnica · 500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4228122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9727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551" y="4471903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8433558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8596376"/>
            <a:ext cx="132389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Box porta tacos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8881680"/>
            <a:ext cx="160212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Cucina etnica · Con divisorio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9128883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730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2555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8234873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7944" y="8397691"/>
            <a:ext cx="145695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Box porta piadina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7944" y="8682994"/>
            <a:ext cx="155306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Cucina etnica · Con strappo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944" y="8930198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9727" y="917397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0551" y="9173978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60" name="TextBox 5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61" name="TextBox 6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62" name="TextBox 61">
            <a:hlinkClick action="ppaction://hlinksldjump" r:id="rId12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63" name="TextBox 6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64" name="TextBox 6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5" name="TextBox 64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6" name="TextBox 6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68</a:t>
            </a:r>
          </a:p>
        </p:txBody>
      </p:sp>
      <p:sp>
        <p:nvSpPr>
          <p:cNvPr id="68" name="TextBox 6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9" name="TextBox 6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71" name="TextBox 7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411908"/>
          </a:xfrm>
          <a:prstGeom prst="roundRect">
            <a:avLst>
              <a:gd name="adj" fmla="val 328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b6e472a196f1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28" y="756811"/>
            <a:ext cx="2353270" cy="19783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04946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097089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4049464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295775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24P042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9 × 9 × 38,5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24P043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 · 18 × 9 × 38,5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24P044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 · 29 × 9 × 38,5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610594"/>
          </a:xfrm>
          <a:prstGeom prst="roundRect">
            <a:avLst>
              <a:gd name="adj" fmla="val 303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7784c6312d29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1005216"/>
            <a:ext cx="2789932" cy="168005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4248150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295775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4248150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494460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0530"/>
                <a:gridCol w="209550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42-154 A/B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Con divisorio · 52 × 32,5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42-173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Stese · 33,5 × 25,5 × 17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32f6cf557db28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97" y="5959584"/>
            <a:ext cx="2789932" cy="177153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39948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395221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93378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39948" y="9593907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× 45 × 13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797944" y="5548758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a2adce9537fd0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797" y="5658047"/>
            <a:ext cx="2600176" cy="237460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97944" y="9347596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9395221"/>
            <a:ext cx="82301" cy="827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051375" y="9347596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797944" y="9593907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91480"/>
                <a:gridCol w="211455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680-209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18 × 30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9852" y="321979"/>
            <a:ext cx="40845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PACKAGING STAMPATO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3135426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3298244"/>
            <a:ext cx="116692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bottiglie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3583548"/>
            <a:ext cx="199454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Box regalo · Singolo · Doppio · Triplo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3830751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730" y="407453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555" y="4074532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944" y="3334112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944" y="3496930"/>
            <a:ext cx="156808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bottiglie da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7944" y="3782233"/>
            <a:ext cx="182776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Box regalo · Con divisorio · Stese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7944" y="4029437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9727" y="4273217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551" y="4273217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8433558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8596376"/>
            <a:ext cx="1006730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Bauletto big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8881680"/>
            <a:ext cx="62104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Box regalo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9128883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730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2555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8433558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7944" y="8596376"/>
            <a:ext cx="170758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Bauletto con manico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7944" y="8881680"/>
            <a:ext cx="62104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Box regalo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944" y="9128883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09727" y="9372664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0551" y="9372664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60" name="TextBox 5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61" name="TextBox 6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62" name="TextBox 61">
            <a:hlinkClick action="ppaction://hlinksldjump" r:id="rId12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63" name="TextBox 6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64" name="TextBox 6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5" name="TextBox 64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6" name="TextBox 6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68" name="TextBox 6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9" name="TextBox 6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71" name="TextBox 7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411908"/>
          </a:xfrm>
          <a:prstGeom prst="roundRect">
            <a:avLst>
              <a:gd name="adj" fmla="val 328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3d4e9bd52149c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43" y="757403"/>
            <a:ext cx="2153840" cy="19771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404946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097089"/>
            <a:ext cx="82301" cy="827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93378" y="4049464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4295775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42-285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 · 28 × 20,5 × 35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42-395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 · 35 × 28 × 34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42-284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 · 42,5 × 25,5 × 34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647997"/>
            <a:ext cx="3006030" cy="2213223"/>
          </a:xfrm>
          <a:prstGeom prst="roundRect">
            <a:avLst>
              <a:gd name="adj" fmla="val 35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68c4a0562c101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480" y="757110"/>
            <a:ext cx="2430958" cy="177904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3850778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3898403"/>
            <a:ext cx="82301" cy="827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51375" y="3850778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97944" y="4097089"/>
          <a:ext cx="3006030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91480"/>
                <a:gridCol w="211455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42-147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12 × 6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680-214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 × 9 × 7,5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42-146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28 × 25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46 × 11 × 7,5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eb714d6cdd8b1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48" y="6131008"/>
            <a:ext cx="3095922" cy="315077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067770" y="6764833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812458"/>
            <a:ext cx="82301" cy="827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321200" y="6764833"/>
            <a:ext cx="1093142" cy="177998"/>
          </a:xfrm>
          <a:prstGeom prst="roundRect">
            <a:avLst>
              <a:gd name="adj" fmla="val 5000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067770" y="7022008"/>
          <a:ext cx="2736204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30622"/>
                <a:gridCol w="180558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42-378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19,5 × 27 × 6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955-7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20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680-224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23 × 30 × 7,5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42-377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 × 35,5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42-166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 × 26 × 10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38 × 30 × 14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× 35 × 14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42-334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43 × 40 × 11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42-154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52 × 32,5 × 9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42-423A/B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55 × 33 × 15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1"/>
          </p:cNvPr>
          <p:cNvSpPr/>
          <p:nvPr/>
        </p:nvSpPr>
        <p:spPr>
          <a:xfrm>
            <a:off x="7236023" y="3571130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9852" y="321979"/>
            <a:ext cx="40845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ASPORTO E PACKAGING ALIMENTARE · PACKAGING STAMPATO SU MISURA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3135426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3298244"/>
            <a:ext cx="116155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Porta vivande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3583548"/>
            <a:ext cx="211227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Box regalo · Con manico a scomparsa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3830751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730" y="407453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2555" y="4074532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2936741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3099558"/>
            <a:ext cx="206399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Box e-commerce in teso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3384862"/>
            <a:ext cx="75839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E-commerce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3632066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09727" y="3875846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0551" y="3875846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5537958"/>
            <a:ext cx="1959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 SU MISURA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5711641"/>
            <a:ext cx="1770895" cy="507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770" y="6277188"/>
            <a:ext cx="75839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E-commerce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770" y="6535256"/>
            <a:ext cx="18964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Stampa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Stampa del marchio su misura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9552" y="6789901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0377" y="6789901"/>
            <a:ext cx="9952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0A2A39"/>
                </a:solidFill>
                <a:latin typeface="Inter SemiBold"/>
              </a:rPr>
              <a:t>STAMPA SU MISURA</a:t>
            </a:r>
          </a:p>
        </p:txBody>
      </p:sp>
      <p:sp>
        <p:nvSpPr>
          <p:cNvPr id="48" name="TextBox 47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9" name="TextBox 48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0" name="TextBox 49">
            <a:hlinkClick action="ppaction://hlinksldjump" r:id="rId11"/>
          </p:cNvPr>
          <p:cNvSpPr txBox="1"/>
          <p:nvPr/>
        </p:nvSpPr>
        <p:spPr>
          <a:xfrm>
            <a:off x="7340798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03</a:t>
            </a:r>
          </a:p>
        </p:txBody>
      </p:sp>
      <p:sp>
        <p:nvSpPr>
          <p:cNvPr id="51" name="TextBox 50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2" name="TextBox 51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3" name="TextBox 52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4" name="TextBox 53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56" name="TextBox 55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7" name="TextBox 56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9" name="TextBox 58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71963"/>
            <a:ext cx="7559873" cy="52199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op-carta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5687913"/>
            <a:ext cx="6263878" cy="4319141"/>
          </a:xfrm>
          <a:prstGeom prst="rect">
            <a:avLst/>
          </a:prstGeom>
        </p:spPr>
      </p:pic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9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73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CFE1D7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0969" y="321979"/>
            <a:ext cx="17452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8FB0A0"/>
                </a:solidFill>
                <a:latin typeface="Inter"/>
              </a:rPr>
              <a:t>CARTA, SACCHETTI E SHOPPER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573648"/>
            <a:ext cx="1288635" cy="131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0000"/>
              </a:lnSpc>
            </a:pPr>
            <a:r>
              <a:rPr sz="8400" b="0" spc="-336">
                <a:solidFill>
                  <a:srgbClr val="73B18D"/>
                </a:solidFill>
                <a:latin typeface="Inter Ligh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1801480"/>
            <a:ext cx="3747148" cy="1068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0" spc="-43">
                <a:solidFill>
                  <a:srgbClr val="FFFFFF"/>
                </a:solidFill>
                <a:latin typeface="Inter Light"/>
              </a:rPr>
              <a:t>Carta, sacchetti e shopper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4496757"/>
            <a:ext cx="3152218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7000"/>
              </a:lnSpc>
            </a:pPr>
            <a:r>
              <a:rPr sz="1300" b="0">
                <a:solidFill>
                  <a:srgbClr val="73B18D"/>
                </a:solidFill>
                <a:latin typeface="Inter Light"/>
              </a:rPr>
              <a:t>La cura continua anche fuori dal locale.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4838169"/>
            <a:ext cx="3005057" cy="3594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C9DCD2"/>
                </a:solidFill>
                <a:latin typeface="Inter Light"/>
              </a:rPr>
              <a:t>Carte da incarto, sacchetti, buste e shopper: dalla gastronomia al negozio.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4428083" y="4209965"/>
            <a:ext cx="797638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Carte da incarto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6680150" y="4209965"/>
            <a:ext cx="15993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72</a:t>
            </a:r>
          </a:p>
        </p:txBody>
      </p:sp>
      <p:sp>
        <p:nvSpPr>
          <p:cNvPr id="20" name="TextBox 19">
            <a:hlinkClick action="ppaction://hlinksldjump" r:id="rId14"/>
          </p:cNvPr>
          <p:cNvSpPr txBox="1"/>
          <p:nvPr/>
        </p:nvSpPr>
        <p:spPr>
          <a:xfrm>
            <a:off x="4428083" y="4478898"/>
            <a:ext cx="85650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Sacchetti e buste</a:t>
            </a:r>
          </a:p>
        </p:txBody>
      </p:sp>
      <p:sp>
        <p:nvSpPr>
          <p:cNvPr id="21" name="TextBox 20">
            <a:hlinkClick action="ppaction://hlinksldjump" r:id="rId14"/>
          </p:cNvPr>
          <p:cNvSpPr txBox="1"/>
          <p:nvPr/>
        </p:nvSpPr>
        <p:spPr>
          <a:xfrm>
            <a:off x="6689675" y="4478898"/>
            <a:ext cx="15012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74</a:t>
            </a:r>
          </a:p>
        </p:txBody>
      </p:sp>
      <p:sp>
        <p:nvSpPr>
          <p:cNvPr id="22" name="TextBox 21">
            <a:hlinkClick action="ppaction://hlinksldjump" r:id="rId15"/>
          </p:cNvPr>
          <p:cNvSpPr txBox="1"/>
          <p:nvPr/>
        </p:nvSpPr>
        <p:spPr>
          <a:xfrm>
            <a:off x="4428083" y="4747830"/>
            <a:ext cx="43464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Shopper</a:t>
            </a:r>
          </a:p>
        </p:txBody>
      </p:sp>
      <p:sp>
        <p:nvSpPr>
          <p:cNvPr id="23" name="TextBox 22">
            <a:hlinkClick action="ppaction://hlinksldjump" r:id="rId15"/>
          </p:cNvPr>
          <p:cNvSpPr txBox="1"/>
          <p:nvPr/>
        </p:nvSpPr>
        <p:spPr>
          <a:xfrm>
            <a:off x="6680150" y="4747830"/>
            <a:ext cx="15993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76</a:t>
            </a:r>
          </a:p>
        </p:txBody>
      </p:sp>
      <p:sp>
        <p:nvSpPr>
          <p:cNvPr id="24" name="TextBox 23">
            <a:hlinkClick action="ppaction://hlinksldjump" r:id="rId16"/>
          </p:cNvPr>
          <p:cNvSpPr txBox="1"/>
          <p:nvPr/>
        </p:nvSpPr>
        <p:spPr>
          <a:xfrm>
            <a:off x="4428083" y="5016762"/>
            <a:ext cx="172965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Collezione shopper colori e fantasie</a:t>
            </a:r>
          </a:p>
        </p:txBody>
      </p:sp>
      <p:sp>
        <p:nvSpPr>
          <p:cNvPr id="25" name="TextBox 24">
            <a:hlinkClick action="ppaction://hlinksldjump" r:id="rId16"/>
          </p:cNvPr>
          <p:cNvSpPr txBox="1"/>
          <p:nvPr/>
        </p:nvSpPr>
        <p:spPr>
          <a:xfrm>
            <a:off x="6680150" y="5016762"/>
            <a:ext cx="15993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78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01</a:t>
            </a:r>
          </a:p>
        </p:txBody>
      </p:sp>
      <p:sp>
        <p:nvSpPr>
          <p:cNvPr id="27" name="TextBox 26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02</a:t>
            </a:r>
          </a:p>
        </p:txBody>
      </p:sp>
      <p:sp>
        <p:nvSpPr>
          <p:cNvPr id="28" name="TextBox 27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03</a:t>
            </a:r>
          </a:p>
        </p:txBody>
      </p:sp>
      <p:sp>
        <p:nvSpPr>
          <p:cNvPr id="29" name="TextBox 28">
            <a:hlinkClick action="ppaction://hlinksldjump" r:id="rId9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05</a:t>
            </a:r>
          </a:p>
        </p:txBody>
      </p:sp>
      <p:sp>
        <p:nvSpPr>
          <p:cNvPr id="31" name="TextBox 30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06</a:t>
            </a:r>
          </a:p>
        </p:txBody>
      </p:sp>
      <p:sp>
        <p:nvSpPr>
          <p:cNvPr id="32" name="TextBox 31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10222473"/>
            <a:ext cx="15012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71</a:t>
            </a:r>
          </a:p>
        </p:txBody>
      </p:sp>
      <p:sp>
        <p:nvSpPr>
          <p:cNvPr id="34" name="TextBox 33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5" name="TextBox 34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7" name="TextBox 36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f8835918430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391821"/>
            <a:ext cx="3095922" cy="28277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635174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682799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67770" y="1892349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24767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37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62760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33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99624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37 × 50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28918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× 66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99648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 × 75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27218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× 100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a031b4feaf9d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" y="6688715"/>
            <a:ext cx="3095922" cy="20355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67770" y="670530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752927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67770" y="6962477"/>
          <a:ext cx="2736204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1012"/>
                <a:gridCol w="225519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94018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Vegetale antigrasso 40 g/m² · 25 × 37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92670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Vegetale antigrasso 40 g/m² · 37 × 50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90584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Kraft bianca 100 g/m² · 100 × 150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27102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Velina 22 g/m² · 100 × 150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92380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Velina 22 g/m² · 25 × 37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92397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Velina 22 g/m² · 37 × 50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92403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Velina 22 g/m² · 50 × 75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92465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Velina 22 g/m² · 75 × 100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Pelleaglio 32 g/m² · 25 × 37,5 / 37,5 × 50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Pelleaglio 32 g/m² · 50 × 75 / 75 × 100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2371" y="321979"/>
            <a:ext cx="29489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CARTE DA INCARTO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637197"/>
            <a:ext cx="112399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CARTE DA INCARTO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810880"/>
            <a:ext cx="1588936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Carta politenata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1147529"/>
            <a:ext cx="248508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Una carta da incarto con supporto rinforzato.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1405597"/>
            <a:ext cx="181795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bianca · 60 + 9 g/m²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552" y="1660242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5537958"/>
            <a:ext cx="112399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CARTE DA INCARTO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5711641"/>
            <a:ext cx="1618369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Carte da incarto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6048290"/>
            <a:ext cx="2337926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Carte in fogli per incartare, confezionare e presentare gli alimenti.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475725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552" y="673036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6" name="TextBox 35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9" name="TextBox 38">
            <a:hlinkClick action="ppaction://hlinksldjump" r:id="rId11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1" name="TextBox 40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5" name="TextBox 44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7" name="TextBox 46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75a66b3c9898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233294"/>
            <a:ext cx="3095922" cy="314467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635174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21179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 × 25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21186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19 × 31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21193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35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21278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× 45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fbd61570dc65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48" y="6434202"/>
            <a:ext cx="3095922" cy="25443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7770" y="6863953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vg-0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946" y="6911578"/>
            <a:ext cx="82301" cy="8274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67770" y="7121128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1122"/>
                <a:gridCol w="161508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BIANCO / AVANA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93967 / 93974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 + 8 × 26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98092 / 98696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+ 10 × 32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97958 / 98665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 + 10 × 32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98207 / 98689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 + 12 × 40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98634 / 98641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+ 16 × 45 cm · 100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98542 / 98672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45 + 15 × 49 cm · 100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2371" y="321979"/>
            <a:ext cx="29489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CARTE DA INCARTO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770" y="637197"/>
            <a:ext cx="112399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CARTE DA INCARTO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810880"/>
            <a:ext cx="2354328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Sottofritti in carta paglia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1147529"/>
            <a:ext cx="261262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 supporto per il servizio di preparazioni fritte.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1405597"/>
            <a:ext cx="159230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paglia · 80 g/m²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5537958"/>
            <a:ext cx="112399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CARTE DA INCARTO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5711641"/>
            <a:ext cx="1667422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Shopper in carta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6048290"/>
            <a:ext cx="2475276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Manici piatti e grammature selezionate per il servizio al cliente.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6475725"/>
            <a:ext cx="2612627" cy="294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kraft bianca / sealing avana · 90 / 100 g/m²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552" y="6889020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9622249"/>
            <a:ext cx="21907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Stampa del marchio disponibile su entrambi i colori.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5" name="TextBox 34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6" name="TextBox 35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7" name="TextBox 36">
            <a:hlinkClick action="ppaction://hlinksldjump" r:id="rId11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9" name="TextBox 38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0" name="TextBox 39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42" name="TextBox 41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3" name="TextBox 42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5" name="TextBox 44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152650"/>
          </a:xfrm>
          <a:prstGeom prst="roundRect">
            <a:avLst>
              <a:gd name="adj" fmla="val 367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883868656d9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7" y="777769"/>
            <a:ext cx="2789932" cy="16770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79020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837830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948" y="4036516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17364"/>
                <a:gridCol w="218866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37,5 / 37,5 × 50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 × 75 / 75 × 100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97944" y="647997"/>
            <a:ext cx="3006030" cy="2809279"/>
          </a:xfrm>
          <a:prstGeom prst="roundRect">
            <a:avLst>
              <a:gd name="adj" fmla="val 281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b6fe42e0a4787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687" y="757175"/>
            <a:ext cx="1594395" cy="237482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7944" y="44468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121" y="4494460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97944" y="469314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27768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60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caa3f8e49d2b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609" y="5691225"/>
            <a:ext cx="2260401" cy="403033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67770" y="65359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583560"/>
            <a:ext cx="82301" cy="82748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067770" y="6793110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6189"/>
                <a:gridCol w="203001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63941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10,5 × 26,8 cm · 70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63439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+ 7 × 37 cm · 70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63965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44 cm · 70 + 70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63972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 × 60 cm · 70 + 70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5673" y="321979"/>
            <a:ext cx="419185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CARTE DA INCARTO · SACCHETTI E BUSTE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848" y="260976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2876167"/>
            <a:ext cx="112399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CARTE DA INCARTO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3038985"/>
            <a:ext cx="174023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Fogli da incarto in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3324289"/>
            <a:ext cx="309335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3571492"/>
            <a:ext cx="116063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Polipropilene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730" y="381527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4644841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3532797"/>
            <a:ext cx="117320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SACCHETTI E BUSTE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3695615"/>
            <a:ext cx="146676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Sacchi lavanderia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3980919"/>
            <a:ext cx="222019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 accessorio di servizio per l’ospitalità.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4228122"/>
            <a:ext cx="128817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· 50 g/m²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09727" y="44719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7770" y="5537958"/>
            <a:ext cx="117320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SACCHETTI E BUSTE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5711641"/>
            <a:ext cx="2100935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Sacchetti SOS avana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6048290"/>
            <a:ext cx="229868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Formati diversi riuniti in una sola famiglia.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6306358"/>
            <a:ext cx="115082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avana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9552" y="65610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46" name="TextBox 45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7" name="TextBox 46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8" name="TextBox 47">
            <a:hlinkClick action="ppaction://hlinksldjump" r:id="rId11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9" name="TextBox 48">
            <a:hlinkClick action="ppaction://hlinksldjump" r:id="rId12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50" name="TextBox 49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1" name="TextBox 50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2" name="TextBox 51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74</a:t>
            </a:r>
          </a:p>
        </p:txBody>
      </p:sp>
      <p:sp>
        <p:nvSpPr>
          <p:cNvPr id="54" name="TextBox 53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5" name="TextBox 54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7" name="TextBox 56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b9f07b454d364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77" y="1654671"/>
            <a:ext cx="3095665" cy="230207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635174"/>
          <a:ext cx="2736204" cy="11523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95435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8 + 5 × 24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95459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9 + 6 × 28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95466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+ 6 ×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95480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+ 7 × 37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95510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 + 9 × 36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6025269addecd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21" y="5690443"/>
            <a:ext cx="2090376" cy="40319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7770" y="6535935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vg-0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946" y="6583560"/>
            <a:ext cx="82301" cy="8274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67770" y="6793110"/>
          <a:ext cx="2736204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94681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+ 5 ×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4420" y="321979"/>
            <a:ext cx="29880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SACCHETTI E BUSTE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770" y="637197"/>
            <a:ext cx="117320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SACCHETTI E BUSTE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810880"/>
            <a:ext cx="2075948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Sacchetti trasparenti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1147529"/>
            <a:ext cx="273035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rendere visibile il contenuto della confezione.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1405597"/>
            <a:ext cx="116063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Polipropilene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5537958"/>
            <a:ext cx="117320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SACCHETTI E BUSTE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5711641"/>
            <a:ext cx="171111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Sacchetti igienici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6048290"/>
            <a:ext cx="209265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Un complemento per i servizi igienici.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6306358"/>
            <a:ext cx="128817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· 45 g/m²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552" y="6561003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1" name="TextBox 30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2" name="TextBox 31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3" name="TextBox 32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35" name="TextBox 34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6" name="TextBox 35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7" name="TextBox 36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75</a:t>
            </a:r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0" name="TextBox 39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2" name="TextBox 41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caa3f8e49d2b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09" y="790464"/>
            <a:ext cx="2260401" cy="40303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7770" y="1804541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1852166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67770" y="2061716"/>
          <a:ext cx="2736204" cy="11523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× 25 + 6,5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14 × 30 + 9,5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17 × 37 + 10,5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40 + 10,5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50 + 10,5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9abc23ab8c10a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" y="6559135"/>
            <a:ext cx="3095922" cy="22945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67770" y="6705302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46" y="6752927"/>
            <a:ext cx="82301" cy="827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67770" y="6962477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97173"/>
                <a:gridCol w="1539031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BIANCO / AVANA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24972 / 28321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 + 18 × 26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23616 / 28413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+ 20 × 23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24958 / 24941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+ 20 ×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27157 / 24460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36 + 24 ×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5833" y="321979"/>
            <a:ext cx="360458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SACCHETTI E BUSTE · SHOPPER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637197"/>
            <a:ext cx="117320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SACCHETTI E BUSTE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810880"/>
            <a:ext cx="2049122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Sacchetti antigrasso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1147529"/>
            <a:ext cx="2416412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1574963"/>
            <a:ext cx="202398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bianca / avana · 40 g/m²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552" y="1829608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5537958"/>
            <a:ext cx="53397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SHOPPER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5711641"/>
            <a:ext cx="224273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6048290"/>
            <a:ext cx="2504709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Il formato dedicato a pasticceria e confezioni voluminose.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475725"/>
            <a:ext cx="261262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kraft bianca / sealing avana · 90 g/m²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552" y="6730369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6" name="TextBox 35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9" name="TextBox 38">
            <a:hlinkClick action="ppaction://hlinksldjump" r:id="rId11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1" name="TextBox 40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2" name="TextBox 41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5" name="TextBox 44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7" name="TextBox 46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375ad813723d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925" y="719881"/>
            <a:ext cx="4499924" cy="629989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9295209"/>
            <a:ext cx="1206698" cy="177998"/>
          </a:xfrm>
          <a:prstGeom prst="roundRect">
            <a:avLst>
              <a:gd name="adj" fmla="val 50000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vg-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9342834"/>
            <a:ext cx="82301" cy="827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87873" y="7667922"/>
          <a:ext cx="3816101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8763"/>
                <a:gridCol w="275733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26 × 25 × h 32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32 × 23 × h 31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—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35 × 28 × h 33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2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3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2383" y="321979"/>
            <a:ext cx="236183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SHOPPER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7695222"/>
            <a:ext cx="53397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SHOPPER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7841074"/>
            <a:ext cx="1329411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Shopper Gourmet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8638197"/>
            <a:ext cx="2190765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Soluzioni personalizzabili per il servizio e la confezione.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9065632"/>
            <a:ext cx="203379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Kraft 170 g/m² · cordino cotone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730" y="9320276"/>
            <a:ext cx="9756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 spc="94">
                <a:solidFill>
                  <a:srgbClr val="FFFFFF"/>
                </a:solidFill>
                <a:latin typeface="Inter SemiBold"/>
              </a:rPr>
              <a:t>PERSONALIZZABILE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948" y="9541584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4" name="TextBox 23">
            <a:hlinkClick action="ppaction://hlinksldjump" r:id="rId7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5" name="TextBox 24">
            <a:hlinkClick action="ppaction://hlinksldjump" r:id="rId8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7" name="TextBox 26">
            <a:hlinkClick action="ppaction://hlinksldjump" r:id="rId10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28" name="TextBox 27">
            <a:hlinkClick action="ppaction://hlinksldjump" r:id="rId11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29" name="TextBox 28">
            <a:hlinkClick action="ppaction://hlinksldjump" r:id="rId12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10222473"/>
            <a:ext cx="169750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77</a:t>
            </a:r>
          </a:p>
        </p:txBody>
      </p:sp>
      <p:sp>
        <p:nvSpPr>
          <p:cNvPr id="32" name="TextBox 31">
            <a:hlinkClick action="ppaction://hlinksldjump" r:id="rId14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5" name="TextBox 34">
            <a:hlinkClick r:id="rId6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d098c5fc1f3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28" y="747646"/>
            <a:ext cx="2492871" cy="165480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15188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C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9948" y="3324522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400323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308324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39948" y="3512641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428898" y="3512641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336899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797944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4abcbcc209627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524" y="747646"/>
            <a:ext cx="2492871" cy="165480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797944" y="315188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2B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797944" y="3324522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658320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566320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797944" y="3512641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686895" y="3512641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594895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9948" y="3851969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1375e624e39ad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415" y="3857156"/>
            <a:ext cx="2298948" cy="165560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39948" y="616773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C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39948" y="634037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543198" y="634037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546449" y="6340375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39948" y="6528494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476523" y="6528494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2413099" y="6528494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39948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457473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2374999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797944" y="3851969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82045c9dcf66f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411" y="3857156"/>
            <a:ext cx="2298948" cy="165560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3797944" y="616773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2B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797944" y="634037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801195" y="634037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804445" y="6340375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797944" y="6528494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734520" y="6528494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671095" y="6528494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797944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4715470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632995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39948" y="7055941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7da78eecbc449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035" y="7168108"/>
            <a:ext cx="2951857" cy="1629766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539948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539948" y="9732466"/>
            <a:ext cx="8697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1438423" y="9732466"/>
            <a:ext cx="8697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2336899" y="9732466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539948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1457473" y="9920585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2394049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3797944" y="7055941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5" name="Picture 54" descr="1f0b761cc52af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031" y="7168108"/>
            <a:ext cx="2951857" cy="1629766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3797944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D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3797944" y="9732466"/>
            <a:ext cx="8697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4696420" y="9732466"/>
            <a:ext cx="8697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5594895" y="9732466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3797944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4715470" y="9920585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5652045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9948" y="2556038"/>
            <a:ext cx="5535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ANONIME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948" y="2715284"/>
            <a:ext cx="98204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Senza stampa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9948" y="2953707"/>
            <a:ext cx="16217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e bianca - maniglia piatta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144" y="3141826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349" y="3337535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63724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71725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349" y="3525653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41 · 90 g/m²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92299" y="3525653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00300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97944" y="2556038"/>
            <a:ext cx="5535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ANONIME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97944" y="2715284"/>
            <a:ext cx="98204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Senza stampa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97944" y="2953707"/>
            <a:ext cx="15628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maniglia piatta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38141" y="3141826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61345" y="3337535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21721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29721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61345" y="3525653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41 · 90 g/m²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50296" y="3525653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58296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948" y="5571891"/>
            <a:ext cx="5535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ANONIME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9948" y="5731137"/>
            <a:ext cx="98204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Senza stampa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9948" y="5969560"/>
            <a:ext cx="16217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e bianca - maniglia ritorta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0144" y="6157679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3349" y="6353388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06599" y="6353388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39,5 · 110 g/m²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09850" y="6353388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3349" y="654150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39924" y="654150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76500" y="654150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41 · 100 g/m²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349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20874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38400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49 · 110 g/m²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97944" y="5571891"/>
            <a:ext cx="5535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ANONIME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97944" y="5731137"/>
            <a:ext cx="98204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Senza stampa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97944" y="5969560"/>
            <a:ext cx="15628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maniglia ritorta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8141" y="6157679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61345" y="6353388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64596" y="6353388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39,5 · 110 g/m²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67846" y="6353388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61345" y="654150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97921" y="654150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4496" y="654150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41 · 100 g/m²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61345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78871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96396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49 · 110 g/m²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9948" y="8963982"/>
            <a:ext cx="5535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ANONIME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39948" y="9123228"/>
            <a:ext cx="130488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Senza stampa Italy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9948" y="9361651"/>
            <a:ext cx="12685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ritorta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03349" y="9745478"/>
            <a:ext cx="7976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24+11 × 21 · 100 g/m²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01824" y="9745478"/>
            <a:ext cx="7976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24+11 × 31 · 100 g/m²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400300" y="974547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28 · 100 g/m²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3349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40+12 × 31 · 100 g/m²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520874" y="993359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42+13 × 37 · 100 g/m²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457450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39 · 110 g/m²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97944" y="8963982"/>
            <a:ext cx="5535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ANONIME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797944" y="9123228"/>
            <a:ext cx="130488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Senza stampa Italy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797944" y="9361651"/>
            <a:ext cx="12391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maniglia ritorta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38141" y="9549769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220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61345" y="9745478"/>
            <a:ext cx="7976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24+11 × 21 · 100 g/m²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59821" y="9745478"/>
            <a:ext cx="7976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24+11 × 31 · 100 g/m²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58296" y="974547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28 · 100 g/m²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61345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40+12 × 31 · 100 g/m²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78871" y="993359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42+13 × 37 · 100 g/m²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715446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39 · 110 g/m²</a:t>
            </a:r>
          </a:p>
        </p:txBody>
      </p:sp>
      <p:sp>
        <p:nvSpPr>
          <p:cNvPr id="137" name="TextBox 136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138" name="TextBox 137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139" name="TextBox 138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40" name="TextBox 139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141" name="TextBox 140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42" name="TextBox 141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43" name="TextBox 142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78</a:t>
            </a:r>
          </a:p>
        </p:txBody>
      </p:sp>
      <p:sp>
        <p:nvSpPr>
          <p:cNvPr id="145" name="TextBox 144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46" name="TextBox 145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48" name="TextBox 147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bf0dc2da60a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35" y="694970"/>
            <a:ext cx="2951857" cy="15718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9948" y="3136403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524148" y="3136403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555974" y="3136403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39948" y="3324522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533673" y="3324522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39948" y="3512641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797944" y="647997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22b31ecc8f703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031" y="694970"/>
            <a:ext cx="2951857" cy="157188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797944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C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797944" y="3136403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82145" y="3136403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813970" y="3136403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797944" y="3324522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791670" y="3324522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797944" y="3512641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9948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8ecdb91acdb2f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163" y="3951695"/>
            <a:ext cx="2425600" cy="165464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39948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BF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071264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2599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602581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3D2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39948" y="6528494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400323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308324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39948" y="6716613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447948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797944" y="3851969"/>
            <a:ext cx="3006030" cy="1731466"/>
          </a:xfrm>
          <a:prstGeom prst="roundRect">
            <a:avLst>
              <a:gd name="adj" fmla="val 45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aebba7e1c90f8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8159" y="3890377"/>
            <a:ext cx="2425600" cy="1654649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3797944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A2A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4262586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8B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727227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CA5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797944" y="6528494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658320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566320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797944" y="6716613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705945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39948" y="7055941"/>
            <a:ext cx="3006030" cy="1731466"/>
          </a:xfrm>
          <a:prstGeom prst="roundRect">
            <a:avLst>
              <a:gd name="adj" fmla="val 45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ad9c360890c28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163" y="7094349"/>
            <a:ext cx="2425600" cy="165464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39948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124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995064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C02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1459706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22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539948" y="9732466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1400323" y="9732466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2308324" y="9732466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39948" y="9920585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1447948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3797944" y="7055941"/>
            <a:ext cx="3006030" cy="1731466"/>
          </a:xfrm>
          <a:prstGeom prst="roundRect">
            <a:avLst>
              <a:gd name="adj" fmla="val 45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a079b894efa4c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031" y="7134208"/>
            <a:ext cx="2951857" cy="1574933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797944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EFC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4329261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CE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4860577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7FC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3797944" y="9732466"/>
            <a:ext cx="8697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4696420" y="9732466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5632995" y="9732466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3797944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9948" y="2367919"/>
            <a:ext cx="5535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ANONIME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9948" y="2527166"/>
            <a:ext cx="209924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Senza stampa bordo risvoltato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948" y="2765588"/>
            <a:ext cx="17590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rivestita in cotone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349" y="3149416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19+9 × 25+6 · 100 g/m²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87549" y="3149416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27+6 · 100 g/m²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19375" y="3149416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31+6 · 110 g/m²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349" y="3337535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35+13 × 31+6 · 110 g/m²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97074" y="3337535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33+6 · 120 g/m²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349" y="3525653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54+16 × 43+6 · 130 g/m²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7944" y="2367919"/>
            <a:ext cx="5535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ANONIME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97944" y="2527166"/>
            <a:ext cx="209924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Senza stampa bordo risvoltato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97944" y="2765588"/>
            <a:ext cx="172965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maniglia rivestita in cotone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38141" y="2953707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61345" y="3149416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19+9 × 25+6 · 100 g/m²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5546" y="3149416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27+6 · 100 g/m²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77371" y="3149416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31+6 · 110 g/m²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61345" y="3337535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35+13 × 31+6 · 110 g/m²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55071" y="3337535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33+6 · 120 g/m²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61345" y="3525653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54+16 × 43+6 · 130 g/m²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948" y="5760010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9948" y="5919256"/>
            <a:ext cx="1208463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su avana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9948" y="6157679"/>
            <a:ext cx="308354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fondo testa di moro, menta, fragola - maniglia piatta avana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144" y="634579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1460" y="634579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42777" y="634579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3349" y="6541507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63724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71725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3349" y="672962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11349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97944" y="5637376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97944" y="5796622"/>
            <a:ext cx="567392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97944" y="6035044"/>
            <a:ext cx="306392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fondo arancio, verde chiaro, giallo - maniglia piatta avana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38141" y="6345798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02782" y="6345798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67423" y="6345798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61345" y="6541507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21721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9721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61345" y="672962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69346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9948" y="8841348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9948" y="9000594"/>
            <a:ext cx="567392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9948" y="9239016"/>
            <a:ext cx="2887328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fondo verde, rosso, blu scuro - maniglia piatta avana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0144" y="9549769"/>
            <a:ext cx="26785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5260" y="9549769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99902" y="9549769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3349" y="9745478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63724" y="9745478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71725" y="9745478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3349" y="993359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11349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797944" y="8841348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797944" y="9000594"/>
            <a:ext cx="1110356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naturali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97944" y="9239016"/>
            <a:ext cx="2985435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verde acqua, rosa antico, tortora - maniglia ritorta bianca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8141" y="9549769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268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69457" y="9549769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269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00773" y="9549769"/>
            <a:ext cx="3365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270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61345" y="9745478"/>
            <a:ext cx="7976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21+11 × 24 · 100 g/m²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59821" y="974547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28 · 100 g/m²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96396" y="9745478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40+12 × 31 · 100 g/m²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61345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39 · 110 g/m²</a:t>
            </a:r>
          </a:p>
        </p:txBody>
      </p:sp>
      <p:sp>
        <p:nvSpPr>
          <p:cNvPr id="131" name="TextBox 130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132" name="TextBox 131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133" name="TextBox 132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34" name="TextBox 133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135" name="TextBox 134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36" name="TextBox 135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37" name="TextBox 136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79</a:t>
            </a:r>
          </a:p>
        </p:txBody>
      </p:sp>
      <p:sp>
        <p:nvSpPr>
          <p:cNvPr id="139" name="TextBox 138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40" name="TextBox 139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42" name="TextBox 141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4fd4322ae5a7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83" y="653283"/>
            <a:ext cx="2329160" cy="16554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3EB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42689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F6D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526381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F8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39948" y="3136403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543198" y="3136403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432149" y="3136403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39948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476523" y="3324522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394049" y="3324522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39948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797944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2cf01899e769c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251" y="747972"/>
            <a:ext cx="2385268" cy="165415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797944" y="315188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A5C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310211" y="315188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812952" y="315188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E95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797944" y="3324522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801195" y="3324522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690145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797944" y="3512641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734520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652045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39948" y="3851969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7e43c916aabad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83" y="3857255"/>
            <a:ext cx="2329160" cy="165541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39948" y="616773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0B5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052214" y="616773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E13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535906" y="616773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772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39948" y="634037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543198" y="6340375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432149" y="6340375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39948" y="6528494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476523" y="6528494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394049" y="6528494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39948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797944" y="3851969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a00c7f89da625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380" y="3857255"/>
            <a:ext cx="2329160" cy="165541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797944" y="616773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2B2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4329261" y="616773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E0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812952" y="616773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9FA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797944" y="634037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4801195" y="6340375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690145" y="6340375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797944" y="6528494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4734520" y="6528494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5652045" y="6528494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3797944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539948" y="7055941"/>
            <a:ext cx="3006030" cy="1543347"/>
          </a:xfrm>
          <a:prstGeom prst="roundRect">
            <a:avLst>
              <a:gd name="adj" fmla="val 513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d0d4b5b5b6a22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20" y="7055941"/>
            <a:ext cx="2171487" cy="1543347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539948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1004589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83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1469231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19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539948" y="9544347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1543198" y="9544347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2432149" y="9544347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539948" y="9732466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1476523" y="9732466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2394049" y="9732466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539948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3797944" y="7055941"/>
            <a:ext cx="3006030" cy="1543347"/>
          </a:xfrm>
          <a:prstGeom prst="roundRect">
            <a:avLst>
              <a:gd name="adj" fmla="val 513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3" name="Picture 62" descr="369fb24fb1dc4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5216" y="7055941"/>
            <a:ext cx="2171487" cy="1543347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3797944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0B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4310211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1418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4774852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584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3797944" y="9544347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4801195" y="9544347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5690145" y="9544347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3797944" y="9732466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4734520" y="9732466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5652045" y="9732466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3797944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ounded Rectangle 77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948" y="2367919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9948" y="2527166"/>
            <a:ext cx="113978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pastello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9948" y="2765588"/>
            <a:ext cx="288732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crema, turchese, rosa - maniglia ritorta colorata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0144" y="2953707"/>
            <a:ext cx="3169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187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82885" y="2953707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66577" y="2953707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3349" y="3149416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06599" y="3149416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95550" y="3149416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3349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39924" y="333753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57450" y="333753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3349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49 · 110 g/m²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97944" y="2556038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97944" y="2715284"/>
            <a:ext cx="113978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pastello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97944" y="2953707"/>
            <a:ext cx="312278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arancio, verde chiaro, giallo - maniglia ritorta colorata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8141" y="3141826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139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50407" y="3141826"/>
            <a:ext cx="3169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137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53148" y="3141826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138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61345" y="3337535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64596" y="3337535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53546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61345" y="3525653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97921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15446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9948" y="5571891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9948" y="5731137"/>
            <a:ext cx="113978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pastello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9948" y="5969560"/>
            <a:ext cx="30148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viola, blu elettrico, fucsia - maniglia ritorta colorata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0144" y="6157679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188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92410" y="6157679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50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76102" y="6157679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159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03349" y="6353388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06599" y="6353388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95550" y="635338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3349" y="654150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39924" y="654150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457450" y="654150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3349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49 · 110 g/m²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797944" y="5571891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797944" y="5731137"/>
            <a:ext cx="113978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pastello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97944" y="5969560"/>
            <a:ext cx="27401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nero, grigio, rosso - maniglia ritorta colorata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8141" y="6157679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206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69457" y="6157679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59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953148" y="6157679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61345" y="6353388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64596" y="6353388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753546" y="635338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61345" y="654150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97921" y="654150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15446" y="654150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861345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49 · 110 g/m²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9948" y="8653229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39948" y="8812475"/>
            <a:ext cx="109257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sealing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39948" y="9050898"/>
            <a:ext cx="3024678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fondo verde scuro, bordeaux, blu notte - maniglia ritorta colorata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0144" y="9361651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51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44785" y="9361651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41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609427" y="9361651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40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3349" y="9557360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606599" y="9557360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495550" y="9557360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03349" y="974547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539924" y="9745478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457450" y="9745478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3349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49 · 110 g/m²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797944" y="8653229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797944" y="8812475"/>
            <a:ext cx="109257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sealing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797944" y="9050898"/>
            <a:ext cx="279903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fondo marrone, avorio, nero - maniglia ritorta colorata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938141" y="9361651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103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450407" y="9361651"/>
            <a:ext cx="27766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61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915048" y="9361651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60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861345" y="9557360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864596" y="9557360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753546" y="9557360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61345" y="974547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97921" y="9745478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715446" y="9745478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861345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49 · 110 g/m²</a:t>
            </a:r>
          </a:p>
        </p:txBody>
      </p:sp>
      <p:sp>
        <p:nvSpPr>
          <p:cNvPr id="160" name="TextBox 159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161" name="TextBox 160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162" name="TextBox 161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63" name="TextBox 162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164" name="TextBox 163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65" name="TextBox 164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66" name="TextBox 165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80</a:t>
            </a:r>
          </a:p>
        </p:txBody>
      </p:sp>
      <p:sp>
        <p:nvSpPr>
          <p:cNvPr id="168" name="TextBox 167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69" name="TextBox 168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71" name="TextBox 170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f166b07c175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35" y="694970"/>
            <a:ext cx="2951857" cy="15718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273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52214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E74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39948" y="3136403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524148" y="3136403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555974" y="3136403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39948" y="3324522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533673" y="3324522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39948" y="3512641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797944" y="647997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4dfdc088f878d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031" y="694970"/>
            <a:ext cx="2951857" cy="157188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797944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7B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300686" y="296376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2D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797944" y="3136403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782145" y="3136403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813970" y="3136403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797944" y="3324522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791670" y="3324522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797944" y="3512641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39948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7ca492a7bc9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35" y="4020493"/>
            <a:ext cx="2951857" cy="1517053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39948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C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39948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447948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355949" y="6528494"/>
            <a:ext cx="8983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39948" y="6716613"/>
            <a:ext cx="8983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797944" y="3851969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c8771d713b663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031" y="4114552"/>
            <a:ext cx="2951857" cy="1517053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797944" y="654397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21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4319736" y="654397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C7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797944" y="6716613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705945" y="6716613"/>
            <a:ext cx="8983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632995" y="6716613"/>
            <a:ext cx="8983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39948" y="7055941"/>
            <a:ext cx="3006030" cy="1919585"/>
          </a:xfrm>
          <a:prstGeom prst="roundRect">
            <a:avLst>
              <a:gd name="adj" fmla="val 4125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34ab8de3d114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035" y="7257207"/>
            <a:ext cx="2951857" cy="1517053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539948" y="9920585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1447948" y="9920585"/>
            <a:ext cx="8983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2374999" y="9920585"/>
            <a:ext cx="8983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797944" y="7055941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a6ce977647fd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031" y="7321496"/>
            <a:ext cx="2951857" cy="151096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3797944" y="9747944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C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797944" y="9920585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4734520" y="9920585"/>
            <a:ext cx="9269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948" y="2367919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948" y="2527166"/>
            <a:ext cx="1684591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bordo risvoltato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948" y="2765588"/>
            <a:ext cx="288732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rosso, blu - maniglia rivestita in cotone colorata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144" y="2953707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2410" y="2953707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349" y="3149416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19+9 × 25+6 · 100 g/m²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87549" y="3149416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27+6 · 100 g/m²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19375" y="3149416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31+6 · 110 g/m²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349" y="3337535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35+13 × 31+6 · 110 g/m²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97074" y="3337535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33+6 · 120 g/m²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349" y="3525653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54+16 × 43+6 · 130 g/m²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97944" y="2367919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COLORATE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7944" y="2527166"/>
            <a:ext cx="1684591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Colorati bordo risvoltato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7944" y="2765588"/>
            <a:ext cx="29167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caffè, nero - maniglia rivestita in cotone colorata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8141" y="2953707"/>
            <a:ext cx="3169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107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40882" y="2953707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61345" y="3149416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19+9 × 25+6 · 100 g/m²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45546" y="3149416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27+6 · 100 g/m²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77371" y="3149416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31+6 · 110 g/m²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61345" y="3337535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35+13 × 31+6 · 110 g/m²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55071" y="3337535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33+6 · 120 g/m²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61345" y="3525653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54+16 × 43+6 · 130 g/m²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9948" y="5760010"/>
            <a:ext cx="6618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TAKE AWAY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9948" y="5919256"/>
            <a:ext cx="171938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Take away senza stampa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9948" y="6157679"/>
            <a:ext cx="16217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e bianca - maniglia piatta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144" y="6345798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349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27+17 × 29 · 90 g/m²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11349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29 · 90 g/m²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19350" y="6541507"/>
            <a:ext cx="8270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32+22 × 34 · 90 g/m²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349" y="6729625"/>
            <a:ext cx="8270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35+25 × 27 · 90 g/m²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97944" y="5948129"/>
            <a:ext cx="6618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TAKE AWAY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97944" y="6107375"/>
            <a:ext cx="130488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Take away colorati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97944" y="6345798"/>
            <a:ext cx="24458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rosso, nero - maniglia piatta colorata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38141" y="6533916"/>
            <a:ext cx="3365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276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59932" y="6533916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285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61345" y="672962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27+17 × 29 · 90 g/m²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69346" y="6729625"/>
            <a:ext cx="8270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32+22 × 34 · 90 g/m²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96396" y="6729625"/>
            <a:ext cx="8270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35+25 × 27 · 90 g/m²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9948" y="9029466"/>
            <a:ext cx="6618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TAKE AWAY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9948" y="9188712"/>
            <a:ext cx="126732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Take away bicolor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9948" y="9427135"/>
            <a:ext cx="2897139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vaniglia con soffietti cioccolato - maniglia piatta vaniglia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144" y="973788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246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3349" y="993359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27+17 × 29 · 90 g/m²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11349" y="9933597"/>
            <a:ext cx="8270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32+22 × 34 · 90 g/m²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38400" y="9933597"/>
            <a:ext cx="8270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35+25 × 27 · 90 g/m²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97944" y="9152101"/>
            <a:ext cx="6618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TAKE AWAY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97944" y="9311347"/>
            <a:ext cx="752110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Take away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97944" y="9549769"/>
            <a:ext cx="16217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e bianca - maniglia ritorta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8141" y="973788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232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61345" y="993359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27+17 × 29 · 100 g/m²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97921" y="9933597"/>
            <a:ext cx="85650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36+22 × 33 · 100 g/m²</a:t>
            </a:r>
          </a:p>
        </p:txBody>
      </p:sp>
      <p:sp>
        <p:nvSpPr>
          <p:cNvPr id="107" name="TextBox 106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108" name="TextBox 107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109" name="TextBox 108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10" name="TextBox 109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111" name="TextBox 110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12" name="TextBox 111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13" name="TextBox 112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81</a:t>
            </a:r>
          </a:p>
        </p:txBody>
      </p:sp>
      <p:sp>
        <p:nvSpPr>
          <p:cNvPr id="115" name="TextBox 114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16" name="TextBox 115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18" name="TextBox 117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89c20104ef2b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63" y="747723"/>
            <a:ext cx="2425600" cy="16546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324522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400323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308324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39948" y="3512641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447948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97944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bfa8efc26c34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302" y="747999"/>
            <a:ext cx="2525315" cy="16540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797944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05945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613945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797944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39948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2e29f98c1efe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69" y="3951500"/>
            <a:ext cx="2325588" cy="165503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39948" y="6528494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400323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308324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9948" y="6716613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797944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e29f08b44f45c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8159" y="3951695"/>
            <a:ext cx="2425600" cy="165464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797944" y="6528494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658320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566320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797944" y="6716613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705945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39948" y="7055941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49f3c415abb8e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305" y="7155943"/>
            <a:ext cx="2525315" cy="165409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39948" y="9732466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447948" y="9732466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355949" y="9732466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39948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3797944" y="7055941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3f64c10c1812f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031" y="7206112"/>
            <a:ext cx="2951857" cy="155360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797944" y="9732466"/>
            <a:ext cx="8697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696420" y="9732466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632995" y="9732466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797944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2556038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2715284"/>
            <a:ext cx="134581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Fascia cammeo blu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948" y="2953707"/>
            <a:ext cx="17198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maniglia piatta blu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349" y="3337535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724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1725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349" y="3525653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11349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944" y="2556038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944" y="2715284"/>
            <a:ext cx="435560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Atene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7944" y="2953707"/>
            <a:ext cx="144514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maniglia piatta nera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8141" y="3141826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288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61345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69346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77346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61345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9948" y="5760010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5919256"/>
            <a:ext cx="463153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Flores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948" y="6157679"/>
            <a:ext cx="15726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piatta bianca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0144" y="634579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349" y="6541507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63724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71725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349" y="672962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97944" y="5760010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7944" y="5919256"/>
            <a:ext cx="61031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Summer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97944" y="6157679"/>
            <a:ext cx="15726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piatta bianca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38141" y="634579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248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1345" y="6541507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721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29721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61345" y="672962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69346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948" y="8963982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9948" y="9123228"/>
            <a:ext cx="53182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Garden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9948" y="9361651"/>
            <a:ext cx="15726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piatta bianca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0144" y="9549769"/>
            <a:ext cx="3169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349" y="9745478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11349" y="9745478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19350" y="9745478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3349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97944" y="8963982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97944" y="9123228"/>
            <a:ext cx="559421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Rosette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97944" y="9361651"/>
            <a:ext cx="15726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ritorta bianca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38141" y="9549769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243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61345" y="9745478"/>
            <a:ext cx="7976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24+11 × 21 · 100 g/m²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9821" y="974547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28 · 100 g/m²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96396" y="9745478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40+12 × 31 · 100 g/m²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61345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39 · 110 g/m²</a:t>
            </a:r>
          </a:p>
        </p:txBody>
      </p:sp>
      <p:sp>
        <p:nvSpPr>
          <p:cNvPr id="99" name="TextBox 98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100" name="TextBox 99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101" name="TextBox 100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02" name="TextBox 101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103" name="TextBox 102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04" name="TextBox 103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05" name="TextBox 104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82</a:t>
            </a:r>
          </a:p>
        </p:txBody>
      </p:sp>
      <p:sp>
        <p:nvSpPr>
          <p:cNvPr id="107" name="TextBox 106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08" name="TextBox 107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10" name="TextBox 109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514999968678a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" y="747412"/>
            <a:ext cx="2533203" cy="16552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476523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413099" y="3324522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39948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797944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3a37f212b5a5a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42" y="747679"/>
            <a:ext cx="2535435" cy="16547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34520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671095" y="3324522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797944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39948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57a367b9609af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35" y="4002141"/>
            <a:ext cx="2951857" cy="15536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39948" y="6528494"/>
            <a:ext cx="8697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438423" y="6528494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374999" y="6528494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39948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797944" y="3851969"/>
            <a:ext cx="3006030" cy="1731466"/>
          </a:xfrm>
          <a:prstGeom prst="roundRect">
            <a:avLst>
              <a:gd name="adj" fmla="val 45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cdd29a713a5b3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031" y="3940823"/>
            <a:ext cx="2951857" cy="155360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97944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AEA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797944" y="6528494"/>
            <a:ext cx="8697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696420" y="6528494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632995" y="6528494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797944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39948" y="7055941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9c92bd6f12924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383" y="7061226"/>
            <a:ext cx="2329160" cy="165541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39948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A3A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052214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B69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39948" y="9544347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543198" y="9544347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432149" y="9544347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39948" y="9732466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1476523" y="9732466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394049" y="9732466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39948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797944" y="7055941"/>
            <a:ext cx="3006030" cy="1665982"/>
          </a:xfrm>
          <a:prstGeom prst="roundRect">
            <a:avLst>
              <a:gd name="adj" fmla="val 4753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20e1ef128d9b0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031" y="7102914"/>
            <a:ext cx="2951857" cy="157188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3797944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BDBB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329261" y="9371707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A86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797944" y="9544347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4782145" y="9544347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813970" y="9544347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797944" y="9732466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4791670" y="9732466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3797944" y="9920585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948" y="2556038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948" y="2715284"/>
            <a:ext cx="231220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Fiji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948" y="2953707"/>
            <a:ext cx="15726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ritorta bianca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144" y="3141826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349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39924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76500" y="333753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349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7944" y="2556038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97944" y="2715284"/>
            <a:ext cx="55144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Blumen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7944" y="2953707"/>
            <a:ext cx="15726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ritorta bianca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8141" y="3141826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234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61345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97921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34496" y="333753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61345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9948" y="5760010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9948" y="5919256"/>
            <a:ext cx="634381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Duo Italy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9948" y="6157679"/>
            <a:ext cx="25930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bianco con soffietti neri - maniglia ritorta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144" y="6345798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251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349" y="6541507"/>
            <a:ext cx="7976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24+11 × 21 · 100 g/m²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1824" y="654150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28 · 100 g/m²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38400" y="654150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40+12 × 31 · 100 g/m²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3349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39 · 110 g/m²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97944" y="5637376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97944" y="5796622"/>
            <a:ext cx="634381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Duo Italy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97944" y="6035044"/>
            <a:ext cx="2906949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grigio chiaro con soffietti grigio scuro - maniglia ritorta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38141" y="634579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252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61345" y="6541507"/>
            <a:ext cx="7976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24+11 × 21 · 100 g/m²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9821" y="654150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28 · 100 g/m²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96396" y="654150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40+12 × 31 · 100 g/m²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61345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39 · 110 g/m²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9948" y="8775863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9948" y="8935109"/>
            <a:ext cx="970399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Argento e oro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948" y="9173532"/>
            <a:ext cx="24850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oro, argento - maniglia ritorta colorata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0144" y="9361651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123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92410" y="9361651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3349" y="9557360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06599" y="9557360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95550" y="9557360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3349" y="9745478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39924" y="9745478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57450" y="9745478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349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55+15 × 49 · 110 g/m²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97944" y="8775863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97944" y="8935109"/>
            <a:ext cx="2258827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Bronzo e platino bordo risvoltato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97944" y="9173532"/>
            <a:ext cx="30933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bronzo, platino - maniglia rivestita in cotone colorata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8141" y="9361651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236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69457" y="9361651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104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61345" y="9557360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19+9 × 25+6 · 100 g/m²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5546" y="9557360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27+6 · 100 g/m²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77371" y="9557360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31+6 · 110 g/m²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61345" y="9745478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35+13 × 31+6 · 110 g/m²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55071" y="9745478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33+6 · 120 g/m²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61345" y="9933597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54+16 × 43+6 · 130 g/m²</a:t>
            </a:r>
          </a:p>
        </p:txBody>
      </p:sp>
      <p:sp>
        <p:nvSpPr>
          <p:cNvPr id="113" name="TextBox 112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114" name="TextBox 113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115" name="TextBox 114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16" name="TextBox 115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117" name="TextBox 116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18" name="TextBox 117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19" name="TextBox 118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83</a:t>
            </a:r>
          </a:p>
        </p:txBody>
      </p:sp>
      <p:sp>
        <p:nvSpPr>
          <p:cNvPr id="121" name="TextBox 120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22" name="TextBox 121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24" name="TextBox 123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ccc266be40f7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35" y="757044"/>
            <a:ext cx="2951857" cy="163585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324522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571773" y="3324522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39948" y="3512641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571773" y="3512641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797944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669e44471155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159" y="747723"/>
            <a:ext cx="2425600" cy="165464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797944" y="3324522"/>
            <a:ext cx="8316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58320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566320" y="3324522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797944" y="3512641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705945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39948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af2bcbfc25aa6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05" y="3951971"/>
            <a:ext cx="2525315" cy="16540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39948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447948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355949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9948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797944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763bc849830e3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302" y="3951971"/>
            <a:ext cx="2525315" cy="165409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797944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705945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613945" y="6528494"/>
            <a:ext cx="8792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797944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39948" y="7055941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a73f40238b10a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305" y="7250002"/>
            <a:ext cx="2525315" cy="165409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39948" y="9920585"/>
            <a:ext cx="526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095523" y="9920585"/>
            <a:ext cx="526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651099" y="9920585"/>
            <a:ext cx="526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206674" y="9920585"/>
            <a:ext cx="526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797944" y="7055941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f72593fd8470d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2561" y="7249928"/>
            <a:ext cx="2476797" cy="165424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3797944" y="9920585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734520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652045" y="9920585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2556038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FANTASIA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2715284"/>
            <a:ext cx="1637377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Bicolor bordo risvoltato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2953707"/>
            <a:ext cx="261262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nocciola, grigio - maniglia ritorta colorata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144" y="3141826"/>
            <a:ext cx="30710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141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3360" y="3141826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349" y="3337535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27+6 · 100 g/m²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35174" y="3337535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35+13 × 31+6 · 110 g/m²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349" y="3525653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33+6 · 120 g/m²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35174" y="3525653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54+16 × 43+6 · 130 g/m²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944" y="2556038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944" y="2715284"/>
            <a:ext cx="826917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Santa Klaus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944" y="2953707"/>
            <a:ext cx="15236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piatta rossa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8141" y="3141826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61345" y="3337535"/>
            <a:ext cx="7583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80 g/m²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21721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9721" y="3337535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61345" y="3525653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69346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9948" y="5760010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948" y="5919256"/>
            <a:ext cx="1182710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Merry Christmas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948" y="6157679"/>
            <a:ext cx="15236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piatta rossa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0144" y="634579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349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11349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19350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349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97944" y="5760010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7944" y="5919256"/>
            <a:ext cx="903563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Xmas Village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97944" y="6157679"/>
            <a:ext cx="15236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piatta rossa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38141" y="6345798"/>
            <a:ext cx="3365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1345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80 g/m²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69346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90 g/m²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77346" y="6541507"/>
            <a:ext cx="80744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 · 90 g/m²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61345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9948" y="9152101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948" y="9311347"/>
            <a:ext cx="663813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Sestriere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9948" y="9549769"/>
            <a:ext cx="15236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piatta rossa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144" y="973788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349" y="9933597"/>
            <a:ext cx="44445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58924" y="9933597"/>
            <a:ext cx="44445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14500" y="9933597"/>
            <a:ext cx="44445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32+17 × 45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70075" y="9933597"/>
            <a:ext cx="44445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97944" y="9152101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97944" y="9311347"/>
            <a:ext cx="386506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Stars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97944" y="9549769"/>
            <a:ext cx="142552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ritorta oro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38141" y="9737888"/>
            <a:ext cx="3365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274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61345" y="9933597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97921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41 · 100 g/m²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15446" y="9933597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97" name="TextBox 96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98" name="TextBox 97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99" name="TextBox 98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00" name="TextBox 99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101" name="TextBox 100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02" name="TextBox 101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03" name="TextBox 102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84</a:t>
            </a:r>
          </a:p>
        </p:txBody>
      </p:sp>
      <p:sp>
        <p:nvSpPr>
          <p:cNvPr id="105" name="TextBox 104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06" name="TextBox 105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08" name="TextBox 107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3f359fca7e43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55" y="747972"/>
            <a:ext cx="2385268" cy="1654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324522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543198" y="3324522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432149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39948" y="3512641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476523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394049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797944" y="647997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19fb1a8aeefc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42" y="747679"/>
            <a:ext cx="2535435" cy="16547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797944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734520" y="3324522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671095" y="3324522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797944" y="3512641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39948" y="3851969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38901a459b0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64" y="4045956"/>
            <a:ext cx="2476797" cy="165424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39948" y="6716613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476523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394049" y="6716613"/>
            <a:ext cx="8888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797944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e220693e767f6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031" y="3994525"/>
            <a:ext cx="2951857" cy="15688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797944" y="6528494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829770" y="6528494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797944" y="6716613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39948" y="7055941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9177e11dac710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035" y="7196974"/>
            <a:ext cx="2951857" cy="157188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39948" y="9732466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571773" y="9732466"/>
            <a:ext cx="9650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39948" y="9920585"/>
            <a:ext cx="100310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797944" y="7055941"/>
            <a:ext cx="3006030" cy="1782960"/>
          </a:xfrm>
          <a:prstGeom prst="roundRect">
            <a:avLst>
              <a:gd name="adj" fmla="val 4442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144c2d0f8c4d3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2925" y="7119796"/>
            <a:ext cx="1896070" cy="1655251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797944" y="961132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11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310211" y="961132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C0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822477" y="961132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22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334744" y="961132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83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847010" y="961132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572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797944" y="9747944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FC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329261" y="9747944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19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797944" y="992058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2556038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948" y="2715284"/>
            <a:ext cx="980210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Bianco Natale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948" y="2953707"/>
            <a:ext cx="15138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maniglia ritorta avana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144" y="3141826"/>
            <a:ext cx="3365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349" y="3337535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21,5 · 100 g/m²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06599" y="3337535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18+8 × 24 · 100 g/m²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95550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349" y="3525653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39924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57450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7944" y="2556038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7944" y="2715284"/>
            <a:ext cx="59682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Dolomiti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7944" y="2953707"/>
            <a:ext cx="15236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ritorta rossa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38141" y="3141826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289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61345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97921" y="333753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27+12 × 37 · 100 g/m²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34496" y="333753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36+12 × 41 · 100 g/m²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61345" y="3525653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9948" y="5948129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9948" y="6107375"/>
            <a:ext cx="95077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Cortina rosso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948" y="6345798"/>
            <a:ext cx="18179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maniglia ritorta rossa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144" y="6533916"/>
            <a:ext cx="29729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349" y="672962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29 · 100 g/m²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39924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32+13 × 41 · 100 g/m²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57450" y="6729625"/>
            <a:ext cx="8172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49 · 110 g/m²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97944" y="5760010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97944" y="5919256"/>
            <a:ext cx="183972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Christmas bordo risvoltato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7944" y="6157679"/>
            <a:ext cx="15236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ritorta rossa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38141" y="634579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61345" y="6541507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27+6 · 100 g/m²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93171" y="6541507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35+13 × 31+6 · 110 g/m²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61345" y="6729625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33+6 · 120 g/m²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948" y="8963982"/>
            <a:ext cx="4553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NATALE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9948" y="9123228"/>
            <a:ext cx="1525013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Xmas bordo risvoltato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9948" y="9361651"/>
            <a:ext cx="275978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rivestita in cotone rossa - stampa a caldo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0144" y="9549769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955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349" y="9745478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22+10 × 27+6 · 100 g/m²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35174" y="9745478"/>
            <a:ext cx="89574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35+13 × 31+6 · 110 g/m²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3349" y="9933597"/>
            <a:ext cx="93498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45+15 × 33+6 · 120 g/m²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97944" y="8892842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97944" y="9052088"/>
            <a:ext cx="986495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Porta bottiglie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97944" y="9290511"/>
            <a:ext cx="2877517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sealing avana - fondo nero, rosso, verde, bordeaux, blu notte, marrone,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38141" y="9601264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143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50407" y="9601264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144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62673" y="9601264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145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74940" y="9601264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146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87206" y="9601264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38141" y="9737888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69457" y="9737888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160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61345" y="9933597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39,5 · 110 g/m²</a:t>
            </a:r>
          </a:p>
        </p:txBody>
      </p:sp>
      <p:sp>
        <p:nvSpPr>
          <p:cNvPr id="101" name="TextBox 100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102" name="TextBox 101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103" name="TextBox 102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104" name="TextBox 103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105" name="TextBox 104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106" name="TextBox 105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107" name="TextBox 106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85</a:t>
            </a:r>
          </a:p>
        </p:txBody>
      </p:sp>
      <p:sp>
        <p:nvSpPr>
          <p:cNvPr id="109" name="TextBox 108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110" name="TextBox 109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112" name="TextBox 111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755119505c97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86" y="842447"/>
            <a:ext cx="1428005" cy="165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34000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B69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52214" y="334000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A3A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39948" y="3512641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797944" y="647997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1007f1ac9ce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882" y="842447"/>
            <a:ext cx="1428005" cy="1653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97944" y="3512641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39948" y="3851969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8376b494abe1c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60" y="4045148"/>
            <a:ext cx="2826857" cy="165586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9948" y="654397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C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39948" y="6716613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524148" y="6716613"/>
            <a:ext cx="9840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797944" y="3851969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62808a887e7f1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031" y="3997571"/>
            <a:ext cx="2951857" cy="156274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797944" y="6355853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797944" y="6528494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4782145" y="6528494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766345" y="6528494"/>
            <a:ext cx="9364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797944" y="6716613"/>
            <a:ext cx="9364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39948" y="7055941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2573ee7b1124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035" y="7201543"/>
            <a:ext cx="2951857" cy="1562747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39948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D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39948" y="9732466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524148" y="9732466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508349" y="9732466"/>
            <a:ext cx="9364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39948" y="9920585"/>
            <a:ext cx="9364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797944" y="7055941"/>
            <a:ext cx="3006030" cy="1854100"/>
          </a:xfrm>
          <a:prstGeom prst="roundRect">
            <a:avLst>
              <a:gd name="adj" fmla="val 427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d05aff97f05d8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031" y="7201543"/>
            <a:ext cx="2951857" cy="1562747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797944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6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992165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1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4186386" y="9559825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C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3797944" y="9732466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782145" y="9732466"/>
            <a:ext cx="95547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766345" y="9732466"/>
            <a:ext cx="9364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797944" y="9920585"/>
            <a:ext cx="9364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>
            <a:hlinkClick action="ppaction://hlinksldjump" r:id="rId14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948" y="2744157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2903403"/>
            <a:ext cx="1942277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Porta bottiglie argento e oro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3141826"/>
            <a:ext cx="24850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oro, argento - maniglia ritorta colorata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144" y="3329944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92410" y="3329944"/>
            <a:ext cx="3169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349" y="3525653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39,5 · 110 g/m²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7944" y="2744157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7944" y="2903403"/>
            <a:ext cx="1684591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Porta bottiglie Black Lux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7944" y="3141826"/>
            <a:ext cx="275978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nero - maniglia ritorta nera - stampa a caldo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8141" y="3329944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61345" y="3525653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14+8,5 × 39,5 · 110 g/m²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948" y="5948129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948" y="6107375"/>
            <a:ext cx="464992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D-Bag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948" y="6345798"/>
            <a:ext cx="13568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maniglia a fagiolo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144" y="6533916"/>
            <a:ext cx="32672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281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349" y="6729625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35+10 × 27+1 · 70 g/m²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87549" y="6729625"/>
            <a:ext cx="91536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52+15 × 44+1 · 100 g/m²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7944" y="5760010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7944" y="5919256"/>
            <a:ext cx="53182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B-Bags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97944" y="6157679"/>
            <a:ext cx="12685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maniglia ritorta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61345" y="6541507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30+10 × 25+1 · 70 g/m²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5546" y="6541507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36+10 × 27+1 · 80 g/m²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29746" y="6541507"/>
            <a:ext cx="866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46+15 × 31+1 · 90 g/m²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61345" y="6729625"/>
            <a:ext cx="866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50+15 × 41+1 · 90 g/m²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9948" y="8963982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948" y="9123228"/>
            <a:ext cx="531828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B-Bags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9948" y="9361651"/>
            <a:ext cx="12391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maniglia ritorta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144" y="9549769"/>
            <a:ext cx="31691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170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349" y="9745478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30+10 × 25+1 · 70 g/m²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87549" y="9745478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36+10 × 27+1 · 80 g/m²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71750" y="9745478"/>
            <a:ext cx="866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46+15 × 31+1 · 90 g/m²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349" y="9933597"/>
            <a:ext cx="866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50+15 × 41+1 · 90 g/m²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97944" y="8963982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97944" y="9123228"/>
            <a:ext cx="1084602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B-Bags colorati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97944" y="9361651"/>
            <a:ext cx="27499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fucsia, nero, rosso - maniglia ritorta colorata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61345" y="9745478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30+10 × 25+1 · 70 g/m²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45546" y="9745478"/>
            <a:ext cx="88593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36+10 × 27+1 · 80 g/m²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29746" y="9745478"/>
            <a:ext cx="866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46+15 × 31+1 · 90 g/m²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61345" y="9933597"/>
            <a:ext cx="866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50+15 × 41+1 · 90 g/m²</a:t>
            </a:r>
          </a:p>
        </p:txBody>
      </p:sp>
      <p:sp>
        <p:nvSpPr>
          <p:cNvPr id="87" name="TextBox 86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88" name="TextBox 87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89" name="TextBox 88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90" name="TextBox 89">
            <a:hlinkClick action="ppaction://hlinksldjump" r:id="rId14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91" name="TextBox 90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92" name="TextBox 91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93" name="TextBox 92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86</a:t>
            </a:r>
          </a:p>
        </p:txBody>
      </p:sp>
      <p:sp>
        <p:nvSpPr>
          <p:cNvPr id="95" name="TextBox 94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96" name="TextBox 95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98" name="TextBox 97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503e7b7c62cf0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71" y="841796"/>
            <a:ext cx="2452985" cy="16546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334000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DB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9948" y="3512641"/>
            <a:ext cx="8983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797944" y="647997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141a3ad64232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427" y="842432"/>
            <a:ext cx="1757064" cy="16533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797944" y="334000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C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992165" y="3340000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1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797944" y="3512641"/>
            <a:ext cx="8983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39948" y="3851969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62cf98ba19464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789" y="4045155"/>
            <a:ext cx="1924198" cy="165584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948" y="654397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DB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39948" y="6716613"/>
            <a:ext cx="907851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797944" y="3851969"/>
            <a:ext cx="3006030" cy="2042219"/>
          </a:xfrm>
          <a:prstGeom prst="roundRect">
            <a:avLst>
              <a:gd name="adj" fmla="val 387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2445ed4116aae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7443" y="4046427"/>
            <a:ext cx="1506884" cy="165330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797944" y="6543972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DDB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797944" y="6716613"/>
            <a:ext cx="8602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39948" y="7055941"/>
            <a:ext cx="3006030" cy="1919585"/>
          </a:xfrm>
          <a:prstGeom prst="roundRect">
            <a:avLst>
              <a:gd name="adj" fmla="val 4125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1ae0209615c2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8766" y="7187946"/>
            <a:ext cx="1448246" cy="165557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39948" y="9747944"/>
            <a:ext cx="107900" cy="107900"/>
          </a:xfrm>
          <a:prstGeom prst="roundRect">
            <a:avLst>
              <a:gd name="adj" fmla="val 50000"/>
            </a:avLst>
          </a:prstGeom>
          <a:solidFill>
            <a:srgbClr val="B98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39948" y="992058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543198" y="9920585"/>
            <a:ext cx="974526" cy="159394"/>
          </a:xfrm>
          <a:prstGeom prst="roundRect">
            <a:avLst>
              <a:gd name="adj" fmla="val 20326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3"/>
          </p:cNvPr>
          <p:cNvSpPr/>
          <p:nvPr/>
        </p:nvSpPr>
        <p:spPr>
          <a:xfrm>
            <a:off x="7236023" y="4600723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>
            <a:hlinkClick action="ppaction://hlinksldjump" r:id="rId15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37098" y="321979"/>
            <a:ext cx="42212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CARTA, SACCHETTI E SHOPPER · COLLEZIONE SHOPPER COLORI E FANTASIE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2744157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2903403"/>
            <a:ext cx="616446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Mini bag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3141826"/>
            <a:ext cx="16315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e avana - senza maniglia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144" y="3329944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299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349" y="3525653"/>
            <a:ext cx="8270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12+6,5 × 25 · 70 g/m²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2744157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2903403"/>
            <a:ext cx="1169220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Mini bag colorati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944" y="3141826"/>
            <a:ext cx="21024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bianca - fondo rosso, nero - senza maniglia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61345" y="3525653"/>
            <a:ext cx="8270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12+6,5 × 25 · 70 g/m²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948" y="5948129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6107375"/>
            <a:ext cx="1296760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Shopper box pizza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948" y="6345798"/>
            <a:ext cx="12391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maniglia ritorta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144" y="6533916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400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349" y="6729625"/>
            <a:ext cx="8368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37+33 × 32 · 110 g/m²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7944" y="5948129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7944" y="6107375"/>
            <a:ext cx="1482244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Porta bottiglie 2 posti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7944" y="6345798"/>
            <a:ext cx="12391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- maniglia ritorta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8141" y="6533916"/>
            <a:ext cx="34634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90" b="0">
                <a:solidFill>
                  <a:srgbClr val="566D78"/>
                </a:solidFill>
                <a:latin typeface="Inter Light"/>
              </a:rPr>
              <a:t>Ref. 350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1345" y="6729625"/>
            <a:ext cx="7878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16+8 × 39 · 100 g/m²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948" y="9029466"/>
            <a:ext cx="5439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SPECIALI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948" y="9188712"/>
            <a:ext cx="1347653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 Light"/>
              </a:rPr>
              <a:t>Busta e-commerce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948" y="9427135"/>
            <a:ext cx="293638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avana con vernice impermeabile, due bande adesive e apertura facilitata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349" y="9933597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30+6 × 40+8 · 100 g/m²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6599" y="9933597"/>
            <a:ext cx="9055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>
                <a:solidFill>
                  <a:srgbClr val="0A2A39"/>
                </a:solidFill>
                <a:latin typeface="Inter Light"/>
              </a:rPr>
              <a:t>45+6 × 50+8 · 100 g/m²</a:t>
            </a:r>
          </a:p>
        </p:txBody>
      </p:sp>
      <p:sp>
        <p:nvSpPr>
          <p:cNvPr id="58" name="TextBox 57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59" name="TextBox 58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60" name="TextBox 59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61" name="TextBox 60">
            <a:hlinkClick action="ppaction://hlinksldjump" r:id="rId13"/>
          </p:cNvPr>
          <p:cNvSpPr txBox="1"/>
          <p:nvPr/>
        </p:nvSpPr>
        <p:spPr>
          <a:xfrm>
            <a:off x="7336035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04</a:t>
            </a:r>
          </a:p>
        </p:txBody>
      </p:sp>
      <p:sp>
        <p:nvSpPr>
          <p:cNvPr id="62" name="TextBox 61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63" name="TextBox 62">
            <a:hlinkClick action="ppaction://hlinksldjump" r:id="rId15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64" name="TextBox 63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87</a:t>
            </a:r>
          </a:p>
        </p:txBody>
      </p:sp>
      <p:sp>
        <p:nvSpPr>
          <p:cNvPr id="66" name="TextBox 65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67" name="TextBox 66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69" name="TextBox 68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71963"/>
            <a:ext cx="7559873" cy="52199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op-cucina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5687913"/>
            <a:ext cx="6263878" cy="4319141"/>
          </a:xfrm>
          <a:prstGeom prst="rect">
            <a:avLst/>
          </a:prstGeom>
        </p:spPr>
      </p:pic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0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73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CFE1D7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861" y="321979"/>
            <a:ext cx="219551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8FB0A0"/>
                </a:solidFill>
                <a:latin typeface="Inter"/>
              </a:rPr>
              <a:t>CUCINA, PREPARAZIONE E PROTEZIONE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573648"/>
            <a:ext cx="1229771" cy="131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0000"/>
              </a:lnSpc>
            </a:pPr>
            <a:r>
              <a:rPr sz="8400" b="0" spc="-336">
                <a:solidFill>
                  <a:srgbClr val="73B18D"/>
                </a:solidFill>
                <a:latin typeface="Inter Light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1801480"/>
            <a:ext cx="4980390" cy="1068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0" spc="-43">
                <a:solidFill>
                  <a:srgbClr val="FFFFFF"/>
                </a:solidFill>
                <a:latin typeface="Inter Light"/>
              </a:rPr>
              <a:t>Cucina, preparazione e protezione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4496757"/>
            <a:ext cx="2475276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7000"/>
              </a:lnSpc>
            </a:pPr>
            <a:r>
              <a:rPr sz="1300" b="0">
                <a:solidFill>
                  <a:srgbClr val="73B18D"/>
                </a:solidFill>
                <a:latin typeface="Inter Light"/>
              </a:rPr>
              <a:t>Preparare. Proteggere. Servire.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4838169"/>
            <a:ext cx="2946192" cy="3594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C9DCD2"/>
                </a:solidFill>
                <a:latin typeface="Inter Light"/>
              </a:rPr>
              <a:t>Spiedini, sac à poche, carta forno, sottovuoto e abbigliamento monouso per chi lavora in cucina.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4428083" y="4478898"/>
            <a:ext cx="670098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Preparazione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6670625" y="4478898"/>
            <a:ext cx="16975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89</a:t>
            </a:r>
          </a:p>
        </p:txBody>
      </p:sp>
      <p:sp>
        <p:nvSpPr>
          <p:cNvPr id="20" name="TextBox 19">
            <a:hlinkClick action="ppaction://hlinksldjump" r:id="rId14"/>
          </p:cNvPr>
          <p:cNvSpPr txBox="1"/>
          <p:nvPr/>
        </p:nvSpPr>
        <p:spPr>
          <a:xfrm>
            <a:off x="4428083" y="4747830"/>
            <a:ext cx="120969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Cottura e conservazione</a:t>
            </a:r>
          </a:p>
        </p:txBody>
      </p:sp>
      <p:sp>
        <p:nvSpPr>
          <p:cNvPr id="21" name="TextBox 20">
            <a:hlinkClick action="ppaction://hlinksldjump" r:id="rId14"/>
          </p:cNvPr>
          <p:cNvSpPr txBox="1"/>
          <p:nvPr/>
        </p:nvSpPr>
        <p:spPr>
          <a:xfrm>
            <a:off x="6670625" y="4747830"/>
            <a:ext cx="16975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92</a:t>
            </a:r>
          </a:p>
        </p:txBody>
      </p:sp>
      <p:sp>
        <p:nvSpPr>
          <p:cNvPr id="22" name="TextBox 21">
            <a:hlinkClick action="ppaction://hlinksldjump" r:id="rId15"/>
          </p:cNvPr>
          <p:cNvSpPr txBox="1"/>
          <p:nvPr/>
        </p:nvSpPr>
        <p:spPr>
          <a:xfrm>
            <a:off x="4428083" y="5016762"/>
            <a:ext cx="1307797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Protezione e abbigliamento</a:t>
            </a:r>
          </a:p>
        </p:txBody>
      </p:sp>
      <p:sp>
        <p:nvSpPr>
          <p:cNvPr id="23" name="TextBox 22">
            <a:hlinkClick action="ppaction://hlinksldjump" r:id="rId15"/>
          </p:cNvPr>
          <p:cNvSpPr txBox="1"/>
          <p:nvPr/>
        </p:nvSpPr>
        <p:spPr>
          <a:xfrm>
            <a:off x="6680150" y="5016762"/>
            <a:ext cx="15993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95</a:t>
            </a:r>
          </a:p>
        </p:txBody>
      </p: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01</a:t>
            </a:r>
          </a:p>
        </p:txBody>
      </p:sp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02</a:t>
            </a:r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03</a:t>
            </a:r>
          </a:p>
        </p:txBody>
      </p:sp>
      <p:sp>
        <p:nvSpPr>
          <p:cNvPr id="27" name="TextBox 26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04</a:t>
            </a:r>
          </a:p>
        </p:txBody>
      </p:sp>
      <p:sp>
        <p:nvSpPr>
          <p:cNvPr id="28" name="TextBox 27">
            <a:hlinkClick action="ppaction://hlinksldjump" r:id="rId10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29" name="TextBox 28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06</a:t>
            </a:r>
          </a:p>
        </p:txBody>
      </p:sp>
      <p:sp>
        <p:nvSpPr>
          <p:cNvPr id="30" name="TextBox 29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88</a:t>
            </a:r>
          </a:p>
        </p:txBody>
      </p:sp>
      <p:sp>
        <p:nvSpPr>
          <p:cNvPr id="32" name="TextBox 31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5" name="TextBox 34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630078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8a8f2d36a53d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062" y="719881"/>
            <a:ext cx="753644" cy="52205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19da6300c531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089" y="786237"/>
            <a:ext cx="150018" cy="10409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2f3a13c81c046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075" y="786020"/>
            <a:ext cx="151804" cy="10413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8bfb8838745e5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2152873"/>
            <a:ext cx="146446" cy="10434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9860bf2e6163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4837" y="2152939"/>
            <a:ext cx="142130" cy="10433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1237da7fdb39b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7851" y="3522278"/>
            <a:ext cx="140344" cy="1040383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39948" y="7317581"/>
          <a:ext cx="3042046" cy="23650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004"/>
                <a:gridCol w="21980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25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070006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 mm h 25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mm 15 cm bambù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mm 20 cm bambù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761928" y="7317581"/>
          <a:ext cx="3042046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004"/>
                <a:gridCol w="21980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mm 25 cm bambù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mm 30 cm bambù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 mm 40 cm bambù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Spada 9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Spada 15 cm bambù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Spada 20 cm bambù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Spada 25 cm bambù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mm 15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mm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 mm 25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5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1842" y="321979"/>
            <a:ext cx="31348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PREPARAZIONE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013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9659" y="322159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848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0609" y="4589477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070004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6073889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2612" y="6073889"/>
            <a:ext cx="371637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070002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6616069"/>
            <a:ext cx="8584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PREPARAZIONE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6761921"/>
            <a:ext cx="2748138" cy="402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Spiedini da cucina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1820" y="6587494"/>
            <a:ext cx="300505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Spiedini per la preparazione di carne, pesce e verdure.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1820" y="6826512"/>
            <a:ext cx="294619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7" name="TextBox 36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9" name="TextBox 38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0" name="TextBox 39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1" name="TextBox 40">
            <a:hlinkClick action="ppaction://hlinksldjump" r:id="rId15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42" name="TextBox 41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3" name="TextBox 42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45" name="TextBox 44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6" name="TextBox 45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8" name="TextBox 47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7ce0c24f3d2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906718"/>
            <a:ext cx="3095922" cy="179782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635174"/>
          <a:ext cx="2736204" cy="23650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38109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09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16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20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24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26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30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35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38216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 × 24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38219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19 × 29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38221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× 32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38223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23 × 36 cm · 40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3e9c5d624f733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48" y="6955342"/>
            <a:ext cx="3095922" cy="150225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67770" y="6535935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21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38144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24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38148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28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38235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22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38239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19 × 28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38244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24 × 33 cm · 90 g/m²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1842" y="321979"/>
            <a:ext cx="313489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PREPARAZIONE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7770" y="637197"/>
            <a:ext cx="8584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PREPARAZIONE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7770" y="810880"/>
            <a:ext cx="1786991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Pizzi in carta 40 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770" y="1147529"/>
            <a:ext cx="251451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presentare dolci e preparazioni da banco.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1405597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5537958"/>
            <a:ext cx="8584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PREPARAZIONE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5711641"/>
            <a:ext cx="1918976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Pizzi in carta paglia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7770" y="6048290"/>
            <a:ext cx="251451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presentare dolci e preparazioni da banco.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6306358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1" name="TextBox 30">
            <a:hlinkClick action="ppaction://hlinksldjump" r:id="rId8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2" name="TextBox 31">
            <a:hlinkClick action="ppaction://hlinksldjump" r:id="rId9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3" name="TextBox 32">
            <a:hlinkClick action="ppaction://hlinksldjump" r:id="rId10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35" name="TextBox 34">
            <a:hlinkClick action="ppaction://hlinksldjump" r:id="rId12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6" name="TextBox 35">
            <a:hlinkClick action="ppaction://hlinksldjump" r:id="rId13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38" name="TextBox 37">
            <a:hlinkClick action="ppaction://hlinksldjump" r:id="rId14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9" name="TextBox 38">
            <a:hlinkClick r:id="rId5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1" name="TextBox 40">
            <a:hlinkClick r:id="rId6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7102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3bb41e411b79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2011920"/>
            <a:ext cx="3095922" cy="158757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397347"/>
          <a:ext cx="2736204" cy="21629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Precisione · 53/28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Max · 53/30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051020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Resistente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051022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Resistente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Antiscivolo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Antiscivolo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Antiscivolo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Classica · 55/27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Classica · 46/23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Classica · 55/27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006030" cy="2667595"/>
          </a:xfrm>
          <a:prstGeom prst="roundRect">
            <a:avLst>
              <a:gd name="adj" fmla="val 2968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8cb04c202d54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97" y="5916184"/>
            <a:ext cx="2789932" cy="171664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8978949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3190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 × 75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31905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50 × 38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5548758"/>
            <a:ext cx="3006030" cy="2310556"/>
          </a:xfrm>
          <a:prstGeom prst="roundRect">
            <a:avLst>
              <a:gd name="adj" fmla="val 3427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629b4228196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167" y="5657433"/>
            <a:ext cx="2681585" cy="1877109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797944" y="8848873"/>
          <a:ext cx="3006029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19 × 19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22 × 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Ø 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5005" y="313198"/>
            <a:ext cx="1236669" cy="2286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5955" y="313198"/>
            <a:ext cx="3878673" cy="2286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PREPARAZIONE · COTTURA E CONSERVAZIONE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637197"/>
            <a:ext cx="8584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PREPARAZIONE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810880"/>
            <a:ext cx="1268707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Sac à poche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1147529"/>
            <a:ext cx="259300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farcire, decorare e dosare impasti e creme.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848" y="8025472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8291874"/>
            <a:ext cx="85849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PREPARAZIONE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8454692"/>
            <a:ext cx="121168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Filtri alimentari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8739996"/>
            <a:ext cx="23281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filtrare liquidi e preparazioni in cucina.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9587274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05845" y="7668433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7934835"/>
            <a:ext cx="16254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COTTURA E CONSERVAZIONE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8097653"/>
            <a:ext cx="177181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Carta forno perforata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8382957"/>
            <a:ext cx="241641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Carta forno per la cottura e la preparazione.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8630160"/>
            <a:ext cx="110177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forno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9659307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7" name="TextBox 36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9" name="TextBox 38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3" name="TextBox 42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948" y="10222473"/>
            <a:ext cx="159939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6" name="TextBox 45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8" name="TextBox 47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535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3c0eae6fd59a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224276"/>
            <a:ext cx="6263878" cy="326461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87873" y="7641580"/>
          <a:ext cx="1818084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5626"/>
                <a:gridCol w="133245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64627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16 × 16 × 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20 × 20 × 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64628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Ø 16 × 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64629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Ø 20XH45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64437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16 × 16 h 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20 × 20 h 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64436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Ø 16H4,5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85891" y="7641580"/>
          <a:ext cx="181808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5626"/>
                <a:gridCol w="133245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Ø 20XH4,5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Ø 16H4,5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cm 16 × 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cm 20 × 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16 × 16 × 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20 × 20 × 4,5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530" y="321979"/>
            <a:ext cx="38984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COTTURA E CONSERVAZIONE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7126848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7668880"/>
            <a:ext cx="16254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COTTURA E CONSERVAZIONE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7814731"/>
            <a:ext cx="2239972" cy="10753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Contenitori per friggitrice ad 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8948206"/>
            <a:ext cx="1759092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Contenitori per il take away e la consegna a domicilio.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9375641"/>
            <a:ext cx="110177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forno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9594418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5" name="TextBox 24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27" name="TextBox 26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1" name="TextBox 30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6539805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766196c15f86b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61" y="719881"/>
            <a:ext cx="6006051" cy="545975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7892950"/>
          <a:ext cx="3042046" cy="1960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004"/>
                <a:gridCol w="21980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×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15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16 × 24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18 ×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24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35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61928" y="7892950"/>
          <a:ext cx="3042046" cy="17586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004"/>
                <a:gridCol w="21980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35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× 45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45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40 × 60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6 m × 20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6 m × 30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530" y="321979"/>
            <a:ext cx="38984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COTTURA E CONSERVAZIONE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6312907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6855087"/>
            <a:ext cx="16254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COTTURA E CONSERVAZIONE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7000939"/>
            <a:ext cx="1959292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1820" y="6826512"/>
            <a:ext cx="269111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Buste e rotoli per il confezionamento sottovuoto.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1820" y="7084580"/>
            <a:ext cx="171003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Materiale per sottovuoto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1820" y="7303358"/>
            <a:ext cx="294619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5" name="TextBox 24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27" name="TextBox 26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1" name="TextBox 30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535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b516d0901753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1544291"/>
            <a:ext cx="6263878" cy="46247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87873" y="7641580"/>
          <a:ext cx="1818083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78"/>
                <a:gridCol w="13137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21 fogli 40 × 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64550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33 × 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30 × 40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64552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6 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64551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12 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64499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20 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20 m 38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85891" y="7641580"/>
          <a:ext cx="1818083" cy="155658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9970"/>
                <a:gridCol w="1338113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64553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50 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Rotolo 50 m 40 h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Cm 40 × 60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Disco carta forno cm 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64569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cm 11 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Disco carta forno cm 13 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64571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Carta forno cm 15 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530" y="321979"/>
            <a:ext cx="38984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COTTURA E CONSERVAZIONE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7126848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7668880"/>
            <a:ext cx="16254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COTTURA E CONSERVAZIONE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7814731"/>
            <a:ext cx="2047589" cy="10753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Carta forno in fogli, rotoli e dischi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8948206"/>
            <a:ext cx="1631552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Carta forno per la cottura e la preparazione.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9375641"/>
            <a:ext cx="110177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Carta forno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9594418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5" name="TextBox 24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27" name="TextBox 26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1" name="TextBox 30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6532215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0fad12724e98b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08" y="1570136"/>
            <a:ext cx="6263558" cy="37518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7865119"/>
          <a:ext cx="3042046" cy="1960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004"/>
                <a:gridCol w="21980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012685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4 · 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012686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4 · 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012687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4 · 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012688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4 · XL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016101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4 · 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016102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4 · 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016103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4 · 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016104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4 · XL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016201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5 · 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61928" y="7865119"/>
          <a:ext cx="3042046" cy="1960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004"/>
                <a:gridCol w="219804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016202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5 · 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016203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5 · 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016204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5 · XL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016301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7 · S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016302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7 · 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016303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7 · 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016304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7 · XL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015511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Sushi · SM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015512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Sushi ·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8101" y="321979"/>
            <a:ext cx="40451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PROTEZIONE E ABBIGLIAMENTO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6305465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6847497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6993349"/>
            <a:ext cx="2489073" cy="402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Guanti monouso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1820" y="6818922"/>
            <a:ext cx="3005057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Guanti monouso per la manipolazione degli alimenti in cucina.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1820" y="7227307"/>
            <a:ext cx="11998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Colore raffigurato indicativo.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1820" y="7429117"/>
            <a:ext cx="294619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5" name="TextBox 24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27" name="TextBox 26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1" name="TextBox 30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c167d02b11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975809"/>
            <a:ext cx="3095922" cy="365964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566713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050000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Grand Chef 20 Aperto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10964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Europa 21 Aperto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Grand Chef 23 Chiuso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0987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Grand Chef 30 Chiuso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11d2f59cbfbd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592" y="4488989"/>
            <a:ext cx="432345" cy="5023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d32bee5256937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810" y="4489227"/>
            <a:ext cx="444103" cy="5018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d22fb419136d0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3762" y="4489084"/>
            <a:ext cx="426094" cy="50218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3837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520ba2ee0f446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354" y="4488264"/>
            <a:ext cx="355103" cy="50382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3e603de89f19b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848" y="5699909"/>
            <a:ext cx="3095922" cy="401312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067770" y="6705302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9172"/>
                <a:gridCol w="19770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0985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Il Classico 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Monsieur 25 Aperto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051112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Chef Gourmet 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067770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5b01a5d418af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0965" y="9389312"/>
            <a:ext cx="463599" cy="50324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769792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3de56afac9e49c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0492" y="9390382"/>
            <a:ext cx="388739" cy="50110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471814" y="9324230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b9fb5ddf2bfdc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2267" y="9390078"/>
            <a:ext cx="529083" cy="501717"/>
          </a:xfrm>
          <a:prstGeom prst="rect">
            <a:avLst/>
          </a:prstGeom>
        </p:spPr>
      </p:pic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>
            <a:hlinkClick action="ppaction://hlinksldjump" r:id="rId17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>
            <a:hlinkClick action="ppaction://hlinksldjump" r:id="rId18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>
            <a:hlinkClick action="ppaction://hlinksldjump" r:id="rId19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>
            <a:hlinkClick action="ppaction://hlinksldjump" r:id="rId20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8101" y="321979"/>
            <a:ext cx="40451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PROTEZIONE E ABBIGLIAMENTO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7964" y="4981192"/>
            <a:ext cx="30633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050011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770" y="637197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770" y="810880"/>
            <a:ext cx="1868083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Cappelli da cucina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770" y="1147529"/>
            <a:ext cx="2357547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Copricapi monouso per cucina e laboratori alimentari.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5350" y="5017209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1454" y="5017209"/>
            <a:ext cx="26601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10964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8445" y="5017209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050011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0530" y="5017209"/>
            <a:ext cx="23490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0987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8914" y="9881954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050012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7770" y="5537958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770" y="5711641"/>
            <a:ext cx="1562110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Cappelli in TNT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770" y="6048290"/>
            <a:ext cx="2357547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Copricapi monouso per cucina e laboratori alimentari.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770" y="6475725"/>
            <a:ext cx="149420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Tessuto non tessuto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84464" y="9917970"/>
            <a:ext cx="23490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0985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6898" y="9917970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050012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7970" y="9917970"/>
            <a:ext cx="27736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051112</a:t>
            </a:r>
          </a:p>
        </p:txBody>
      </p:sp>
      <p:sp>
        <p:nvSpPr>
          <p:cNvPr id="48" name="TextBox 47">
            <a:hlinkClick action="ppaction://hlinksldjump" r:id="rId14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9" name="TextBox 48">
            <a:hlinkClick action="ppaction://hlinksldjump" r:id="rId15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0" name="TextBox 49">
            <a:hlinkClick action="ppaction://hlinksldjump" r:id="rId16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1" name="TextBox 50">
            <a:hlinkClick action="ppaction://hlinksldjump" r:id="rId17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2" name="TextBox 51">
            <a:hlinkClick action="ppaction://hlinksldjump" r:id="rId18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53" name="TextBox 52">
            <a:hlinkClick action="ppaction://hlinksldjump" r:id="rId19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4" name="TextBox 53">
            <a:hlinkClick action="ppaction://hlinksldjump" r:id="rId20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96</a:t>
            </a:r>
          </a:p>
        </p:txBody>
      </p:sp>
      <p:sp>
        <p:nvSpPr>
          <p:cNvPr id="56" name="TextBox 55">
            <a:hlinkClick action="ppaction://hlinksldjump" r:id="rId21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7" name="TextBox 56">
            <a:hlinkClick r:id="rId12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9" name="TextBox 58">
            <a:hlinkClick r:id="rId13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a5c597444f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501519"/>
            <a:ext cx="3095922" cy="260837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566713"/>
          <a:ext cx="2736204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8374"/>
                <a:gridCol w="216783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050016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Bustina Ristocap Elité Carta crespata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050013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Bustina Ristocap Fascia Blu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050018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Bustina Ristocap Viscosa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067770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26035a4b8be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992" y="4488532"/>
            <a:ext cx="597842" cy="5032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9792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05f145dc0252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056" y="4489651"/>
            <a:ext cx="595758" cy="5010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71814" y="4423469"/>
            <a:ext cx="630138" cy="755898"/>
          </a:xfrm>
          <a:prstGeom prst="roundRect">
            <a:avLst>
              <a:gd name="adj" fmla="val 914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3837174dfcc7d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8037" y="4488532"/>
            <a:ext cx="597842" cy="50328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39948" y="5548758"/>
            <a:ext cx="3006030" cy="2827139"/>
          </a:xfrm>
          <a:prstGeom prst="roundRect">
            <a:avLst>
              <a:gd name="adj" fmla="val 280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a452e40c2ea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9804" y="5657414"/>
            <a:ext cx="1026318" cy="2393728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365456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38919"/>
                <a:gridCol w="2367111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050204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Showy Bianco Tessuto non tessuto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548758"/>
            <a:ext cx="3006030" cy="2827139"/>
          </a:xfrm>
          <a:prstGeom prst="roundRect">
            <a:avLst>
              <a:gd name="adj" fmla="val 280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fd01abd332a1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3564" y="5657963"/>
            <a:ext cx="1194792" cy="2392632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797944" y="9365456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8757"/>
                <a:gridCol w="246727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150204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Showy Nero con tasca Tessuto non tessuto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5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8101" y="321979"/>
            <a:ext cx="40451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PROTEZIONE E ABBIGLIAMENTO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8914" y="4981192"/>
            <a:ext cx="32595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050016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7770" y="637197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810880"/>
            <a:ext cx="1823475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Berretti di servizio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1147529"/>
            <a:ext cx="2357547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Copricapi monouso per cucina e laboratori alimentari.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4875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050016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6898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050013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8920" y="5017209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8451418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8614236"/>
            <a:ext cx="141985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Grembiuli in TNT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899539"/>
            <a:ext cx="285789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Protezione per l’abbigliamento in cucina e al banco.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9146743"/>
            <a:ext cx="149420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Tessuto non tessuto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8451418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8614236"/>
            <a:ext cx="1963738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Grembiuli in TNT lunghi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944" y="8899539"/>
            <a:ext cx="285789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Protezione per l’abbigliamento in cucina e al banco.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944" y="9146743"/>
            <a:ext cx="149420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Tessuto non tessuto</a:t>
            </a:r>
          </a:p>
        </p:txBody>
      </p:sp>
      <p:sp>
        <p:nvSpPr>
          <p:cNvPr id="42" name="TextBox 41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6" name="TextBox 45">
            <a:hlinkClick action="ppaction://hlinksldjump" r:id="rId15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47" name="TextBox 46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97</a:t>
            </a:r>
          </a:p>
        </p:txBody>
      </p:sp>
      <p:sp>
        <p:nvSpPr>
          <p:cNvPr id="50" name="TextBox 49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3" name="TextBox 52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4db6f1114aa4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238267"/>
            <a:ext cx="3311872" cy="32631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4010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ca95b76a0a8a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654" y="786073"/>
            <a:ext cx="1004738" cy="10412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07980" y="719881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09344386a4229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408" y="785913"/>
            <a:ext cx="1011138" cy="10415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4010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7074600d347f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4555" y="2152993"/>
            <a:ext cx="966936" cy="10431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07980" y="208776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3d848e19a7c26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0649" y="2152713"/>
            <a:ext cx="970508" cy="104375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40100" y="3455640"/>
            <a:ext cx="1295995" cy="1295995"/>
          </a:xfrm>
          <a:prstGeom prst="roundRect">
            <a:avLst>
              <a:gd name="adj" fmla="val 444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68d999128166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4125" y="3985121"/>
            <a:ext cx="1187946" cy="578742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87873" y="7667922"/>
          <a:ext cx="3816101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7601"/>
                <a:gridCol w="3238500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050804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Retina Micronet Visiera Tessuto non tessuto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050061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Cuffia Plissé Tessuto non tessuto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292029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Tessuto non tessuto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050065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Cuffia Plissé Tessuto non tessuto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050101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Mascherina Mask 1 velo Carta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150015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Berretto Visiera e Raccoglicapelli Tessuto non tessuto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5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8101" y="321979"/>
            <a:ext cx="40451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PROTEZIONE E ABBIGLIAMENTO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0609" y="185371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050804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8014" y="1853718"/>
            <a:ext cx="31660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050061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0609" y="3221598"/>
            <a:ext cx="3362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050065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7539" y="3221598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050101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9659" y="4589477"/>
            <a:ext cx="29698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2">
                <a:solidFill>
                  <a:srgbClr val="0A2A39"/>
                </a:solidFill>
                <a:latin typeface="Inter Medium"/>
              </a:rPr>
              <a:t>150015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3087" y="7153190"/>
            <a:ext cx="38144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292029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7695222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7841074"/>
            <a:ext cx="1458944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Copricapi monouso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8638197"/>
            <a:ext cx="1808145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Copricapi monouso per cucina e laboratori alimentari.</a:t>
            </a:r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5" name="TextBox 34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6" name="TextBox 35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7" name="TextBox 36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8" name="TextBox 37">
            <a:hlinkClick action="ppaction://hlinksldjump" r:id="rId15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39" name="TextBox 38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0" name="TextBox 39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98</a:t>
            </a:r>
          </a:p>
        </p:txBody>
      </p:sp>
      <p:sp>
        <p:nvSpPr>
          <p:cNvPr id="42" name="TextBox 41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3" name="TextBox 42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5" name="TextBox 44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2985492"/>
          </a:xfrm>
          <a:prstGeom prst="roundRect">
            <a:avLst>
              <a:gd name="adj" fmla="val 2652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25105ddd8ac4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654" y="756601"/>
            <a:ext cx="1140469" cy="255233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9948" y="4396085"/>
          <a:ext cx="3006029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0011"/>
                <a:gridCol w="243601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050815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Barrier Re-Wash Poliestere rivestito in Pu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797944" y="647997"/>
            <a:ext cx="3006030" cy="2786806"/>
          </a:xfrm>
          <a:prstGeom prst="roundRect">
            <a:avLst>
              <a:gd name="adj" fmla="val 284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257a7d9c9f963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814" y="757186"/>
            <a:ext cx="1004292" cy="235247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7944" y="4197399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4032"/>
                <a:gridCol w="217199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050805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Barrier 100 Pvc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512302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Barrier 370 Pvc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948" y="5548758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30049f819268d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07" y="5690443"/>
            <a:ext cx="2893953" cy="403190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67770" y="6467475"/>
          <a:ext cx="2736204" cy="13544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15850"/>
                <a:gridCol w="2120354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051212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 · 122 × 70 cm · 54 µm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23446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 blu · 122 × 70 cm · 16 µm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050201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 bianco · 122 × 70 cm · 16 µm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052201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HDPE · 122 × 70 cm · 10 µm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051211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 in rotolo · 122 × 70 cm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050202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PE · 140 × 70 cm · 30 µm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7236023" y="5630316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8101" y="321979"/>
            <a:ext cx="40451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CUCINA, PREPARAZIONE E PROTEZIONE · PROTEZIONE E ABBIGLIAMENTO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3709010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948" y="3871828"/>
            <a:ext cx="1914684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Grembiuli professionali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948" y="4157131"/>
            <a:ext cx="285789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Protezione per l’abbigliamento in cucina e al banco.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2019" y="3236629"/>
            <a:ext cx="3455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24">
                <a:solidFill>
                  <a:srgbClr val="566D78"/>
                </a:solidFill>
                <a:latin typeface="Inter Medium"/>
              </a:rPr>
              <a:t>050805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7944" y="3510324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7944" y="3673142"/>
            <a:ext cx="1907019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Grembiuli impermeabili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7944" y="3958446"/>
            <a:ext cx="285789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Protezione per l’abbigliamento in cucina e al banco.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848" y="9889246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7770" y="5537958"/>
            <a:ext cx="18024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PROTEZIONE E ABBIGLIAMENTO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7770" y="5711641"/>
            <a:ext cx="1978760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Grembiuli monouso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7770" y="6048290"/>
            <a:ext cx="2455655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Protezione per l’abbigliamento in cucina e al banco.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7770" y="9824060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4" name="TextBox 33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5" name="TextBox 34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7" name="TextBox 36">
            <a:hlinkClick action="ppaction://hlinksldjump" r:id="rId12"/>
          </p:cNvPr>
          <p:cNvSpPr txBox="1"/>
          <p:nvPr/>
        </p:nvSpPr>
        <p:spPr>
          <a:xfrm>
            <a:off x="7340798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05</a:t>
            </a:r>
          </a:p>
        </p:txBody>
      </p:sp>
      <p:sp>
        <p:nvSpPr>
          <p:cNvPr id="38" name="TextBox 37">
            <a:hlinkClick action="ppaction://hlinksldjump" r:id="rId13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9" name="TextBox 38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948" y="10222473"/>
            <a:ext cx="18937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41" name="TextBox 40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2" name="TextBox 41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4" name="TextBox 43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71963"/>
            <a:ext cx="7559873" cy="52199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op-detergenza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5687913"/>
            <a:ext cx="6263878" cy="4319141"/>
          </a:xfrm>
          <a:prstGeom prst="rect">
            <a:avLst/>
          </a:prstGeom>
        </p:spPr>
      </p:pic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73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CFE1D7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8297" y="321979"/>
            <a:ext cx="169654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8FB0A0"/>
                </a:solidFill>
                <a:latin typeface="Inter"/>
              </a:rPr>
              <a:t>DETERGENZA PROFESSIONALE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573648"/>
            <a:ext cx="1249392" cy="131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0000"/>
              </a:lnSpc>
            </a:pPr>
            <a:r>
              <a:rPr sz="8400" b="0" spc="-336">
                <a:solidFill>
                  <a:srgbClr val="73B18D"/>
                </a:solidFill>
                <a:latin typeface="Inter Light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1801480"/>
            <a:ext cx="5498827" cy="5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0" spc="-43">
                <a:solidFill>
                  <a:srgbClr val="FFFFFF"/>
                </a:solidFill>
                <a:latin typeface="Inter Light"/>
              </a:rPr>
              <a:t>Detergenza professionale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4579654"/>
            <a:ext cx="2190765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7000"/>
              </a:lnSpc>
            </a:pPr>
            <a:r>
              <a:rPr sz="1300" b="0">
                <a:solidFill>
                  <a:srgbClr val="73B18D"/>
                </a:solidFill>
                <a:latin typeface="Inter Light"/>
              </a:rPr>
              <a:t>Ogni ambiente, la sua cura.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4921066"/>
            <a:ext cx="3171840" cy="3594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C9DCD2"/>
                </a:solidFill>
                <a:latin typeface="Inter Light"/>
              </a:rPr>
              <a:t>Detergenti professionali organizzati per destinazione d’uso e accessori per la pulizia.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4428083" y="2410335"/>
            <a:ext cx="1415715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Guida per destinazione d’uso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6661100" y="2410335"/>
            <a:ext cx="17956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101</a:t>
            </a:r>
          </a:p>
        </p:txBody>
      </p:sp>
      <p:sp>
        <p:nvSpPr>
          <p:cNvPr id="20" name="TextBox 19">
            <a:hlinkClick action="ppaction://hlinksldjump" r:id="rId14"/>
          </p:cNvPr>
          <p:cNvSpPr txBox="1"/>
          <p:nvPr/>
        </p:nvSpPr>
        <p:spPr>
          <a:xfrm>
            <a:off x="4428083" y="2679268"/>
            <a:ext cx="493505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Pavimenti</a:t>
            </a:r>
          </a:p>
        </p:txBody>
      </p:sp>
      <p:sp>
        <p:nvSpPr>
          <p:cNvPr id="21" name="TextBox 20">
            <a:hlinkClick action="ppaction://hlinksldjump" r:id="rId14"/>
          </p:cNvPr>
          <p:cNvSpPr txBox="1"/>
          <p:nvPr/>
        </p:nvSpPr>
        <p:spPr>
          <a:xfrm>
            <a:off x="6632525" y="2679268"/>
            <a:ext cx="20899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102</a:t>
            </a:r>
          </a:p>
        </p:txBody>
      </p:sp>
      <p:sp>
        <p:nvSpPr>
          <p:cNvPr id="22" name="TextBox 21">
            <a:hlinkClick action="ppaction://hlinksldjump" r:id="rId15"/>
          </p:cNvPr>
          <p:cNvSpPr txBox="1"/>
          <p:nvPr/>
        </p:nvSpPr>
        <p:spPr>
          <a:xfrm>
            <a:off x="4428083" y="2948200"/>
            <a:ext cx="1160636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Vetri, acciaio e superfici</a:t>
            </a:r>
          </a:p>
        </p:txBody>
      </p:sp>
      <p:sp>
        <p:nvSpPr>
          <p:cNvPr id="23" name="TextBox 22">
            <a:hlinkClick action="ppaction://hlinksldjump" r:id="rId15"/>
          </p:cNvPr>
          <p:cNvSpPr txBox="1"/>
          <p:nvPr/>
        </p:nvSpPr>
        <p:spPr>
          <a:xfrm>
            <a:off x="6632525" y="2948200"/>
            <a:ext cx="20899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104</a:t>
            </a:r>
          </a:p>
        </p:txBody>
      </p:sp>
      <p:sp>
        <p:nvSpPr>
          <p:cNvPr id="24" name="TextBox 23">
            <a:hlinkClick action="ppaction://hlinksldjump" r:id="rId16"/>
          </p:cNvPr>
          <p:cNvSpPr txBox="1"/>
          <p:nvPr/>
        </p:nvSpPr>
        <p:spPr>
          <a:xfrm>
            <a:off x="4428083" y="3217133"/>
            <a:ext cx="1062528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Cucina e sgrassatura</a:t>
            </a:r>
          </a:p>
        </p:txBody>
      </p:sp>
      <p:sp>
        <p:nvSpPr>
          <p:cNvPr id="25" name="TextBox 24">
            <a:hlinkClick action="ppaction://hlinksldjump" r:id="rId16"/>
          </p:cNvPr>
          <p:cNvSpPr txBox="1"/>
          <p:nvPr/>
        </p:nvSpPr>
        <p:spPr>
          <a:xfrm>
            <a:off x="6642050" y="3217133"/>
            <a:ext cx="199182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107</a:t>
            </a:r>
          </a:p>
        </p:txBody>
      </p:sp>
      <p:sp>
        <p:nvSpPr>
          <p:cNvPr id="26" name="TextBox 25">
            <a:hlinkClick action="ppaction://hlinksldjump" r:id="rId17"/>
          </p:cNvPr>
          <p:cNvSpPr txBox="1"/>
          <p:nvPr/>
        </p:nvSpPr>
        <p:spPr>
          <a:xfrm>
            <a:off x="4428083" y="3486065"/>
            <a:ext cx="1111582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Incrostazioni e calcare</a:t>
            </a:r>
          </a:p>
        </p:txBody>
      </p:sp>
      <p:sp>
        <p:nvSpPr>
          <p:cNvPr id="27" name="TextBox 26">
            <a:hlinkClick action="ppaction://hlinksldjump" r:id="rId17"/>
          </p:cNvPr>
          <p:cNvSpPr txBox="1"/>
          <p:nvPr/>
        </p:nvSpPr>
        <p:spPr>
          <a:xfrm>
            <a:off x="6632525" y="3486065"/>
            <a:ext cx="20899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108</a:t>
            </a:r>
          </a:p>
        </p:txBody>
      </p:sp>
      <p:sp>
        <p:nvSpPr>
          <p:cNvPr id="28" name="TextBox 27">
            <a:hlinkClick action="ppaction://hlinksldjump" r:id="rId17"/>
          </p:cNvPr>
          <p:cNvSpPr txBox="1"/>
          <p:nvPr/>
        </p:nvSpPr>
        <p:spPr>
          <a:xfrm>
            <a:off x="4428083" y="3754998"/>
            <a:ext cx="876124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Lavaggio stoviglie</a:t>
            </a:r>
          </a:p>
        </p:txBody>
      </p:sp>
      <p:sp>
        <p:nvSpPr>
          <p:cNvPr id="29" name="TextBox 28">
            <a:hlinkClick action="ppaction://hlinksldjump" r:id="rId17"/>
          </p:cNvPr>
          <p:cNvSpPr txBox="1"/>
          <p:nvPr/>
        </p:nvSpPr>
        <p:spPr>
          <a:xfrm>
            <a:off x="6632525" y="3754998"/>
            <a:ext cx="20899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108</a:t>
            </a:r>
          </a:p>
        </p:txBody>
      </p:sp>
      <p:sp>
        <p:nvSpPr>
          <p:cNvPr id="30" name="TextBox 29">
            <a:hlinkClick action="ppaction://hlinksldjump" r:id="rId18"/>
          </p:cNvPr>
          <p:cNvSpPr txBox="1"/>
          <p:nvPr/>
        </p:nvSpPr>
        <p:spPr>
          <a:xfrm>
            <a:off x="4428083" y="4023930"/>
            <a:ext cx="33653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Bagno</a:t>
            </a:r>
          </a:p>
        </p:txBody>
      </p:sp>
      <p:sp>
        <p:nvSpPr>
          <p:cNvPr id="31" name="TextBox 30">
            <a:hlinkClick action="ppaction://hlinksldjump" r:id="rId18"/>
          </p:cNvPr>
          <p:cNvSpPr txBox="1"/>
          <p:nvPr/>
        </p:nvSpPr>
        <p:spPr>
          <a:xfrm>
            <a:off x="6661100" y="4023930"/>
            <a:ext cx="17956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110</a:t>
            </a:r>
          </a:p>
        </p:txBody>
      </p:sp>
      <p:sp>
        <p:nvSpPr>
          <p:cNvPr id="32" name="TextBox 31">
            <a:hlinkClick action="ppaction://hlinksldjump" r:id="rId19"/>
          </p:cNvPr>
          <p:cNvSpPr txBox="1"/>
          <p:nvPr/>
        </p:nvSpPr>
        <p:spPr>
          <a:xfrm>
            <a:off x="4428083" y="4292862"/>
            <a:ext cx="56218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Lavanderia</a:t>
            </a:r>
          </a:p>
        </p:txBody>
      </p:sp>
      <p:sp>
        <p:nvSpPr>
          <p:cNvPr id="33" name="TextBox 32">
            <a:hlinkClick action="ppaction://hlinksldjump" r:id="rId19"/>
          </p:cNvPr>
          <p:cNvSpPr txBox="1"/>
          <p:nvPr/>
        </p:nvSpPr>
        <p:spPr>
          <a:xfrm>
            <a:off x="6689675" y="4292862"/>
            <a:ext cx="15012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111</a:t>
            </a:r>
          </a:p>
        </p:txBody>
      </p:sp>
      <p:sp>
        <p:nvSpPr>
          <p:cNvPr id="34" name="TextBox 33">
            <a:hlinkClick action="ppaction://hlinksldjump" r:id="rId19"/>
          </p:cNvPr>
          <p:cNvSpPr txBox="1"/>
          <p:nvPr/>
        </p:nvSpPr>
        <p:spPr>
          <a:xfrm>
            <a:off x="4428083" y="4561795"/>
            <a:ext cx="493505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Lavamani</a:t>
            </a:r>
          </a:p>
        </p:txBody>
      </p:sp>
      <p:sp>
        <p:nvSpPr>
          <p:cNvPr id="35" name="TextBox 34">
            <a:hlinkClick action="ppaction://hlinksldjump" r:id="rId19"/>
          </p:cNvPr>
          <p:cNvSpPr txBox="1"/>
          <p:nvPr/>
        </p:nvSpPr>
        <p:spPr>
          <a:xfrm>
            <a:off x="6689675" y="4561795"/>
            <a:ext cx="15012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111</a:t>
            </a:r>
          </a:p>
        </p:txBody>
      </p:sp>
      <p:sp>
        <p:nvSpPr>
          <p:cNvPr id="36" name="TextBox 35">
            <a:hlinkClick action="ppaction://hlinksldjump" r:id="rId20"/>
          </p:cNvPr>
          <p:cNvSpPr txBox="1"/>
          <p:nvPr/>
        </p:nvSpPr>
        <p:spPr>
          <a:xfrm>
            <a:off x="4428083" y="4830727"/>
            <a:ext cx="434640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Ambienti</a:t>
            </a:r>
          </a:p>
        </p:txBody>
      </p:sp>
      <p:sp>
        <p:nvSpPr>
          <p:cNvPr id="37" name="TextBox 36">
            <a:hlinkClick action="ppaction://hlinksldjump" r:id="rId20"/>
          </p:cNvPr>
          <p:cNvSpPr txBox="1"/>
          <p:nvPr/>
        </p:nvSpPr>
        <p:spPr>
          <a:xfrm>
            <a:off x="6661100" y="4830727"/>
            <a:ext cx="17956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112</a:t>
            </a:r>
          </a:p>
        </p:txBody>
      </p:sp>
      <p:sp>
        <p:nvSpPr>
          <p:cNvPr id="38" name="TextBox 37">
            <a:hlinkClick action="ppaction://hlinksldjump" r:id="rId21"/>
          </p:cNvPr>
          <p:cNvSpPr txBox="1"/>
          <p:nvPr/>
        </p:nvSpPr>
        <p:spPr>
          <a:xfrm>
            <a:off x="4428083" y="5099660"/>
            <a:ext cx="1131204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Accessori per la pulizia</a:t>
            </a:r>
          </a:p>
        </p:txBody>
      </p:sp>
      <p:sp>
        <p:nvSpPr>
          <p:cNvPr id="39" name="TextBox 38">
            <a:hlinkClick action="ppaction://hlinksldjump" r:id="rId21"/>
          </p:cNvPr>
          <p:cNvSpPr txBox="1"/>
          <p:nvPr/>
        </p:nvSpPr>
        <p:spPr>
          <a:xfrm>
            <a:off x="6661100" y="5099660"/>
            <a:ext cx="17956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113</a:t>
            </a:r>
          </a:p>
        </p:txBody>
      </p:sp>
      <p:sp>
        <p:nvSpPr>
          <p:cNvPr id="40" name="TextBox 39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1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3842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100</a:t>
            </a:r>
          </a:p>
        </p:txBody>
      </p:sp>
      <p:sp>
        <p:nvSpPr>
          <p:cNvPr id="48" name="TextBox 47">
            <a:hlinkClick action="ppaction://hlinksldjump" r:id="rId22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3" name="Picture 2" descr="svg-02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933253"/>
            <a:ext cx="323998" cy="323998"/>
          </a:xfrm>
          <a:prstGeom prst="rect">
            <a:avLst/>
          </a:prstGeom>
        </p:spPr>
      </p:pic>
      <p:pic>
        <p:nvPicPr>
          <p:cNvPr id="4" name="Picture 3" descr="svg-02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961" y="2933253"/>
            <a:ext cx="323998" cy="323998"/>
          </a:xfrm>
          <a:prstGeom prst="rect">
            <a:avLst/>
          </a:prstGeom>
        </p:spPr>
      </p:pic>
      <p:pic>
        <p:nvPicPr>
          <p:cNvPr id="5" name="Picture 4" descr="svg-02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48" y="4091136"/>
            <a:ext cx="323998" cy="323998"/>
          </a:xfrm>
          <a:prstGeom prst="rect">
            <a:avLst/>
          </a:prstGeom>
        </p:spPr>
      </p:pic>
      <p:pic>
        <p:nvPicPr>
          <p:cNvPr id="6" name="Picture 5" descr="svg-02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3961" y="4091136"/>
            <a:ext cx="323998" cy="323998"/>
          </a:xfrm>
          <a:prstGeom prst="rect">
            <a:avLst/>
          </a:prstGeom>
        </p:spPr>
      </p:pic>
      <p:pic>
        <p:nvPicPr>
          <p:cNvPr id="7" name="Picture 6" descr="svg-02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948" y="4903142"/>
            <a:ext cx="323998" cy="323998"/>
          </a:xfrm>
          <a:prstGeom prst="rect">
            <a:avLst/>
          </a:prstGeom>
        </p:spPr>
      </p:pic>
      <p:pic>
        <p:nvPicPr>
          <p:cNvPr id="8" name="Picture 7" descr="svg-02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3961" y="4903142"/>
            <a:ext cx="323998" cy="323998"/>
          </a:xfrm>
          <a:prstGeom prst="rect">
            <a:avLst/>
          </a:prstGeom>
        </p:spPr>
      </p:pic>
      <p:pic>
        <p:nvPicPr>
          <p:cNvPr id="9" name="Picture 8" descr="svg-02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948" y="6061025"/>
            <a:ext cx="323998" cy="323998"/>
          </a:xfrm>
          <a:prstGeom prst="rect">
            <a:avLst/>
          </a:prstGeom>
        </p:spPr>
      </p:pic>
      <p:pic>
        <p:nvPicPr>
          <p:cNvPr id="10" name="Picture 9" descr="svg-02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3961" y="6061025"/>
            <a:ext cx="323998" cy="323998"/>
          </a:xfrm>
          <a:prstGeom prst="rect">
            <a:avLst/>
          </a:prstGeom>
        </p:spPr>
      </p:pic>
      <p:pic>
        <p:nvPicPr>
          <p:cNvPr id="11" name="Picture 10" descr="svg-02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948" y="6700093"/>
            <a:ext cx="323998" cy="323998"/>
          </a:xfrm>
          <a:prstGeom prst="rect">
            <a:avLst/>
          </a:prstGeom>
        </p:spPr>
      </p:pic>
      <p:sp>
        <p:nvSpPr>
          <p:cNvPr id="12" name="Rounded Rectangle 11">
            <a:hlinkClick action="ppaction://hlinksldjump" r:id="rId14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5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6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7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8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9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20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5179" y="321979"/>
            <a:ext cx="261645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GUIDA RAPIDA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747181"/>
            <a:ext cx="187145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GUIDA PER DESTINAZIONE D’USO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948" y="901516"/>
            <a:ext cx="4088991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Trova il prodotto giusto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per ogni superficie.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948" y="1910124"/>
            <a:ext cx="5506798" cy="6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060" b="0">
                <a:solidFill>
                  <a:srgbClr val="0A2A39"/>
                </a:solidFill>
                <a:latin typeface="Inter Light"/>
              </a:rPr>
              <a:t>I detergenti sono raggruppati in base a dove si usano. Tocca il nome per andare alla scheda: per ogni prodotto trovi funzione, formati e codici. Per l’uso corretto fai sempre riferimento all’etichetta e alla scheda tecnica del prodotto.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731" y="2903403"/>
            <a:ext cx="731722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Pavimenti</a:t>
            </a:r>
          </a:p>
        </p:txBody>
      </p:sp>
      <p:sp>
        <p:nvSpPr>
          <p:cNvPr id="25" name="TextBox 24">
            <a:hlinkClick action="ppaction://hlinksldjump" r:id="rId21"/>
          </p:cNvPr>
          <p:cNvSpPr txBox="1"/>
          <p:nvPr/>
        </p:nvSpPr>
        <p:spPr>
          <a:xfrm>
            <a:off x="1043731" y="3136617"/>
            <a:ext cx="57199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AUREO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102</a:t>
            </a:r>
          </a:p>
        </p:txBody>
      </p:sp>
      <p:sp>
        <p:nvSpPr>
          <p:cNvPr id="26" name="TextBox 25">
            <a:hlinkClick action="ppaction://hlinksldjump" r:id="rId21"/>
          </p:cNvPr>
          <p:cNvSpPr txBox="1"/>
          <p:nvPr/>
        </p:nvSpPr>
        <p:spPr>
          <a:xfrm>
            <a:off x="1675507" y="3136617"/>
            <a:ext cx="57199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DETON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102</a:t>
            </a:r>
          </a:p>
        </p:txBody>
      </p:sp>
      <p:sp>
        <p:nvSpPr>
          <p:cNvPr id="27" name="TextBox 26">
            <a:hlinkClick action="ppaction://hlinksldjump" r:id="rId21"/>
          </p:cNvPr>
          <p:cNvSpPr txBox="1"/>
          <p:nvPr/>
        </p:nvSpPr>
        <p:spPr>
          <a:xfrm>
            <a:off x="2307282" y="3136617"/>
            <a:ext cx="49350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KORL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102</a:t>
            </a:r>
          </a:p>
        </p:txBody>
      </p:sp>
      <p:sp>
        <p:nvSpPr>
          <p:cNvPr id="28" name="TextBox 27">
            <a:hlinkClick action="ppaction://hlinksldjump" r:id="rId21"/>
          </p:cNvPr>
          <p:cNvSpPr txBox="1"/>
          <p:nvPr/>
        </p:nvSpPr>
        <p:spPr>
          <a:xfrm>
            <a:off x="2862857" y="3136617"/>
            <a:ext cx="47388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PARX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102</a:t>
            </a:r>
          </a:p>
        </p:txBody>
      </p:sp>
      <p:sp>
        <p:nvSpPr>
          <p:cNvPr id="29" name="TextBox 28">
            <a:hlinkClick action="ppaction://hlinksldjump" r:id="rId22"/>
          </p:cNvPr>
          <p:cNvSpPr txBox="1"/>
          <p:nvPr/>
        </p:nvSpPr>
        <p:spPr>
          <a:xfrm>
            <a:off x="1043731" y="3309555"/>
            <a:ext cx="75839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MOCHITEX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103</a:t>
            </a:r>
          </a:p>
        </p:txBody>
      </p:sp>
      <p:sp>
        <p:nvSpPr>
          <p:cNvPr id="30" name="TextBox 29">
            <a:hlinkClick action="ppaction://hlinksldjump" r:id="rId22"/>
          </p:cNvPr>
          <p:cNvSpPr txBox="1"/>
          <p:nvPr/>
        </p:nvSpPr>
        <p:spPr>
          <a:xfrm>
            <a:off x="1856482" y="3309555"/>
            <a:ext cx="65047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METAL C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103</a:t>
            </a:r>
          </a:p>
        </p:txBody>
      </p:sp>
      <p:sp>
        <p:nvSpPr>
          <p:cNvPr id="31" name="TextBox 30">
            <a:hlinkClick action="ppaction://hlinksldjump" r:id="rId22"/>
          </p:cNvPr>
          <p:cNvSpPr txBox="1"/>
          <p:nvPr/>
        </p:nvSpPr>
        <p:spPr>
          <a:xfrm>
            <a:off x="2564457" y="3309555"/>
            <a:ext cx="80744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BLU OCEAN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103</a:t>
            </a:r>
          </a:p>
        </p:txBody>
      </p:sp>
      <p:sp>
        <p:nvSpPr>
          <p:cNvPr id="32" name="TextBox 31">
            <a:hlinkClick action="ppaction://hlinksldjump" r:id="rId22"/>
          </p:cNvPr>
          <p:cNvSpPr txBox="1"/>
          <p:nvPr/>
        </p:nvSpPr>
        <p:spPr>
          <a:xfrm>
            <a:off x="1043731" y="3482493"/>
            <a:ext cx="67009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FLOREAL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103</a:t>
            </a:r>
          </a:p>
        </p:txBody>
      </p:sp>
      <p:sp>
        <p:nvSpPr>
          <p:cNvPr id="33" name="TextBox 32">
            <a:hlinkClick action="ppaction://hlinksldjump" r:id="rId23"/>
          </p:cNvPr>
          <p:cNvSpPr txBox="1"/>
          <p:nvPr/>
        </p:nvSpPr>
        <p:spPr>
          <a:xfrm>
            <a:off x="1770757" y="3482493"/>
            <a:ext cx="84669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ROSE PATCH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7744" y="2903403"/>
            <a:ext cx="1769056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Vetri, acciaio e superfici</a:t>
            </a:r>
          </a:p>
        </p:txBody>
      </p:sp>
      <p:sp>
        <p:nvSpPr>
          <p:cNvPr id="35" name="TextBox 34">
            <a:hlinkClick action="ppaction://hlinksldjump" r:id="rId23"/>
          </p:cNvPr>
          <p:cNvSpPr txBox="1"/>
          <p:nvPr/>
        </p:nvSpPr>
        <p:spPr>
          <a:xfrm>
            <a:off x="4337744" y="3136617"/>
            <a:ext cx="80744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MULTIGLAX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104</a:t>
            </a:r>
          </a:p>
        </p:txBody>
      </p:sp>
      <p:sp>
        <p:nvSpPr>
          <p:cNvPr id="36" name="TextBox 35">
            <a:hlinkClick action="ppaction://hlinksldjump" r:id="rId23"/>
          </p:cNvPr>
          <p:cNvSpPr txBox="1"/>
          <p:nvPr/>
        </p:nvSpPr>
        <p:spPr>
          <a:xfrm>
            <a:off x="5198119" y="3136617"/>
            <a:ext cx="61123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INOLUX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104</a:t>
            </a:r>
          </a:p>
        </p:txBody>
      </p:sp>
      <p:sp>
        <p:nvSpPr>
          <p:cNvPr id="37" name="TextBox 36">
            <a:hlinkClick action="ppaction://hlinksldjump" r:id="rId23"/>
          </p:cNvPr>
          <p:cNvSpPr txBox="1"/>
          <p:nvPr/>
        </p:nvSpPr>
        <p:spPr>
          <a:xfrm>
            <a:off x="5867995" y="3136617"/>
            <a:ext cx="57199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BYROX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104</a:t>
            </a:r>
          </a:p>
        </p:txBody>
      </p:sp>
      <p:sp>
        <p:nvSpPr>
          <p:cNvPr id="38" name="TextBox 37">
            <a:hlinkClick action="ppaction://hlinksldjump" r:id="rId24"/>
          </p:cNvPr>
          <p:cNvSpPr txBox="1"/>
          <p:nvPr/>
        </p:nvSpPr>
        <p:spPr>
          <a:xfrm>
            <a:off x="4337744" y="3309555"/>
            <a:ext cx="83688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REFLEX OXY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105</a:t>
            </a:r>
          </a:p>
        </p:txBody>
      </p:sp>
      <p:sp>
        <p:nvSpPr>
          <p:cNvPr id="39" name="TextBox 38">
            <a:hlinkClick action="ppaction://hlinksldjump" r:id="rId24"/>
          </p:cNvPr>
          <p:cNvSpPr txBox="1"/>
          <p:nvPr/>
        </p:nvSpPr>
        <p:spPr>
          <a:xfrm>
            <a:off x="5226694" y="3309555"/>
            <a:ext cx="89574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REFLEX CLOR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105</a:t>
            </a:r>
          </a:p>
        </p:txBody>
      </p:sp>
      <p:sp>
        <p:nvSpPr>
          <p:cNvPr id="40" name="TextBox 39">
            <a:hlinkClick action="ppaction://hlinksldjump" r:id="rId24"/>
          </p:cNvPr>
          <p:cNvSpPr txBox="1"/>
          <p:nvPr/>
        </p:nvSpPr>
        <p:spPr>
          <a:xfrm>
            <a:off x="6172795" y="3309555"/>
            <a:ext cx="62104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OXIMAX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105</a:t>
            </a:r>
          </a:p>
        </p:txBody>
      </p:sp>
      <p:sp>
        <p:nvSpPr>
          <p:cNvPr id="41" name="TextBox 40">
            <a:hlinkClick action="ppaction://hlinksldjump" r:id="rId24"/>
          </p:cNvPr>
          <p:cNvSpPr txBox="1"/>
          <p:nvPr/>
        </p:nvSpPr>
        <p:spPr>
          <a:xfrm>
            <a:off x="4337744" y="3482493"/>
            <a:ext cx="65047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BACTIVE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105</a:t>
            </a:r>
          </a:p>
        </p:txBody>
      </p:sp>
      <p:sp>
        <p:nvSpPr>
          <p:cNvPr id="42" name="TextBox 41">
            <a:hlinkClick action="ppaction://hlinksldjump" r:id="rId25"/>
          </p:cNvPr>
          <p:cNvSpPr txBox="1"/>
          <p:nvPr/>
        </p:nvSpPr>
        <p:spPr>
          <a:xfrm>
            <a:off x="5045719" y="3482493"/>
            <a:ext cx="85650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CLORACTIVE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106</a:t>
            </a:r>
          </a:p>
        </p:txBody>
      </p:sp>
      <p:sp>
        <p:nvSpPr>
          <p:cNvPr id="43" name="TextBox 42">
            <a:hlinkClick action="ppaction://hlinksldjump" r:id="rId25"/>
          </p:cNvPr>
          <p:cNvSpPr txBox="1"/>
          <p:nvPr/>
        </p:nvSpPr>
        <p:spPr>
          <a:xfrm>
            <a:off x="5953720" y="3482493"/>
            <a:ext cx="78782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BACTOSAN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106</a:t>
            </a:r>
          </a:p>
        </p:txBody>
      </p:sp>
      <p:sp>
        <p:nvSpPr>
          <p:cNvPr id="44" name="TextBox 43">
            <a:hlinkClick action="ppaction://hlinksldjump" r:id="rId25"/>
          </p:cNvPr>
          <p:cNvSpPr txBox="1"/>
          <p:nvPr/>
        </p:nvSpPr>
        <p:spPr>
          <a:xfrm>
            <a:off x="4337744" y="3655432"/>
            <a:ext cx="728963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RTU PLUS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106</a:t>
            </a:r>
          </a:p>
        </p:txBody>
      </p:sp>
      <p:sp>
        <p:nvSpPr>
          <p:cNvPr id="45" name="TextBox 44">
            <a:hlinkClick action="ppaction://hlinksldjump" r:id="rId25"/>
          </p:cNvPr>
          <p:cNvSpPr txBox="1"/>
          <p:nvPr/>
        </p:nvSpPr>
        <p:spPr>
          <a:xfrm>
            <a:off x="5121919" y="3655432"/>
            <a:ext cx="82707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CLORACTAB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731" y="4061286"/>
            <a:ext cx="1544941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Cucina e sgrassatura</a:t>
            </a:r>
          </a:p>
        </p:txBody>
      </p:sp>
      <p:sp>
        <p:nvSpPr>
          <p:cNvPr id="47" name="TextBox 46">
            <a:hlinkClick action="ppaction://hlinksldjump" r:id="rId26"/>
          </p:cNvPr>
          <p:cNvSpPr txBox="1"/>
          <p:nvPr/>
        </p:nvSpPr>
        <p:spPr>
          <a:xfrm>
            <a:off x="1043731" y="4294500"/>
            <a:ext cx="71915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SGRASSO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107</a:t>
            </a:r>
          </a:p>
        </p:txBody>
      </p:sp>
      <p:sp>
        <p:nvSpPr>
          <p:cNvPr id="48" name="TextBox 47">
            <a:hlinkClick action="ppaction://hlinksldjump" r:id="rId26"/>
          </p:cNvPr>
          <p:cNvSpPr txBox="1"/>
          <p:nvPr/>
        </p:nvSpPr>
        <p:spPr>
          <a:xfrm>
            <a:off x="1818382" y="4294500"/>
            <a:ext cx="79763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OVENGRILL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107</a:t>
            </a:r>
          </a:p>
        </p:txBody>
      </p:sp>
      <p:sp>
        <p:nvSpPr>
          <p:cNvPr id="49" name="TextBox 48">
            <a:hlinkClick action="ppaction://hlinksldjump" r:id="rId26"/>
          </p:cNvPr>
          <p:cNvSpPr txBox="1"/>
          <p:nvPr/>
        </p:nvSpPr>
        <p:spPr>
          <a:xfrm>
            <a:off x="2669232" y="4294500"/>
            <a:ext cx="84669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MATIC FORN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107</a:t>
            </a:r>
          </a:p>
        </p:txBody>
      </p:sp>
      <p:sp>
        <p:nvSpPr>
          <p:cNvPr id="50" name="TextBox 49">
            <a:hlinkClick action="ppaction://hlinksldjump" r:id="rId26"/>
          </p:cNvPr>
          <p:cNvSpPr txBox="1"/>
          <p:nvPr/>
        </p:nvSpPr>
        <p:spPr>
          <a:xfrm>
            <a:off x="1043731" y="4467438"/>
            <a:ext cx="111158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SGRASSO LEMON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7744" y="4061286"/>
            <a:ext cx="1656998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Incrostazioni e calcare</a:t>
            </a:r>
          </a:p>
        </p:txBody>
      </p:sp>
      <p:sp>
        <p:nvSpPr>
          <p:cNvPr id="52" name="TextBox 51">
            <a:hlinkClick action="ppaction://hlinksldjump" r:id="rId27"/>
          </p:cNvPr>
          <p:cNvSpPr txBox="1"/>
          <p:nvPr/>
        </p:nvSpPr>
        <p:spPr>
          <a:xfrm>
            <a:off x="4337744" y="4294500"/>
            <a:ext cx="64066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SKRUST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108</a:t>
            </a:r>
          </a:p>
        </p:txBody>
      </p:sp>
      <p:sp>
        <p:nvSpPr>
          <p:cNvPr id="53" name="TextBox 52">
            <a:hlinkClick action="ppaction://hlinksldjump" r:id="rId27"/>
          </p:cNvPr>
          <p:cNvSpPr txBox="1"/>
          <p:nvPr/>
        </p:nvSpPr>
        <p:spPr>
          <a:xfrm>
            <a:off x="5036194" y="4294500"/>
            <a:ext cx="71915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ACIDO 100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3731" y="4873292"/>
            <a:ext cx="1352405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Lavaggio stoviglie</a:t>
            </a:r>
          </a:p>
        </p:txBody>
      </p:sp>
      <p:sp>
        <p:nvSpPr>
          <p:cNvPr id="55" name="TextBox 54">
            <a:hlinkClick action="ppaction://hlinksldjump" r:id="rId27"/>
          </p:cNvPr>
          <p:cNvSpPr txBox="1"/>
          <p:nvPr/>
        </p:nvSpPr>
        <p:spPr>
          <a:xfrm>
            <a:off x="1043731" y="5106506"/>
            <a:ext cx="817260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LAWASH HD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108</a:t>
            </a:r>
          </a:p>
        </p:txBody>
      </p:sp>
      <p:sp>
        <p:nvSpPr>
          <p:cNvPr id="56" name="TextBox 55">
            <a:hlinkClick action="ppaction://hlinksldjump" r:id="rId27"/>
          </p:cNvPr>
          <p:cNvSpPr txBox="1"/>
          <p:nvPr/>
        </p:nvSpPr>
        <p:spPr>
          <a:xfrm>
            <a:off x="1913632" y="5106506"/>
            <a:ext cx="87612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LAWASH BAR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108</a:t>
            </a:r>
          </a:p>
        </p:txBody>
      </p:sp>
      <p:sp>
        <p:nvSpPr>
          <p:cNvPr id="57" name="TextBox 56">
            <a:hlinkClick action="ppaction://hlinksldjump" r:id="rId28"/>
          </p:cNvPr>
          <p:cNvSpPr txBox="1"/>
          <p:nvPr/>
        </p:nvSpPr>
        <p:spPr>
          <a:xfrm>
            <a:off x="1043731" y="5279444"/>
            <a:ext cx="79763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BRILL PLUS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109</a:t>
            </a:r>
          </a:p>
        </p:txBody>
      </p:sp>
      <p:sp>
        <p:nvSpPr>
          <p:cNvPr id="58" name="TextBox 57">
            <a:hlinkClick action="ppaction://hlinksldjump" r:id="rId28"/>
          </p:cNvPr>
          <p:cNvSpPr txBox="1"/>
          <p:nvPr/>
        </p:nvSpPr>
        <p:spPr>
          <a:xfrm>
            <a:off x="1894582" y="5279444"/>
            <a:ext cx="73877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VERDELLO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109</a:t>
            </a:r>
          </a:p>
        </p:txBody>
      </p:sp>
      <p:sp>
        <p:nvSpPr>
          <p:cNvPr id="59" name="TextBox 58">
            <a:hlinkClick action="ppaction://hlinksldjump" r:id="rId28"/>
          </p:cNvPr>
          <p:cNvSpPr txBox="1"/>
          <p:nvPr/>
        </p:nvSpPr>
        <p:spPr>
          <a:xfrm>
            <a:off x="1043731" y="5452382"/>
            <a:ext cx="93498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LAWASH PLUS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109</a:t>
            </a:r>
          </a:p>
        </p:txBody>
      </p:sp>
      <p:sp>
        <p:nvSpPr>
          <p:cNvPr id="60" name="TextBox 59">
            <a:hlinkClick action="ppaction://hlinksldjump" r:id="rId28"/>
          </p:cNvPr>
          <p:cNvSpPr txBox="1"/>
          <p:nvPr/>
        </p:nvSpPr>
        <p:spPr>
          <a:xfrm>
            <a:off x="2027932" y="5452382"/>
            <a:ext cx="98404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LAWASH MATIC</a:t>
            </a:r>
            <a:r>
              <a:rPr sz="760" b="0">
                <a:solidFill>
                  <a:srgbClr val="566D78"/>
                </a:solidFill>
                <a:latin typeface="Inter Light"/>
              </a:rPr>
              <a:t>109</a:t>
            </a:r>
          </a:p>
        </p:txBody>
      </p:sp>
      <p:sp>
        <p:nvSpPr>
          <p:cNvPr id="61" name="TextBox 60">
            <a:hlinkClick action="ppaction://hlinksldjump" r:id="rId29"/>
          </p:cNvPr>
          <p:cNvSpPr txBox="1"/>
          <p:nvPr/>
        </p:nvSpPr>
        <p:spPr>
          <a:xfrm>
            <a:off x="1043731" y="5625321"/>
            <a:ext cx="74858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BRILLCARE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7744" y="4873292"/>
            <a:ext cx="493965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Bagno</a:t>
            </a:r>
          </a:p>
        </p:txBody>
      </p:sp>
      <p:sp>
        <p:nvSpPr>
          <p:cNvPr id="63" name="TextBox 62">
            <a:hlinkClick action="ppaction://hlinksldjump" r:id="rId29"/>
          </p:cNvPr>
          <p:cNvSpPr txBox="1"/>
          <p:nvPr/>
        </p:nvSpPr>
        <p:spPr>
          <a:xfrm>
            <a:off x="4337744" y="5106506"/>
            <a:ext cx="70934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ANTICALC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110</a:t>
            </a:r>
          </a:p>
        </p:txBody>
      </p:sp>
      <p:sp>
        <p:nvSpPr>
          <p:cNvPr id="64" name="TextBox 63">
            <a:hlinkClick action="ppaction://hlinksldjump" r:id="rId29"/>
          </p:cNvPr>
          <p:cNvSpPr txBox="1"/>
          <p:nvPr/>
        </p:nvSpPr>
        <p:spPr>
          <a:xfrm>
            <a:off x="5102869" y="5106506"/>
            <a:ext cx="89574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BAGNO RAPID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110</a:t>
            </a:r>
          </a:p>
        </p:txBody>
      </p:sp>
      <p:sp>
        <p:nvSpPr>
          <p:cNvPr id="65" name="TextBox 64">
            <a:hlinkClick action="ppaction://hlinksldjump" r:id="rId29"/>
          </p:cNvPr>
          <p:cNvSpPr txBox="1"/>
          <p:nvPr/>
        </p:nvSpPr>
        <p:spPr>
          <a:xfrm>
            <a:off x="6048970" y="5106506"/>
            <a:ext cx="80744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DEONET WC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3731" y="6031175"/>
            <a:ext cx="827990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Lavanderia</a:t>
            </a:r>
          </a:p>
        </p:txBody>
      </p:sp>
      <p:sp>
        <p:nvSpPr>
          <p:cNvPr id="67" name="TextBox 66">
            <a:hlinkClick action="ppaction://hlinksldjump" r:id="rId30"/>
          </p:cNvPr>
          <p:cNvSpPr txBox="1"/>
          <p:nvPr/>
        </p:nvSpPr>
        <p:spPr>
          <a:xfrm>
            <a:off x="1043731" y="6264389"/>
            <a:ext cx="44445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TEXY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111</a:t>
            </a:r>
          </a:p>
        </p:txBody>
      </p:sp>
      <p:sp>
        <p:nvSpPr>
          <p:cNvPr id="68" name="TextBox 67">
            <a:hlinkClick action="ppaction://hlinksldjump" r:id="rId30"/>
          </p:cNvPr>
          <p:cNvSpPr txBox="1"/>
          <p:nvPr/>
        </p:nvSpPr>
        <p:spPr>
          <a:xfrm>
            <a:off x="1551682" y="6264389"/>
            <a:ext cx="62104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MORBYD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111</a:t>
            </a:r>
          </a:p>
        </p:txBody>
      </p:sp>
      <p:sp>
        <p:nvSpPr>
          <p:cNvPr id="69" name="TextBox 68">
            <a:hlinkClick action="ppaction://hlinksldjump" r:id="rId30"/>
          </p:cNvPr>
          <p:cNvSpPr txBox="1"/>
          <p:nvPr/>
        </p:nvSpPr>
        <p:spPr>
          <a:xfrm>
            <a:off x="2231082" y="6264389"/>
            <a:ext cx="53274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HARRY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37744" y="6031175"/>
            <a:ext cx="723751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Lavamani</a:t>
            </a:r>
          </a:p>
        </p:txBody>
      </p:sp>
      <p:sp>
        <p:nvSpPr>
          <p:cNvPr id="71" name="TextBox 70">
            <a:hlinkClick action="ppaction://hlinksldjump" r:id="rId30"/>
          </p:cNvPr>
          <p:cNvSpPr txBox="1"/>
          <p:nvPr/>
        </p:nvSpPr>
        <p:spPr>
          <a:xfrm>
            <a:off x="4337744" y="6264389"/>
            <a:ext cx="719152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SANIGLAM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111</a:t>
            </a:r>
          </a:p>
        </p:txBody>
      </p:sp>
      <p:sp>
        <p:nvSpPr>
          <p:cNvPr id="72" name="TextBox 71">
            <a:hlinkClick action="ppaction://hlinksldjump" r:id="rId31"/>
          </p:cNvPr>
          <p:cNvSpPr txBox="1"/>
          <p:nvPr/>
        </p:nvSpPr>
        <p:spPr>
          <a:xfrm>
            <a:off x="5112394" y="6264389"/>
            <a:ext cx="49350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GLAM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3731" y="6670243"/>
            <a:ext cx="664886" cy="21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200" b="0" spc="-14">
                <a:solidFill>
                  <a:srgbClr val="0A2A39"/>
                </a:solidFill>
                <a:latin typeface="Inter"/>
              </a:rPr>
              <a:t>Ambienti</a:t>
            </a:r>
          </a:p>
        </p:txBody>
      </p:sp>
      <p:sp>
        <p:nvSpPr>
          <p:cNvPr id="74" name="TextBox 73">
            <a:hlinkClick action="ppaction://hlinksldjump" r:id="rId31"/>
          </p:cNvPr>
          <p:cNvSpPr txBox="1"/>
          <p:nvPr/>
        </p:nvSpPr>
        <p:spPr>
          <a:xfrm>
            <a:off x="1043731" y="6903457"/>
            <a:ext cx="61123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"/>
              </a:rPr>
              <a:t>DEODEO</a:t>
            </a:r>
            <a:r>
              <a:rPr sz="760" b="0">
                <a:solidFill>
                  <a:srgbClr val="566D78"/>
                </a:solidFill>
                <a:latin typeface="Inter Light"/>
              </a:rPr>
              <a:t>112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9948" y="7282968"/>
            <a:ext cx="325032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Accessori per la pulizia — panni, piumini, salviette e spugne — a pagina 113.</a:t>
            </a:r>
          </a:p>
        </p:txBody>
      </p:sp>
      <p:sp>
        <p:nvSpPr>
          <p:cNvPr id="76" name="TextBox 75">
            <a:hlinkClick action="ppaction://hlinksldjump" r:id="rId14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77" name="TextBox 76">
            <a:hlinkClick action="ppaction://hlinksldjump" r:id="rId15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78" name="TextBox 77">
            <a:hlinkClick action="ppaction://hlinksldjump" r:id="rId16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79" name="TextBox 78">
            <a:hlinkClick action="ppaction://hlinksldjump" r:id="rId17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80" name="TextBox 79">
            <a:hlinkClick action="ppaction://hlinksldjump" r:id="rId18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81" name="TextBox 80">
            <a:hlinkClick action="ppaction://hlinksldjump" r:id="rId19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82" name="TextBox 81">
            <a:hlinkClick action="ppaction://hlinksldjump" r:id="rId20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948" y="10222473"/>
            <a:ext cx="20899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101</a:t>
            </a:r>
          </a:p>
        </p:txBody>
      </p:sp>
      <p:sp>
        <p:nvSpPr>
          <p:cNvPr id="84" name="TextBox 83">
            <a:hlinkClick action="ppaction://hlinksldjump" r:id="rId32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85" name="TextBox 84">
            <a:hlinkClick r:id="rId12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87" name="TextBox 86">
            <a:hlinkClick r:id="rId13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b1e48b0bf949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54" y="1146556"/>
            <a:ext cx="1839217" cy="2519393"/>
          </a:xfrm>
          <a:prstGeom prst="rect">
            <a:avLst/>
          </a:prstGeom>
        </p:spPr>
      </p:pic>
      <p:pic>
        <p:nvPicPr>
          <p:cNvPr id="5" name="Picture 4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4229248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LK190205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90cb916132b4f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095" y="1147575"/>
            <a:ext cx="1837729" cy="2517354"/>
          </a:xfrm>
          <a:prstGeom prst="rect">
            <a:avLst/>
          </a:prstGeom>
        </p:spPr>
      </p:pic>
      <p:pic>
        <p:nvPicPr>
          <p:cNvPr id="9" name="Picture 8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4229248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LK310205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36dc1564b7d8c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419" y="5970522"/>
            <a:ext cx="1843087" cy="2519393"/>
          </a:xfrm>
          <a:prstGeom prst="rect">
            <a:avLst/>
          </a:prstGeom>
        </p:spPr>
      </p:pic>
      <p:pic>
        <p:nvPicPr>
          <p:cNvPr id="13" name="Picture 12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9053214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LK270205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721f978dda2ad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5369" y="5970329"/>
            <a:ext cx="1831181" cy="2519778"/>
          </a:xfrm>
          <a:prstGeom prst="rect">
            <a:avLst/>
          </a:prstGeom>
        </p:spPr>
      </p:pic>
      <p:pic>
        <p:nvPicPr>
          <p:cNvPr id="17" name="Picture 16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9053214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LK300205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4239880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424724"/>
            <a:ext cx="620278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AUREO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680708"/>
            <a:ext cx="278922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neutro per la pulizia ordinaria dei pavimenti.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4239880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424724"/>
            <a:ext cx="630089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DETON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680708"/>
            <a:ext cx="289713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Sgrassante industriale e decerante per la pulizia di fondo.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9063846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248690"/>
            <a:ext cx="475263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KORL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504675"/>
            <a:ext cx="2602816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per pavimenti con macchine lavasciuga.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9063846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248690"/>
            <a:ext cx="465452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PARX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504675"/>
            <a:ext cx="2887328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specifico per la cura dei pavimenti in parquet.</a:t>
            </a:r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102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36545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7ac875accb77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19" y="1070951"/>
            <a:ext cx="1843087" cy="2519393"/>
          </a:xfrm>
          <a:prstGeom prst="rect">
            <a:avLst/>
          </a:prstGeom>
        </p:spPr>
      </p:pic>
      <p:pic>
        <p:nvPicPr>
          <p:cNvPr id="5" name="Picture 4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4078188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LK320205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d3087165917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672" y="1147063"/>
            <a:ext cx="1844575" cy="2518379"/>
          </a:xfrm>
          <a:prstGeom prst="rect">
            <a:avLst/>
          </a:prstGeom>
        </p:spPr>
      </p:pic>
      <p:pic>
        <p:nvPicPr>
          <p:cNvPr id="9" name="Picture 8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4229248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LK290205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3e7f903fb25f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419" y="5970522"/>
            <a:ext cx="1843087" cy="2519393"/>
          </a:xfrm>
          <a:prstGeom prst="rect">
            <a:avLst/>
          </a:prstGeom>
        </p:spPr>
      </p:pic>
      <p:pic>
        <p:nvPicPr>
          <p:cNvPr id="13" name="Picture 12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9053214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LK280205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74a8a6d7ceb73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1034" y="5870337"/>
            <a:ext cx="2139701" cy="2517655"/>
          </a:xfrm>
          <a:prstGeom prst="rect">
            <a:avLst/>
          </a:prstGeom>
        </p:spPr>
      </p:pic>
      <p:pic>
        <p:nvPicPr>
          <p:cNvPr id="17" name="Picture 16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8851106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529167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0083"/>
                <a:gridCol w="162594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LK040205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LK420601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 L · Super C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4088819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273664"/>
            <a:ext cx="947559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MOCHITEX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529648"/>
            <a:ext cx="2563573" cy="306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Per moquette e tessuti con macchine a iniezione ed estrazione.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4239880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424724"/>
            <a:ext cx="763300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METAL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680708"/>
            <a:ext cx="2494898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Cera metallizzata per il trattamento dei pavimenti.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9063846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248690"/>
            <a:ext cx="1033709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BLU OCEAN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504675"/>
            <a:ext cx="185719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profumato per pavimenti.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8861737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046582"/>
            <a:ext cx="782922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FLOREAL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302566"/>
            <a:ext cx="185719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profumato per pavimenti.</a:t>
            </a:r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3842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103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14825970b6d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38" y="1046371"/>
            <a:ext cx="2139701" cy="2517655"/>
          </a:xfrm>
          <a:prstGeom prst="rect">
            <a:avLst/>
          </a:prstGeom>
        </p:spPr>
      </p:pic>
      <p:pic>
        <p:nvPicPr>
          <p:cNvPr id="5" name="Picture 4" descr="svg-0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4027140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705201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0083"/>
                <a:gridCol w="162594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LK180205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LK410601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 L · Super C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1f73ee57c5352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5281" y="1045256"/>
            <a:ext cx="2291357" cy="2519884"/>
          </a:xfrm>
          <a:prstGeom prst="rect">
            <a:avLst/>
          </a:prstGeom>
        </p:spPr>
      </p:pic>
      <p:pic>
        <p:nvPicPr>
          <p:cNvPr id="9" name="Picture 8" descr="svg-02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944" y="4027140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705201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LK060607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LK060205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9b4a811bd3f72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282" y="5970457"/>
            <a:ext cx="1287214" cy="2519524"/>
          </a:xfrm>
          <a:prstGeom prst="rect">
            <a:avLst/>
          </a:prstGeom>
        </p:spPr>
      </p:pic>
      <p:pic>
        <p:nvPicPr>
          <p:cNvPr id="13" name="Picture 12" descr="svg-02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948" y="9053214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LK390607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7ee9fa07aaa9d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192" y="5869599"/>
            <a:ext cx="2281535" cy="2519131"/>
          </a:xfrm>
          <a:prstGeom prst="rect">
            <a:avLst/>
          </a:prstGeom>
        </p:spPr>
      </p:pic>
      <p:pic>
        <p:nvPicPr>
          <p:cNvPr id="17" name="Picture 16" descr="svg-02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944" y="8851106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529167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LK220607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LK220205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4037771"/>
            <a:ext cx="5716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PAVIMENTI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222616"/>
            <a:ext cx="1070806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ROSE PATCH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478600"/>
            <a:ext cx="185719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profumato per pavimenti.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4037771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222616"/>
            <a:ext cx="994466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MULTIGLAX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478600"/>
            <a:ext cx="2445844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multiuso per vetri e superfici lavabili.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9063846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248690"/>
            <a:ext cx="686960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INOLUX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504675"/>
            <a:ext cx="224962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per acciaio inox satinato e lucido.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8861737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046582"/>
            <a:ext cx="620278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BYROX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302566"/>
            <a:ext cx="259300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Smacchiatore specifico per tracce di penna a sfera.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6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3842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104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44cf07bc336ed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793" y="1146563"/>
            <a:ext cx="1290191" cy="2519380"/>
          </a:xfrm>
          <a:prstGeom prst="rect">
            <a:avLst/>
          </a:prstGeom>
        </p:spPr>
      </p:pic>
      <p:pic>
        <p:nvPicPr>
          <p:cNvPr id="5" name="Picture 4" descr="svg-0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4229248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LK400607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483aba5f01af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790" y="1146563"/>
            <a:ext cx="1290191" cy="2519380"/>
          </a:xfrm>
          <a:prstGeom prst="rect">
            <a:avLst/>
          </a:prstGeom>
        </p:spPr>
      </p:pic>
      <p:pic>
        <p:nvPicPr>
          <p:cNvPr id="9" name="Picture 8" descr="svg-0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4229248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LK330607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0e1fe6e83f3c1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067" y="5970397"/>
            <a:ext cx="1867644" cy="2519643"/>
          </a:xfrm>
          <a:prstGeom prst="rect">
            <a:avLst/>
          </a:prstGeom>
        </p:spPr>
      </p:pic>
      <p:pic>
        <p:nvPicPr>
          <p:cNvPr id="13" name="Picture 12" descr="svg-0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9053214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LK400110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86695f5b8770f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1034" y="5870337"/>
            <a:ext cx="2139701" cy="2517655"/>
          </a:xfrm>
          <a:prstGeom prst="rect">
            <a:avLst/>
          </a:prstGeom>
        </p:spPr>
      </p:pic>
      <p:pic>
        <p:nvPicPr>
          <p:cNvPr id="17" name="Picture 16" descr="svg-0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8851106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529167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0083"/>
                <a:gridCol w="1625947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LK080205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LK430601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 L · Super C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4239880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424724"/>
            <a:ext cx="1080617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REFLEX OXY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680708"/>
            <a:ext cx="180814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Spray universale all’ossigeno attivo.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4239880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424724"/>
            <a:ext cx="1166767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REFLEX CLOR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680708"/>
            <a:ext cx="220057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cloroattivo per superfici lavabili.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9063846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248690"/>
            <a:ext cx="716393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OXIMAX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504675"/>
            <a:ext cx="311297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universale all’ossigeno attivo per superfici lavabili.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8861737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046582"/>
            <a:ext cx="753490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BACTIVE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302566"/>
            <a:ext cx="1660984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per superfici lavabili.</a:t>
            </a:r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105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3facd759a994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75" y="1147063"/>
            <a:ext cx="1844575" cy="2518379"/>
          </a:xfrm>
          <a:prstGeom prst="rect">
            <a:avLst/>
          </a:prstGeom>
        </p:spPr>
      </p:pic>
      <p:pic>
        <p:nvPicPr>
          <p:cNvPr id="5" name="Picture 4" descr="svg-0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4229248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LK050205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b97a96212ae7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5281" y="1045256"/>
            <a:ext cx="2291357" cy="2519884"/>
          </a:xfrm>
          <a:prstGeom prst="rect">
            <a:avLst/>
          </a:prstGeom>
        </p:spPr>
      </p:pic>
      <p:pic>
        <p:nvPicPr>
          <p:cNvPr id="9" name="Picture 8" descr="svg-0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4027140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705201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LK350607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LK350205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3a361d00be503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368" y="5869767"/>
            <a:ext cx="2287041" cy="2518795"/>
          </a:xfrm>
          <a:prstGeom prst="rect">
            <a:avLst/>
          </a:prstGeom>
        </p:spPr>
      </p:pic>
      <p:pic>
        <p:nvPicPr>
          <p:cNvPr id="13" name="Picture 12" descr="svg-0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8851106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529167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LK470607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LK470205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52e201c2761b2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880" y="5971485"/>
            <a:ext cx="1364009" cy="2517467"/>
          </a:xfrm>
          <a:prstGeom prst="rect">
            <a:avLst/>
          </a:prstGeom>
        </p:spPr>
      </p:pic>
      <p:pic>
        <p:nvPicPr>
          <p:cNvPr id="17" name="Picture 16" descr="svg-0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9053214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LK460601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4239880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424724"/>
            <a:ext cx="1090428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CLORACTIVE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680708"/>
            <a:ext cx="1141014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cloroattivo.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4037771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222616"/>
            <a:ext cx="967180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BACTOSAN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478600"/>
            <a:ext cx="2023982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per la pulizia delle superfici.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8861737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046582"/>
            <a:ext cx="849451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RTU PLUS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302566"/>
            <a:ext cx="2808842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Disinfettante liquido pronto all’uso per superfici lavabili.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9063846"/>
            <a:ext cx="14986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VETRI, ACCIAIO E SUPERFICI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248690"/>
            <a:ext cx="1033709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CLORACTAB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504675"/>
            <a:ext cx="251451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Prodotto cloroattivo in pastiglie: seguire l’etichetta.</a:t>
            </a:r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3842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106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163341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b2bc10da5bd35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84" y="969652"/>
            <a:ext cx="2291357" cy="2519884"/>
          </a:xfrm>
          <a:prstGeom prst="rect">
            <a:avLst/>
          </a:prstGeom>
        </p:spPr>
      </p:pic>
      <p:pic>
        <p:nvPicPr>
          <p:cNvPr id="5" name="Picture 4" descr="svg-0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3876079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705201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LK130607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LK130205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163341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283eae56efb39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364" y="970196"/>
            <a:ext cx="2287041" cy="2518795"/>
          </a:xfrm>
          <a:prstGeom prst="rect">
            <a:avLst/>
          </a:prstGeom>
        </p:spPr>
      </p:pic>
      <p:pic>
        <p:nvPicPr>
          <p:cNvPr id="9" name="Picture 8" descr="svg-0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3876079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705201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LK120607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LK120205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0a6545b22b05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98" y="5971541"/>
            <a:ext cx="1837729" cy="2517354"/>
          </a:xfrm>
          <a:prstGeom prst="rect">
            <a:avLst/>
          </a:prstGeom>
        </p:spPr>
      </p:pic>
      <p:pic>
        <p:nvPicPr>
          <p:cNvPr id="13" name="Picture 12" descr="svg-0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9053214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LK370205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578cc169cc80b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7811" y="5870176"/>
            <a:ext cx="2286297" cy="2517975"/>
          </a:xfrm>
          <a:prstGeom prst="rect">
            <a:avLst/>
          </a:prstGeom>
        </p:spPr>
      </p:pic>
      <p:pic>
        <p:nvPicPr>
          <p:cNvPr id="17" name="Picture 16" descr="svg-0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8851106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529167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LK380607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LK380205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3886710"/>
            <a:ext cx="12961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CUCINA E SGRASSATURA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071555"/>
            <a:ext cx="831976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SGRASSO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327539"/>
            <a:ext cx="2779410" cy="306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Sgrassante per superfici molto unte, cappe, piastrelle e banconi.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3886710"/>
            <a:ext cx="12961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CUCINA E SGRASSATURA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071555"/>
            <a:ext cx="984655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OVENGRILL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327539"/>
            <a:ext cx="3014868" cy="306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Sgrassante per incrostazioni carboniose su piastre, griglie e forni.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9063846"/>
            <a:ext cx="12961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CUCINA E SGRASSATURA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248690"/>
            <a:ext cx="1090428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MATIC FORN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504675"/>
            <a:ext cx="311297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dedicato ai forni con sistema integrato di lavaggio.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8861737"/>
            <a:ext cx="129614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CUCINA E SGRASSATURA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046582"/>
            <a:ext cx="1506005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SGRASSO LEMON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302566"/>
            <a:ext cx="2063225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Sgrassante profumato per superfici unte.</a:t>
            </a:r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107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5210b5e2b07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05" y="1146866"/>
            <a:ext cx="1826567" cy="2518772"/>
          </a:xfrm>
          <a:prstGeom prst="rect">
            <a:avLst/>
          </a:prstGeom>
        </p:spPr>
      </p:pic>
      <p:pic>
        <p:nvPicPr>
          <p:cNvPr id="5" name="Picture 4" descr="svg-02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4229248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LK170206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36545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61528d265de7f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0607" y="1072121"/>
            <a:ext cx="1840557" cy="2517053"/>
          </a:xfrm>
          <a:prstGeom prst="rect">
            <a:avLst/>
          </a:prstGeom>
        </p:spPr>
      </p:pic>
      <p:pic>
        <p:nvPicPr>
          <p:cNvPr id="9" name="Picture 8" descr="svg-02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4078188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LK230205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2961233"/>
          </a:xfrm>
          <a:prstGeom prst="roundRect">
            <a:avLst>
              <a:gd name="adj" fmla="val 26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7762ec7c0cc6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04" y="5693883"/>
            <a:ext cx="2486769" cy="2517244"/>
          </a:xfrm>
          <a:prstGeom prst="rect">
            <a:avLst/>
          </a:prstGeom>
        </p:spPr>
      </p:pic>
      <p:pic>
        <p:nvPicPr>
          <p:cNvPr id="13" name="Picture 12" descr="svg-024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948" y="8497937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327058"/>
          <a:ext cx="3006030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LK250206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LK250112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LK250125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7ad3614c13bd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416" y="5970522"/>
            <a:ext cx="1843087" cy="2519393"/>
          </a:xfrm>
          <a:prstGeom prst="rect">
            <a:avLst/>
          </a:prstGeom>
        </p:spPr>
      </p:pic>
      <p:pic>
        <p:nvPicPr>
          <p:cNvPr id="17" name="Picture 16" descr="svg-024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7944" y="9053214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LK200206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4239880"/>
            <a:ext cx="1426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INCROSTAZIONI E CALCARE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424724"/>
            <a:ext cx="696771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SKRUST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680708"/>
            <a:ext cx="237716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Disincrostante acido per incrostazioni calcaree.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4088819"/>
            <a:ext cx="142675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INCROSTAZIONI E CALCARE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273664"/>
            <a:ext cx="896359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ACIDO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529648"/>
            <a:ext cx="3054111" cy="306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acido per incrostazioni: verificare la compatibilità del materiale.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8508568"/>
            <a:ext cx="11206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LAVAGGIO STOVIGLIE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8693412"/>
            <a:ext cx="1033709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LAWASH HD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8949397"/>
            <a:ext cx="2838274" cy="306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per lavastoviglie in presenza di acque dure e molto 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9063846"/>
            <a:ext cx="11206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LAVAGGIO STOVIGLIE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248690"/>
            <a:ext cx="1119860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LAWASH BAR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504675"/>
            <a:ext cx="291676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lavabar per vetro, cristallo, acciaio e ceramica.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6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3842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108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112293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327277ae6591c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53" y="945673"/>
            <a:ext cx="2486471" cy="2516942"/>
          </a:xfrm>
          <a:prstGeom prst="rect">
            <a:avLst/>
          </a:prstGeom>
        </p:spPr>
      </p:pic>
      <p:pic>
        <p:nvPicPr>
          <p:cNvPr id="5" name="Picture 4" descr="svg-02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3825031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503092"/>
          <a:ext cx="3006030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LK260205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LK260110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LK260120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2961233"/>
          </a:xfrm>
          <a:prstGeom prst="roundRect">
            <a:avLst>
              <a:gd name="adj" fmla="val 26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82e9c90fb012d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119" y="869050"/>
            <a:ext cx="2491531" cy="2518978"/>
          </a:xfrm>
          <a:prstGeom prst="rect">
            <a:avLst/>
          </a:prstGeom>
        </p:spPr>
      </p:pic>
      <p:pic>
        <p:nvPicPr>
          <p:cNvPr id="9" name="Picture 8" descr="svg-02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3673971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503092"/>
          <a:ext cx="3006030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LK140205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LK140110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LK140120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112293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2c655c130113a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23" y="5768621"/>
            <a:ext cx="2491531" cy="2518978"/>
          </a:xfrm>
          <a:prstGeom prst="rect">
            <a:avLst/>
          </a:prstGeom>
        </p:spPr>
      </p:pic>
      <p:pic>
        <p:nvPicPr>
          <p:cNvPr id="13" name="Picture 12" descr="svg-02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8648997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327058"/>
          <a:ext cx="3006030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LK340206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LK340112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LK340125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112293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57fd9eb925a4d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119" y="5768621"/>
            <a:ext cx="2491531" cy="2518978"/>
          </a:xfrm>
          <a:prstGeom prst="rect">
            <a:avLst/>
          </a:prstGeom>
        </p:spPr>
      </p:pic>
      <p:pic>
        <p:nvPicPr>
          <p:cNvPr id="17" name="Picture 16" descr="svg-02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8648997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327058"/>
          <a:ext cx="3006030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LK010206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6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LK010112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12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LK010125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2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4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5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6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3835662"/>
            <a:ext cx="11206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LAVAGGIO STOVIGLIE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020507"/>
            <a:ext cx="972699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BRILL PLUS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276491"/>
            <a:ext cx="278922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Brillantante concentrato per l’asciugatura delle stoviglie.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3684602"/>
            <a:ext cx="11206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LAVAGGIO STOVIGLIE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3869446"/>
            <a:ext cx="908316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VERDELLO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125431"/>
            <a:ext cx="2857896" cy="306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neutro al limone per il lavaggio manuale delle stoviglie.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8659628"/>
            <a:ext cx="11206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LAVAGGIO STOVIGLIE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8844473"/>
            <a:ext cx="1215821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LAWASH PLUS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100457"/>
            <a:ext cx="213190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per lavastoviglie professionali.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8659628"/>
            <a:ext cx="11206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LAVAGGIO STOVIGLIE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8844473"/>
            <a:ext cx="1311936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LAWASH MATIC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100457"/>
            <a:ext cx="264205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per il lavaggio meccanico delle stoviglie.</a:t>
            </a:r>
          </a:p>
        </p:txBody>
      </p: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1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3842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48" name="TextBox 47">
            <a:hlinkClick action="ppaction://hlinksldjump" r:id="rId1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8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112293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d09999db7e1c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53" y="945673"/>
            <a:ext cx="2486471" cy="2516942"/>
          </a:xfrm>
          <a:prstGeom prst="rect">
            <a:avLst/>
          </a:prstGeom>
        </p:spPr>
      </p:pic>
      <p:pic>
        <p:nvPicPr>
          <p:cNvPr id="5" name="Picture 4" descr="svg-02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3825031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503092"/>
          <a:ext cx="3006030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LK020205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LK020110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LK020120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60cf3bc56498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450" y="1146779"/>
            <a:ext cx="1293018" cy="2518946"/>
          </a:xfrm>
          <a:prstGeom prst="rect">
            <a:avLst/>
          </a:prstGeom>
        </p:spPr>
      </p:pic>
      <p:pic>
        <p:nvPicPr>
          <p:cNvPr id="9" name="Picture 8" descr="svg-02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944" y="4229248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LK100607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36545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b0fb7a5741e8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454" y="5895141"/>
            <a:ext cx="1293018" cy="2518946"/>
          </a:xfrm>
          <a:prstGeom prst="rect">
            <a:avLst/>
          </a:prstGeom>
        </p:spPr>
      </p:pic>
      <p:pic>
        <p:nvPicPr>
          <p:cNvPr id="13" name="Picture 12" descr="svg-02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948" y="8902154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LK070607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da6bd301e2f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3902" y="5970950"/>
            <a:ext cx="1014114" cy="2518537"/>
          </a:xfrm>
          <a:prstGeom prst="rect">
            <a:avLst/>
          </a:prstGeom>
        </p:spPr>
      </p:pic>
      <p:pic>
        <p:nvPicPr>
          <p:cNvPr id="17" name="Picture 16" descr="svg-02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944" y="9053214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LK091201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 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3835662"/>
            <a:ext cx="112062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LAVAGGIO STOVIGLIE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020507"/>
            <a:ext cx="935602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BRILLCARE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276491"/>
            <a:ext cx="265187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Brillantante per il lavaggio meccanico delle stoviglie.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4239880"/>
            <a:ext cx="38757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BAGNO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424724"/>
            <a:ext cx="888694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ANTICALC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680708"/>
            <a:ext cx="2946192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Anticalcare pronto all’uso per superfici resistenti agli acidi.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8912785"/>
            <a:ext cx="38757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BAGNO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097630"/>
            <a:ext cx="1196200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BAGNO RAPID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353614"/>
            <a:ext cx="2651870" cy="306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Pulibagno non acido per rubinetterie, sanitari e pareti piastrellate.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9063846"/>
            <a:ext cx="38757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BAGNO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248690"/>
            <a:ext cx="1082763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DEONET WC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504675"/>
            <a:ext cx="276959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Detergente per la pulizia quotidiana dei servizi sanitari.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6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20899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110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77a92b8e650d7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23" y="1045709"/>
            <a:ext cx="2491531" cy="2518978"/>
          </a:xfrm>
          <a:prstGeom prst="rect">
            <a:avLst/>
          </a:prstGeom>
        </p:spPr>
      </p:pic>
      <p:pic>
        <p:nvPicPr>
          <p:cNvPr id="5" name="Picture 4" descr="svg-0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4027140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705201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LK150205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LK150120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314402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d9d376d08af4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119" y="1045709"/>
            <a:ext cx="2491531" cy="2518978"/>
          </a:xfrm>
          <a:prstGeom prst="rect">
            <a:avLst/>
          </a:prstGeom>
        </p:spPr>
      </p:pic>
      <p:pic>
        <p:nvPicPr>
          <p:cNvPr id="9" name="Picture 8" descr="svg-0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44" y="4027140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705201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LK160205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LK160120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20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9948" y="5471963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97f01d322d8d6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012" y="5970572"/>
            <a:ext cx="1891754" cy="2519292"/>
          </a:xfrm>
          <a:prstGeom prst="rect">
            <a:avLst/>
          </a:prstGeom>
        </p:spPr>
      </p:pic>
      <p:pic>
        <p:nvPicPr>
          <p:cNvPr id="13" name="Picture 12" descr="svg-0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9053214"/>
            <a:ext cx="151060" cy="15106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948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LK210110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10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797944" y="5471963"/>
            <a:ext cx="3006030" cy="336545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8342ce1365aa9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3285" y="5895582"/>
            <a:ext cx="1835199" cy="2518064"/>
          </a:xfrm>
          <a:prstGeom prst="rect">
            <a:avLst/>
          </a:prstGeom>
        </p:spPr>
      </p:pic>
      <p:pic>
        <p:nvPicPr>
          <p:cNvPr id="17" name="Picture 16" descr="svg-025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944" y="8902154"/>
            <a:ext cx="151060" cy="15106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797944" y="9731275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LK450205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>
            <a:hlinkClick action="ppaction://hlinksldjump" r:id="rId16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312" y="4037771"/>
            <a:ext cx="6740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LAVANDERIA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4222616"/>
            <a:ext cx="475263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TEXY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4478600"/>
            <a:ext cx="289713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Lavabiancheria liquido per lavaggio a mano e in lavatrice.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9309" y="4037771"/>
            <a:ext cx="6740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LAVANDERIA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7944" y="4222616"/>
            <a:ext cx="785068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MORBYD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7944" y="4478600"/>
            <a:ext cx="2887328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Ammorbidente concentrato e profumato per la biancheria.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312" y="9063846"/>
            <a:ext cx="67408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LAVANDERIA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948" y="9248690"/>
            <a:ext cx="600657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HARRY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948" y="9504675"/>
            <a:ext cx="303448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Lavabiancheria in polvere, attivo anche a basse temperature.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9309" y="8912785"/>
            <a:ext cx="5575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LAVAMANI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097630"/>
            <a:ext cx="927937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SANIGLAM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7944" y="9353614"/>
            <a:ext cx="2877517" cy="3060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Sapone lavamani senza profumo e coloranti, per il settore alimentare.</a:t>
            </a:r>
          </a:p>
        </p:txBody>
      </p:sp>
      <p:sp>
        <p:nvSpPr>
          <p:cNvPr id="40" name="TextBox 39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3" name="TextBox 42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5" name="TextBox 44">
            <a:hlinkClick action="ppaction://hlinksldjump" r:id="rId16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6" name="TextBox 45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948" y="10222473"/>
            <a:ext cx="179561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111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9" name="TextBox 48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1" name="TextBox 50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1010192d1fa6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05" y="1146866"/>
            <a:ext cx="1826567" cy="2518772"/>
          </a:xfrm>
          <a:prstGeom prst="rect">
            <a:avLst/>
          </a:prstGeom>
        </p:spPr>
      </p:pic>
      <p:pic>
        <p:nvPicPr>
          <p:cNvPr id="5" name="Picture 4" descr="svg-02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48" y="4229248"/>
            <a:ext cx="151060" cy="1510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948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LK440205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5 kg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797944" y="647997"/>
            <a:ext cx="3006030" cy="3516510"/>
          </a:xfrm>
          <a:prstGeom prst="roundRect">
            <a:avLst>
              <a:gd name="adj" fmla="val 26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5540a06ffc585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790" y="1146563"/>
            <a:ext cx="1290191" cy="2519380"/>
          </a:xfrm>
          <a:prstGeom prst="rect">
            <a:avLst/>
          </a:prstGeom>
        </p:spPr>
      </p:pic>
      <p:pic>
        <p:nvPicPr>
          <p:cNvPr id="9" name="Picture 8" descr="svg-02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944" y="4229248"/>
            <a:ext cx="151060" cy="1510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97944" y="4907309"/>
          <a:ext cx="3006030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32632"/>
                <a:gridCol w="147339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LK030607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750 ml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5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5589" y="321979"/>
            <a:ext cx="34091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DETERGENTI PROFESSIONALI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312" y="4239880"/>
            <a:ext cx="55758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LAVAMANI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4424724"/>
            <a:ext cx="524317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GLAM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948" y="4680708"/>
            <a:ext cx="1288176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Sapone liquido lavamani.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9309" y="4239880"/>
            <a:ext cx="51833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00" b="0" spc="108">
                <a:solidFill>
                  <a:srgbClr val="3F8562"/>
                </a:solidFill>
                <a:latin typeface="Inter SemiBold"/>
              </a:rPr>
              <a:t>AMBIENTI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7944" y="4424724"/>
            <a:ext cx="765446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350" b="0" spc="-16">
                <a:solidFill>
                  <a:srgbClr val="0A2A39"/>
                </a:solidFill>
                <a:latin typeface="Inter Light"/>
              </a:rPr>
              <a:t>DEODEO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7944" y="4680708"/>
            <a:ext cx="2759788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0A2A39"/>
                </a:solidFill>
                <a:latin typeface="Inter Light"/>
              </a:rPr>
              <a:t>Profumatore pronto all’uso per ambienti e sale d’attesa.</a:t>
            </a:r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7" name="TextBox 26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8" name="TextBox 27">
            <a:hlinkClick action="ppaction://hlinksldjump" r:id="rId11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9" name="TextBox 28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1" name="TextBox 30">
            <a:hlinkClick action="ppaction://hlinksldjump" r:id="rId14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32" name="TextBox 31">
            <a:hlinkClick action="ppaction://hlinksldjump" r:id="rId15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10222473"/>
            <a:ext cx="19918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112</a:t>
            </a:r>
          </a:p>
        </p:txBody>
      </p:sp>
      <p:sp>
        <p:nvSpPr>
          <p:cNvPr id="34" name="TextBox 33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5" name="TextBox 34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7" name="TextBox 36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1f59bc0ed6ff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914411"/>
            <a:ext cx="3095922" cy="178259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804541"/>
          <a:ext cx="2736204" cy="256712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0812"/>
                <a:gridCol w="218539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64204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Eco cuffia microfibra scopa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64170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Eco panno 33 × 33 microfibra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64172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Eco panno microfibra 38 × 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64173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Eco panno microfibra 50 × 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64174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Gold maxi power 33 × 33 microfibra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64176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Gold maxi power 50 × 70 microfibra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Gold shabby chic 38 × 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64448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Gold shabby chic 50 × 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64177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Lusso maxi power 50 × 70 microfibra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64205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Lusso set panni 40 × 40 pesante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50 × 70 blu microfibra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50 × 70 rosso microfibra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006030" cy="2111871"/>
          </a:xfrm>
          <a:prstGeom prst="roundRect">
            <a:avLst>
              <a:gd name="adj" fmla="val 37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8dc67fdecb687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97" y="5726746"/>
            <a:ext cx="2789932" cy="153979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8650188"/>
          <a:ext cx="3006030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73298"/>
                <a:gridCol w="233273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64179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elastico 40 × 40 morbido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64178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elastico 50 × 70 morbido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64202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cotone 50 × 70 pavimenti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64212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cotone morbido 50 × 70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5548758"/>
            <a:ext cx="3006030" cy="2111871"/>
          </a:xfrm>
          <a:prstGeom prst="roundRect">
            <a:avLst>
              <a:gd name="adj" fmla="val 37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71a7926ca00e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2149" y="5656808"/>
            <a:ext cx="2737472" cy="1679674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797944" y="8650188"/>
          <a:ext cx="3006030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70024"/>
                <a:gridCol w="233600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magico 15 × 7 × 3 spugna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64287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magico 30 × 30 PVA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64590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magico 3D PVA 30 × 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64344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magico pelle 43 × 66 × 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2739" y="321979"/>
            <a:ext cx="33502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ACCESSORI PER LA PULIZIA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637197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810880"/>
            <a:ext cx="1875288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Panni in microfibra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1147529"/>
            <a:ext cx="2514519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Panni in microfibra per la pulizia di superfici e pavimenti.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1574963"/>
            <a:ext cx="10429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Microfibra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848" y="7469748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7736150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7898968"/>
            <a:ext cx="165853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Panni per pavimenti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8184271"/>
            <a:ext cx="194549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Panni per il lavaggio dei pavimenti.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8431475"/>
            <a:ext cx="143533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Tessuto per pulizia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9662730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5845" y="7469748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7736150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7898968"/>
            <a:ext cx="895592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Panni PVA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8184271"/>
            <a:ext cx="256357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Panni assorbenti in PVA per asciugare e pulire.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8431475"/>
            <a:ext cx="13372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Panni assorbenti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662730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9" name="TextBox 38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0" name="TextBox 39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1" name="TextBox 40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2" name="TextBox 41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948" y="10222473"/>
            <a:ext cx="20899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47" name="TextBox 46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8" name="TextBox 47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0" name="TextBox 49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85fdb4122f5d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768072"/>
            <a:ext cx="3095922" cy="207512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864072"/>
          <a:ext cx="2736204" cy="11523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4299"/>
                <a:gridCol w="2151905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multiuso 33 × 38,5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multiuso 49 × 61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pelle prestige 40 × 35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64473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scamosciato 38 × 38EXTRA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scamosciato 50 × 60 forato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006030" cy="2141041"/>
          </a:xfrm>
          <a:prstGeom prst="roundRect">
            <a:avLst>
              <a:gd name="adj" fmla="val 3699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2cea860949f6b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82" y="5657453"/>
            <a:ext cx="2430214" cy="170755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8679358"/>
          <a:ext cx="3006030" cy="748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50391"/>
                <a:gridCol w="2255639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64541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set spugna 18 × 20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64410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st rotolo 9 m 30 × 30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64203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st tappetino lavello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5548758"/>
            <a:ext cx="3006030" cy="2509242"/>
          </a:xfrm>
          <a:prstGeom prst="roundRect">
            <a:avLst>
              <a:gd name="adj" fmla="val 3156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6e5397ef24ce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778" y="5657427"/>
            <a:ext cx="2722215" cy="2075955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797944" y="9047559"/>
          <a:ext cx="3006030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4872"/>
                <a:gridCol w="236115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catturapolvere 60 g 21 × 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catturapolvere 40 g 21 × 29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2739" y="321979"/>
            <a:ext cx="33502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ACCESSORI PER LA PULIZIA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637197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810880"/>
            <a:ext cx="1657612" cy="507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Panni multiuso e scamosciati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1376426"/>
            <a:ext cx="2749977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Panni multiuso e scamosciati per superfici e vetri.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1634494"/>
            <a:ext cx="143533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Tessuto per pulizia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848" y="7498918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7765320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7928138"/>
            <a:ext cx="205954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Panni spugna e tappetini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8213442"/>
            <a:ext cx="271073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Panni spugna e tappetini per la cucina e il bagno.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8460645"/>
            <a:ext cx="1553066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Materiale assorbente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9489792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5845" y="7867119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8133521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8296339"/>
            <a:ext cx="1734871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Panni catturapolvere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8581642"/>
            <a:ext cx="179833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spolverare superfici e arredi.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8828846"/>
            <a:ext cx="1543255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Panni per spolverare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655884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9" name="TextBox 38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0" name="TextBox 39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1" name="TextBox 40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2" name="TextBox 41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948" y="10222473"/>
            <a:ext cx="20899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47" name="TextBox 46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8" name="TextBox 47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0" name="TextBox 49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647997"/>
            <a:ext cx="3311872" cy="4531369"/>
          </a:xfrm>
          <a:prstGeom prst="roundRect">
            <a:avLst>
              <a:gd name="adj" fmla="val 2391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301241dfe713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8" y="1921954"/>
            <a:ext cx="3095922" cy="176735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67770" y="1635174"/>
          <a:ext cx="2736204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8792"/>
                <a:gridCol w="2157412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64489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t pavimento 48 × 63 azzurro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t pavimento 48 × 63 verde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64487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t scamosciato 38 × 38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64543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umido polvere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9948" y="5548758"/>
            <a:ext cx="3006030" cy="2111871"/>
          </a:xfrm>
          <a:prstGeom prst="roundRect">
            <a:avLst>
              <a:gd name="adj" fmla="val 37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69572a390367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97" y="6078917"/>
            <a:ext cx="2789932" cy="83545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948" y="8650188"/>
          <a:ext cx="3006030" cy="9502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70024"/>
                <a:gridCol w="2336006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64544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Panno kit spazz+ ASC+2BA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64540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Catturapolvere pol IMAN+5RIC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64598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Ricambio catturapolvere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64542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Catturapolvere polvere asta 360°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7944" y="5548758"/>
            <a:ext cx="3006030" cy="2509242"/>
          </a:xfrm>
          <a:prstGeom prst="roundRect">
            <a:avLst>
              <a:gd name="adj" fmla="val 3156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84980faf68c52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994" y="5731887"/>
            <a:ext cx="2789932" cy="1927035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797944" y="9047559"/>
          <a:ext cx="3006029" cy="54604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89086"/>
                <a:gridCol w="2216943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64547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Catturapolvere colori 70 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64545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Occhiali 40 g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2739" y="321979"/>
            <a:ext cx="33502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ACCESSORI PER LA PULIZIA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848" y="4988485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770" y="637197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7770" y="810880"/>
            <a:ext cx="2428215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700" b="0" spc="-20">
                <a:solidFill>
                  <a:srgbClr val="0A2A39"/>
                </a:solidFill>
                <a:latin typeface="Inter Light"/>
              </a:rPr>
              <a:t>Panni per pulizia intensa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70" y="1147529"/>
            <a:ext cx="283827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Panni per la pulizia intensa di pavimenti e superfici.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7770" y="1405597"/>
            <a:ext cx="13372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Panni per pulizia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7770" y="4923298"/>
            <a:ext cx="2445844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848" y="7469748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7736150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7898968"/>
            <a:ext cx="1867776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Piumini catturapolvere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8184271"/>
            <a:ext cx="179833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spolverare superfici e arredi.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8431475"/>
            <a:ext cx="1396094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Piumino e ricambi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9662730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5845" y="7867119"/>
            <a:ext cx="1342288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60" b="0" spc="67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7944" y="8133521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7944" y="8296339"/>
            <a:ext cx="1614843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400" b="0" spc="-17">
                <a:solidFill>
                  <a:srgbClr val="0A2A39"/>
                </a:solidFill>
                <a:latin typeface="Inter Light"/>
              </a:rPr>
              <a:t>Salviette di servizio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7944" y="8581642"/>
            <a:ext cx="2465466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Salviette per la pulizia di superfici e occhiali.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7944" y="8828846"/>
            <a:ext cx="964421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Salviette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7944" y="9655884"/>
            <a:ext cx="307373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39" name="TextBox 38">
            <a:hlinkClick action="ppaction://hlinksldjump" r:id="rId8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0" name="TextBox 39">
            <a:hlinkClick action="ppaction://hlinksldjump" r:id="rId9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1" name="TextBox 40">
            <a:hlinkClick action="ppaction://hlinksldjump" r:id="rId10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2" name="TextBox 41">
            <a:hlinkClick action="ppaction://hlinksldjump" r:id="rId11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4" name="TextBox 43">
            <a:hlinkClick action="ppaction://hlinksldjump" r:id="rId13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948" y="10222473"/>
            <a:ext cx="19918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47" name="TextBox 46">
            <a:hlinkClick action="ppaction://hlinksldjump" r:id="rId1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8" name="TextBox 47">
            <a:hlinkClick r:id="rId6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0" name="TextBox 49">
            <a:hlinkClick r:id="rId7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873" cy="7379940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4" name="Picture 3" descr="d252e688f14ec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1229248"/>
            <a:ext cx="6263878" cy="52810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87873" y="7667922"/>
          <a:ext cx="3816101" cy="34394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8763"/>
                <a:gridCol w="2757338"/>
              </a:tblGrid>
              <a:tr h="141833"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CODICE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570" b="0" spc="103">
                          <a:solidFill>
                            <a:srgbClr val="566D78"/>
                          </a:solidFill>
                          <a:latin typeface="Inter SemiBold"/>
                        </a:rPr>
                        <a:t>FORMATO E VARIANTE</a:t>
                      </a:r>
                    </a:p>
                  </a:txBody>
                  <a:tcPr marL="0" marR="54000" marT="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0A2A39"/>
                      </a:solidFill>
                    </a:lnB>
                    <a:noFill/>
                  </a:tcPr>
                </a:tc>
              </a:tr>
              <a:tr h="202108">
                <a:tc>
                  <a:txBody>
                    <a:bodyPr wrap="square"/>
                    <a:lstStyle/>
                    <a:p>
                      <a:r>
                        <a:rPr sz="740" b="0" spc="7">
                          <a:solidFill>
                            <a:srgbClr val="0A2A39"/>
                          </a:solidFill>
                          <a:latin typeface="Inter Medium"/>
                        </a:rPr>
                        <a:t>64546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40" b="0">
                          <a:solidFill>
                            <a:srgbClr val="0A2A39"/>
                          </a:solidFill>
                          <a:latin typeface="Inter Light"/>
                        </a:rPr>
                        <a:t>Cancellina</a:t>
                      </a:r>
                    </a:p>
                  </a:txBody>
                  <a:tcPr marL="0" marR="54000" marT="21600" marB="216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DE3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1"/>
          </p:cNvPr>
          <p:cNvSpPr/>
          <p:nvPr/>
        </p:nvSpPr>
        <p:spPr>
          <a:xfrm>
            <a:off x="7236023" y="6659909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2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2739" y="321979"/>
            <a:ext cx="33502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DETERGENZA PROFESSIONALE · ACCESSORI PER LA PULIZIA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7153190"/>
            <a:ext cx="1349799" cy="107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580" b="0" spc="70">
                <a:solidFill>
                  <a:srgbClr val="7F978B"/>
                </a:solidFill>
                <a:latin typeface="Inter Medium"/>
              </a:rPr>
              <a:t>IMMAGINE RAPPRESENTATIVA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7695222"/>
            <a:ext cx="157652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ACCESSORI PER LA PULIZIA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7841074"/>
            <a:ext cx="1533598" cy="7389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500" b="0" spc="-30">
                <a:solidFill>
                  <a:srgbClr val="0A2A39"/>
                </a:solidFill>
                <a:latin typeface="Inter Light"/>
              </a:rPr>
              <a:t>Spugna cancellina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8638197"/>
            <a:ext cx="2033793" cy="333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0A2A39"/>
                </a:solidFill>
                <a:latin typeface="Inter Light"/>
              </a:rPr>
              <a:t>Per rimuovere segni e macchie dalle superfici.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9065632"/>
            <a:ext cx="925178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60" b="0">
                <a:solidFill>
                  <a:srgbClr val="0A2A39"/>
                </a:solidFill>
                <a:latin typeface="Inter Medium"/>
              </a:rPr>
              <a:t>Materiale</a:t>
            </a:r>
            <a:r>
              <a:rPr sz="760" b="0">
                <a:solidFill>
                  <a:srgbClr val="566D78"/>
                </a:solidFill>
                <a:latin typeface="Inter Light"/>
              </a:rPr>
              <a:t> · Spugna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9284409"/>
            <a:ext cx="2141711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Immagine rappresentativa della famiglia: i codici in tabella identificano gli articoli.</a:t>
            </a:r>
          </a:p>
        </p:txBody>
      </p:sp>
      <p:sp>
        <p:nvSpPr>
          <p:cNvPr id="21" name="TextBox 20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3" name="TextBox 22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5" name="TextBox 24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26" name="TextBox 25">
            <a:hlinkClick action="ppaction://hlinksldjump" r:id="rId11"/>
          </p:cNvPr>
          <p:cNvSpPr txBox="1"/>
          <p:nvPr/>
        </p:nvSpPr>
        <p:spPr>
          <a:xfrm>
            <a:off x="7340798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06</a:t>
            </a:r>
          </a:p>
        </p:txBody>
      </p:sp>
      <p:sp>
        <p:nvSpPr>
          <p:cNvPr id="27" name="TextBox 26">
            <a:hlinkClick action="ppaction://hlinksldjump" r:id="rId12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948" y="10222473"/>
            <a:ext cx="20899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116</a:t>
            </a:r>
          </a:p>
        </p:txBody>
      </p:sp>
      <p:sp>
        <p:nvSpPr>
          <p:cNvPr id="29" name="TextBox 28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0" name="TextBox 29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2" name="TextBox 31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71963"/>
            <a:ext cx="7559873" cy="521999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op-personalizzazioni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5687913"/>
            <a:ext cx="6263878" cy="4319141"/>
          </a:xfrm>
          <a:prstGeom prst="rect">
            <a:avLst/>
          </a:prstGeom>
        </p:spPr>
      </p:pic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1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7236023" y="7689502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73B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CFE1D7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1961" y="321979"/>
            <a:ext cx="215627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8FB0A0"/>
                </a:solidFill>
                <a:latin typeface="Inter"/>
              </a:rPr>
              <a:t>PERSONALIZZAZIONI E REALIZZAZIONI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573648"/>
            <a:ext cx="1200339" cy="131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0000"/>
              </a:lnSpc>
            </a:pPr>
            <a:r>
              <a:rPr sz="8400" b="0" spc="-336">
                <a:solidFill>
                  <a:srgbClr val="73B18D"/>
                </a:solidFill>
                <a:latin typeface="Inter Light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1801480"/>
            <a:ext cx="4124095" cy="1068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600" b="0" spc="-43">
                <a:solidFill>
                  <a:srgbClr val="FFFFFF"/>
                </a:solidFill>
                <a:latin typeface="Inter Light"/>
              </a:rPr>
              <a:t>Personalizzazioni e realizzazioni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4496757"/>
            <a:ext cx="2710734" cy="2216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7000"/>
              </a:lnSpc>
            </a:pPr>
            <a:r>
              <a:rPr sz="1300" b="0">
                <a:solidFill>
                  <a:srgbClr val="73B18D"/>
                </a:solidFill>
                <a:latin typeface="Inter Light"/>
              </a:rPr>
              <a:t>Il tuo marchio, nei gesti quotidiani.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4838169"/>
            <a:ext cx="3005057" cy="3594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C9DCD2"/>
                </a:solidFill>
                <a:latin typeface="Inter Light"/>
              </a:rPr>
              <a:t>Supporti, tecniche e realizzazioni per costruire un coordinato riconoscibile.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4428083" y="3672100"/>
            <a:ext cx="1180257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Supporti personalizzabili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6661100" y="3672100"/>
            <a:ext cx="17956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118</a:t>
            </a:r>
          </a:p>
        </p:txBody>
      </p:sp>
      <p:sp>
        <p:nvSpPr>
          <p:cNvPr id="20" name="TextBox 19">
            <a:hlinkClick action="ppaction://hlinksldjump" r:id="rId14"/>
          </p:cNvPr>
          <p:cNvSpPr txBox="1"/>
          <p:nvPr/>
        </p:nvSpPr>
        <p:spPr>
          <a:xfrm>
            <a:off x="4428083" y="3941033"/>
            <a:ext cx="905556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Tecniche e finiture</a:t>
            </a:r>
          </a:p>
        </p:txBody>
      </p:sp>
      <p:sp>
        <p:nvSpPr>
          <p:cNvPr id="21" name="TextBox 20">
            <a:hlinkClick action="ppaction://hlinksldjump" r:id="rId14"/>
          </p:cNvPr>
          <p:cNvSpPr txBox="1"/>
          <p:nvPr/>
        </p:nvSpPr>
        <p:spPr>
          <a:xfrm>
            <a:off x="6661100" y="3941033"/>
            <a:ext cx="17956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119</a:t>
            </a:r>
          </a:p>
        </p:txBody>
      </p:sp>
      <p:sp>
        <p:nvSpPr>
          <p:cNvPr id="22" name="TextBox 21">
            <a:hlinkClick action="ppaction://hlinksldjump" r:id="rId15"/>
          </p:cNvPr>
          <p:cNvSpPr txBox="1"/>
          <p:nvPr/>
        </p:nvSpPr>
        <p:spPr>
          <a:xfrm>
            <a:off x="4428083" y="4209965"/>
            <a:ext cx="513126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Coordinati</a:t>
            </a:r>
          </a:p>
        </p:txBody>
      </p:sp>
      <p:sp>
        <p:nvSpPr>
          <p:cNvPr id="23" name="TextBox 22">
            <a:hlinkClick action="ppaction://hlinksldjump" r:id="rId15"/>
          </p:cNvPr>
          <p:cNvSpPr txBox="1"/>
          <p:nvPr/>
        </p:nvSpPr>
        <p:spPr>
          <a:xfrm>
            <a:off x="6632525" y="4209965"/>
            <a:ext cx="20899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120</a:t>
            </a:r>
          </a:p>
        </p:txBody>
      </p:sp>
      <p:sp>
        <p:nvSpPr>
          <p:cNvPr id="24" name="TextBox 23">
            <a:hlinkClick action="ppaction://hlinksldjump" r:id="rId16"/>
          </p:cNvPr>
          <p:cNvSpPr txBox="1"/>
          <p:nvPr/>
        </p:nvSpPr>
        <p:spPr>
          <a:xfrm>
            <a:off x="4428083" y="4478898"/>
            <a:ext cx="110177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Le nostre realizzazioni</a:t>
            </a:r>
          </a:p>
        </p:txBody>
      </p:sp>
      <p:sp>
        <p:nvSpPr>
          <p:cNvPr id="25" name="TextBox 24">
            <a:hlinkClick action="ppaction://hlinksldjump" r:id="rId16"/>
          </p:cNvPr>
          <p:cNvSpPr txBox="1"/>
          <p:nvPr/>
        </p:nvSpPr>
        <p:spPr>
          <a:xfrm>
            <a:off x="6661100" y="4478898"/>
            <a:ext cx="179561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121</a:t>
            </a:r>
          </a:p>
        </p:txBody>
      </p:sp>
      <p:sp>
        <p:nvSpPr>
          <p:cNvPr id="26" name="TextBox 25">
            <a:hlinkClick action="ppaction://hlinksldjump" r:id="rId17"/>
          </p:cNvPr>
          <p:cNvSpPr txBox="1"/>
          <p:nvPr/>
        </p:nvSpPr>
        <p:spPr>
          <a:xfrm>
            <a:off x="4428083" y="4747830"/>
            <a:ext cx="385587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Dettagli</a:t>
            </a:r>
          </a:p>
        </p:txBody>
      </p:sp>
      <p:sp>
        <p:nvSpPr>
          <p:cNvPr id="27" name="TextBox 26">
            <a:hlinkClick action="ppaction://hlinksldjump" r:id="rId17"/>
          </p:cNvPr>
          <p:cNvSpPr txBox="1"/>
          <p:nvPr/>
        </p:nvSpPr>
        <p:spPr>
          <a:xfrm>
            <a:off x="6632525" y="4747830"/>
            <a:ext cx="20899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123</a:t>
            </a:r>
          </a:p>
        </p:txBody>
      </p:sp>
      <p:sp>
        <p:nvSpPr>
          <p:cNvPr id="28" name="TextBox 27">
            <a:hlinkClick action="ppaction://hlinksldjump" r:id="rId18"/>
          </p:cNvPr>
          <p:cNvSpPr txBox="1"/>
          <p:nvPr/>
        </p:nvSpPr>
        <p:spPr>
          <a:xfrm>
            <a:off x="4428083" y="5016762"/>
            <a:ext cx="807449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E3EEE8"/>
                </a:solidFill>
                <a:latin typeface="Inter Light"/>
              </a:rPr>
              <a:t>Come lavoriamo</a:t>
            </a:r>
          </a:p>
        </p:txBody>
      </p:sp>
      <p:sp>
        <p:nvSpPr>
          <p:cNvPr id="29" name="TextBox 28">
            <a:hlinkClick action="ppaction://hlinksldjump" r:id="rId18"/>
          </p:cNvPr>
          <p:cNvSpPr txBox="1"/>
          <p:nvPr/>
        </p:nvSpPr>
        <p:spPr>
          <a:xfrm>
            <a:off x="6632525" y="5016762"/>
            <a:ext cx="208993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00" b="0">
                <a:solidFill>
                  <a:srgbClr val="73B18D"/>
                </a:solidFill>
                <a:latin typeface="Inter Medium"/>
              </a:rPr>
              <a:t>124</a:t>
            </a:r>
          </a:p>
        </p:txBody>
      </p:sp>
      <p:sp>
        <p:nvSpPr>
          <p:cNvPr id="30" name="TextBox 29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01</a:t>
            </a:r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02</a:t>
            </a:r>
          </a:p>
        </p:txBody>
      </p:sp>
      <p:sp>
        <p:nvSpPr>
          <p:cNvPr id="32" name="TextBox 31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03</a:t>
            </a:r>
          </a:p>
        </p:txBody>
      </p:sp>
      <p:sp>
        <p:nvSpPr>
          <p:cNvPr id="33" name="TextBox 32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04</a:t>
            </a:r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05</a:t>
            </a:r>
          </a:p>
        </p:txBody>
      </p:sp>
      <p:sp>
        <p:nvSpPr>
          <p:cNvPr id="35" name="TextBox 34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B9D3C6"/>
                </a:solidFill>
                <a:latin typeface="Inter Medium"/>
              </a:rPr>
              <a:t>06</a:t>
            </a:r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7340798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948" y="10222473"/>
            <a:ext cx="19918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117</a:t>
            </a:r>
          </a:p>
        </p:txBody>
      </p:sp>
      <p:sp>
        <p:nvSpPr>
          <p:cNvPr id="38" name="TextBox 37">
            <a:hlinkClick action="ppaction://hlinksldjump" r:id="rId19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9" name="TextBox 38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1" name="TextBox 40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25"/>
          </p:cNvPr>
          <p:cNvSpPr/>
          <p:nvPr/>
        </p:nvSpPr>
        <p:spPr>
          <a:xfrm>
            <a:off x="539948" y="2499121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e114ccc584937.jpg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2792864"/>
            <a:ext cx="1137642" cy="492412"/>
          </a:xfrm>
          <a:prstGeom prst="rect">
            <a:avLst/>
          </a:prstGeom>
        </p:spPr>
      </p:pic>
      <p:sp>
        <p:nvSpPr>
          <p:cNvPr id="5" name="Rounded Rectangle 4">
            <a:hlinkClick action="ppaction://hlinksldjump" r:id="rId25"/>
          </p:cNvPr>
          <p:cNvSpPr/>
          <p:nvPr/>
        </p:nvSpPr>
        <p:spPr>
          <a:xfrm>
            <a:off x="1821507" y="2499121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804fd59f8601f5.jpg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930" y="2572320"/>
            <a:ext cx="838795" cy="933350"/>
          </a:xfrm>
          <a:prstGeom prst="rect">
            <a:avLst/>
          </a:prstGeom>
        </p:spPr>
      </p:pic>
      <p:sp>
        <p:nvSpPr>
          <p:cNvPr id="7" name="Rounded Rectangle 6">
            <a:hlinkClick action="ppaction://hlinksldjump" r:id="rId26"/>
          </p:cNvPr>
          <p:cNvSpPr/>
          <p:nvPr/>
        </p:nvSpPr>
        <p:spPr>
          <a:xfrm>
            <a:off x="3103066" y="2499121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4b1251a2c6d88d.jpg">
            <a:hlinkClick action="ppaction://hlinksldjump" r:id="rId2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066" y="2782959"/>
            <a:ext cx="1137642" cy="512221"/>
          </a:xfrm>
          <a:prstGeom prst="rect">
            <a:avLst/>
          </a:prstGeom>
        </p:spPr>
      </p:pic>
      <p:sp>
        <p:nvSpPr>
          <p:cNvPr id="9" name="Rounded Rectangle 8">
            <a:hlinkClick action="ppaction://hlinksldjump" r:id="rId26"/>
          </p:cNvPr>
          <p:cNvSpPr/>
          <p:nvPr/>
        </p:nvSpPr>
        <p:spPr>
          <a:xfrm>
            <a:off x="4384625" y="2499121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eb07138d2d014d.jpg">
            <a:hlinkClick action="ppaction://hlinksldjump" r:id="rId2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654" y="2571234"/>
            <a:ext cx="865435" cy="935523"/>
          </a:xfrm>
          <a:prstGeom prst="rect">
            <a:avLst/>
          </a:prstGeom>
        </p:spPr>
      </p:pic>
      <p:sp>
        <p:nvSpPr>
          <p:cNvPr id="11" name="Rounded Rectangle 10">
            <a:hlinkClick action="ppaction://hlinksldjump" r:id="rId27"/>
          </p:cNvPr>
          <p:cNvSpPr/>
          <p:nvPr/>
        </p:nvSpPr>
        <p:spPr>
          <a:xfrm>
            <a:off x="5666184" y="2499121"/>
            <a:ext cx="1137791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42da65176576a9.jpg">
            <a:hlinkClick action="ppaction://hlinksldjump" r:id="rId2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3840" y="2571184"/>
            <a:ext cx="542478" cy="935623"/>
          </a:xfrm>
          <a:prstGeom prst="rect">
            <a:avLst/>
          </a:prstGeom>
        </p:spPr>
      </p:pic>
      <p:sp>
        <p:nvSpPr>
          <p:cNvPr id="13" name="Rounded Rectangle 12">
            <a:hlinkClick action="ppaction://hlinksldjump" r:id="rId27"/>
          </p:cNvPr>
          <p:cNvSpPr/>
          <p:nvPr/>
        </p:nvSpPr>
        <p:spPr>
          <a:xfrm>
            <a:off x="539948" y="4128194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8da8a0ed25a242.jpg">
            <a:hlinkClick action="ppaction://hlinksldjump" r:id="rId2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948" y="4356773"/>
            <a:ext cx="1137642" cy="622590"/>
          </a:xfrm>
          <a:prstGeom prst="rect">
            <a:avLst/>
          </a:prstGeom>
        </p:spPr>
      </p:pic>
      <p:sp>
        <p:nvSpPr>
          <p:cNvPr id="15" name="Rounded Rectangle 14">
            <a:hlinkClick action="ppaction://hlinksldjump" r:id="rId27"/>
          </p:cNvPr>
          <p:cNvSpPr/>
          <p:nvPr/>
        </p:nvSpPr>
        <p:spPr>
          <a:xfrm>
            <a:off x="1821507" y="4128194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278e20b854a64.jpg">
            <a:hlinkClick action="ppaction://hlinksldjump" r:id="rId27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1507" y="4259139"/>
            <a:ext cx="1137642" cy="817857"/>
          </a:xfrm>
          <a:prstGeom prst="rect">
            <a:avLst/>
          </a:prstGeom>
        </p:spPr>
      </p:pic>
      <p:sp>
        <p:nvSpPr>
          <p:cNvPr id="17" name="Rounded Rectangle 16">
            <a:hlinkClick action="ppaction://hlinksldjump" r:id="rId28"/>
          </p:cNvPr>
          <p:cNvSpPr/>
          <p:nvPr/>
        </p:nvSpPr>
        <p:spPr>
          <a:xfrm>
            <a:off x="3103066" y="4128194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0989444e79b38a.jpg">
            <a:hlinkClick action="ppaction://hlinksldjump" r:id="rId2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3066" y="4286098"/>
            <a:ext cx="1137642" cy="764088"/>
          </a:xfrm>
          <a:prstGeom prst="rect">
            <a:avLst/>
          </a:prstGeom>
        </p:spPr>
      </p:pic>
      <p:sp>
        <p:nvSpPr>
          <p:cNvPr id="19" name="Rounded Rectangle 18">
            <a:hlinkClick action="ppaction://hlinksldjump" r:id="rId28"/>
          </p:cNvPr>
          <p:cNvSpPr/>
          <p:nvPr/>
        </p:nvSpPr>
        <p:spPr>
          <a:xfrm>
            <a:off x="4384625" y="4128194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6b334bf79be4d3.jpg">
            <a:hlinkClick action="ppaction://hlinksldjump" r:id="rId28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4625" y="4266214"/>
            <a:ext cx="1137642" cy="803707"/>
          </a:xfrm>
          <a:prstGeom prst="rect">
            <a:avLst/>
          </a:prstGeom>
        </p:spPr>
      </p:pic>
      <p:sp>
        <p:nvSpPr>
          <p:cNvPr id="21" name="Rounded Rectangle 20">
            <a:hlinkClick action="ppaction://hlinksldjump" r:id="rId28"/>
          </p:cNvPr>
          <p:cNvSpPr/>
          <p:nvPr/>
        </p:nvSpPr>
        <p:spPr>
          <a:xfrm>
            <a:off x="5666184" y="4128194"/>
            <a:ext cx="1137791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01a101e45f4cb4.jpg">
            <a:hlinkClick action="ppaction://hlinksldjump" r:id="rId28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1658" y="4201016"/>
            <a:ext cx="686841" cy="934104"/>
          </a:xfrm>
          <a:prstGeom prst="rect">
            <a:avLst/>
          </a:prstGeom>
        </p:spPr>
      </p:pic>
      <p:sp>
        <p:nvSpPr>
          <p:cNvPr id="23" name="Rounded Rectangle 22">
            <a:hlinkClick action="ppaction://hlinksldjump" r:id="rId29"/>
          </p:cNvPr>
          <p:cNvSpPr/>
          <p:nvPr/>
        </p:nvSpPr>
        <p:spPr>
          <a:xfrm>
            <a:off x="539948" y="5757267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e56c7eb3e0c2c4.jpg">
            <a:hlinkClick action="ppaction://hlinksldjump" r:id="rId29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094" y="5829393"/>
            <a:ext cx="603349" cy="935496"/>
          </a:xfrm>
          <a:prstGeom prst="rect">
            <a:avLst/>
          </a:prstGeom>
        </p:spPr>
      </p:pic>
      <p:sp>
        <p:nvSpPr>
          <p:cNvPr id="25" name="Rounded Rectangle 24">
            <a:hlinkClick action="ppaction://hlinksldjump" r:id="rId29"/>
          </p:cNvPr>
          <p:cNvSpPr/>
          <p:nvPr/>
        </p:nvSpPr>
        <p:spPr>
          <a:xfrm>
            <a:off x="1821507" y="5757267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d5310c9a7b2b5a.jpg">
            <a:hlinkClick action="ppaction://hlinksldjump" r:id="rId29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1507" y="5905192"/>
            <a:ext cx="1137642" cy="783897"/>
          </a:xfrm>
          <a:prstGeom prst="rect">
            <a:avLst/>
          </a:prstGeom>
        </p:spPr>
      </p:pic>
      <p:sp>
        <p:nvSpPr>
          <p:cNvPr id="27" name="Rounded Rectangle 26">
            <a:hlinkClick action="ppaction://hlinksldjump" r:id="rId30"/>
          </p:cNvPr>
          <p:cNvSpPr/>
          <p:nvPr/>
        </p:nvSpPr>
        <p:spPr>
          <a:xfrm>
            <a:off x="3103066" y="5757267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1d08661cd96157.jpg">
            <a:hlinkClick action="ppaction://hlinksldjump" r:id="rId30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65760" y="5830088"/>
            <a:ext cx="412105" cy="934104"/>
          </a:xfrm>
          <a:prstGeom prst="rect">
            <a:avLst/>
          </a:prstGeom>
        </p:spPr>
      </p:pic>
      <p:sp>
        <p:nvSpPr>
          <p:cNvPr id="29" name="Rounded Rectangle 28">
            <a:hlinkClick action="ppaction://hlinksldjump" r:id="rId31"/>
          </p:cNvPr>
          <p:cNvSpPr/>
          <p:nvPr/>
        </p:nvSpPr>
        <p:spPr>
          <a:xfrm>
            <a:off x="4384625" y="5757267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018b17b0e56288.jpg">
            <a:hlinkClick action="ppaction://hlinksldjump" r:id="rId31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6658" y="5829306"/>
            <a:ext cx="993576" cy="935668"/>
          </a:xfrm>
          <a:prstGeom prst="rect">
            <a:avLst/>
          </a:prstGeom>
        </p:spPr>
      </p:pic>
      <p:sp>
        <p:nvSpPr>
          <p:cNvPr id="31" name="Rounded Rectangle 30">
            <a:hlinkClick action="ppaction://hlinksldjump" r:id="rId32"/>
          </p:cNvPr>
          <p:cNvSpPr/>
          <p:nvPr/>
        </p:nvSpPr>
        <p:spPr>
          <a:xfrm>
            <a:off x="5666184" y="5757267"/>
            <a:ext cx="1137791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4175978c346d72.jpg">
            <a:hlinkClick action="ppaction://hlinksldjump" r:id="rId32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1088" y="5830306"/>
            <a:ext cx="287982" cy="933669"/>
          </a:xfrm>
          <a:prstGeom prst="rect">
            <a:avLst/>
          </a:prstGeom>
        </p:spPr>
      </p:pic>
      <p:sp>
        <p:nvSpPr>
          <p:cNvPr id="33" name="Rounded Rectangle 32">
            <a:hlinkClick action="ppaction://hlinksldjump" r:id="rId31"/>
          </p:cNvPr>
          <p:cNvSpPr/>
          <p:nvPr/>
        </p:nvSpPr>
        <p:spPr>
          <a:xfrm>
            <a:off x="539948" y="7386339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67e579c8da7e4e.jpg">
            <a:hlinkClick action="ppaction://hlinksldjump" r:id="rId31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2329" y="7458748"/>
            <a:ext cx="1132879" cy="934930"/>
          </a:xfrm>
          <a:prstGeom prst="rect">
            <a:avLst/>
          </a:prstGeom>
        </p:spPr>
      </p:pic>
      <p:sp>
        <p:nvSpPr>
          <p:cNvPr id="35" name="Rounded Rectangle 34">
            <a:hlinkClick action="ppaction://hlinksldjump" r:id="rId33"/>
          </p:cNvPr>
          <p:cNvSpPr/>
          <p:nvPr/>
        </p:nvSpPr>
        <p:spPr>
          <a:xfrm>
            <a:off x="1821507" y="7386339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49ab5dce216807.jpg">
            <a:hlinkClick action="ppaction://hlinksldjump" r:id="rId33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69727" y="7458957"/>
            <a:ext cx="1041052" cy="934512"/>
          </a:xfrm>
          <a:prstGeom prst="rect">
            <a:avLst/>
          </a:prstGeom>
        </p:spPr>
      </p:pic>
      <p:sp>
        <p:nvSpPr>
          <p:cNvPr id="37" name="Rounded Rectangle 36">
            <a:hlinkClick action="ppaction://hlinksldjump" r:id="rId33"/>
          </p:cNvPr>
          <p:cNvSpPr/>
          <p:nvPr/>
        </p:nvSpPr>
        <p:spPr>
          <a:xfrm>
            <a:off x="3103066" y="7386339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33b2c2bc9c78e1.jpg">
            <a:hlinkClick action="ppaction://hlinksldjump" r:id="rId33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03066" y="7505965"/>
            <a:ext cx="1137642" cy="840496"/>
          </a:xfrm>
          <a:prstGeom prst="rect">
            <a:avLst/>
          </a:prstGeom>
        </p:spPr>
      </p:pic>
      <p:sp>
        <p:nvSpPr>
          <p:cNvPr id="39" name="Rounded Rectangle 38">
            <a:hlinkClick action="ppaction://hlinksldjump" r:id="rId34"/>
          </p:cNvPr>
          <p:cNvSpPr/>
          <p:nvPr/>
        </p:nvSpPr>
        <p:spPr>
          <a:xfrm>
            <a:off x="4384625" y="7386339"/>
            <a:ext cx="1137642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331540ff7be49f.jpg">
            <a:hlinkClick action="ppaction://hlinksldjump" r:id="rId34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19004" y="7458832"/>
            <a:ext cx="1068734" cy="934762"/>
          </a:xfrm>
          <a:prstGeom prst="rect">
            <a:avLst/>
          </a:prstGeom>
        </p:spPr>
      </p:pic>
      <p:sp>
        <p:nvSpPr>
          <p:cNvPr id="41" name="Rounded Rectangle 40">
            <a:hlinkClick action="ppaction://hlinksldjump" r:id="rId35"/>
          </p:cNvPr>
          <p:cNvSpPr/>
          <p:nvPr/>
        </p:nvSpPr>
        <p:spPr>
          <a:xfrm>
            <a:off x="5666184" y="7386339"/>
            <a:ext cx="1137791" cy="1079896"/>
          </a:xfrm>
          <a:prstGeom prst="roundRect">
            <a:avLst>
              <a:gd name="adj" fmla="val 733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4fa2309ab308d9.jpg">
            <a:hlinkClick action="ppaction://hlinksldjump" r:id="rId35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66184" y="7507325"/>
            <a:ext cx="1137791" cy="837776"/>
          </a:xfrm>
          <a:prstGeom prst="rect">
            <a:avLst/>
          </a:prstGeom>
        </p:spPr>
      </p:pic>
      <p:sp>
        <p:nvSpPr>
          <p:cNvPr id="43" name="Rounded Rectangle 42">
            <a:hlinkClick action="ppaction://hlinksldjump" r:id="rId3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>
            <a:hlinkClick action="ppaction://hlinksldjump" r:id="rId3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>
            <a:hlinkClick action="ppaction://hlinksldjump" r:id="rId3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>
            <a:hlinkClick action="ppaction://hlinksldjump" r:id="rId3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>
            <a:hlinkClick action="ppaction://hlinksldjump" r:id="rId4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>
            <a:hlinkClick action="ppaction://hlinksldjump" r:id="rId4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>
            <a:hlinkClick action="ppaction://hlinksldjump" r:id="rId42"/>
          </p:cNvPr>
          <p:cNvSpPr/>
          <p:nvPr/>
        </p:nvSpPr>
        <p:spPr>
          <a:xfrm>
            <a:off x="7236023" y="7689502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65067" y="321979"/>
            <a:ext cx="182347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PERSONALIZZAZIONI · SUPPORTI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948" y="747181"/>
            <a:ext cx="167478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SUPPORTI PERSONALIZZABILI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948" y="901516"/>
            <a:ext cx="3160496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Il tuo marchio,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su ogni supporto.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948" y="1874108"/>
            <a:ext cx="5536230" cy="392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060" b="0">
                <a:solidFill>
                  <a:srgbClr val="0A2A39"/>
                </a:solidFill>
                <a:latin typeface="Inter Light"/>
              </a:rPr>
              <a:t>Questi articoli possono riportare il tuo logo. A essi si aggiungono il packaging stampato su misura (pagina 63) e la collezione di shopper in colori e fantasie (pagina 78).</a:t>
            </a:r>
          </a:p>
        </p:txBody>
      </p:sp>
      <p:sp>
        <p:nvSpPr>
          <p:cNvPr id="55" name="TextBox 54">
            <a:hlinkClick action="ppaction://hlinksldjump" r:id="rId25"/>
          </p:cNvPr>
          <p:cNvSpPr txBox="1"/>
          <p:nvPr/>
        </p:nvSpPr>
        <p:spPr>
          <a:xfrm>
            <a:off x="539948" y="3611378"/>
            <a:ext cx="984042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Tovagliolo soft touch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7</a:t>
            </a:r>
          </a:p>
        </p:txBody>
      </p:sp>
      <p:sp>
        <p:nvSpPr>
          <p:cNvPr id="56" name="TextBox 55">
            <a:hlinkClick action="ppaction://hlinksldjump" r:id="rId25"/>
          </p:cNvPr>
          <p:cNvSpPr txBox="1"/>
          <p:nvPr/>
        </p:nvSpPr>
        <p:spPr>
          <a:xfrm>
            <a:off x="1821507" y="3611378"/>
            <a:ext cx="934989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Pocket portaposate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7</a:t>
            </a:r>
          </a:p>
        </p:txBody>
      </p:sp>
      <p:sp>
        <p:nvSpPr>
          <p:cNvPr id="57" name="TextBox 56">
            <a:hlinkClick action="ppaction://hlinksldjump" r:id="rId26"/>
          </p:cNvPr>
          <p:cNvSpPr txBox="1"/>
          <p:nvPr/>
        </p:nvSpPr>
        <p:spPr>
          <a:xfrm>
            <a:off x="3103066" y="3611378"/>
            <a:ext cx="964421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Tovagliolo da banco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9</a:t>
            </a:r>
          </a:p>
        </p:txBody>
      </p:sp>
      <p:sp>
        <p:nvSpPr>
          <p:cNvPr id="58" name="TextBox 57">
            <a:hlinkClick action="ppaction://hlinksldjump" r:id="rId26"/>
          </p:cNvPr>
          <p:cNvSpPr txBox="1"/>
          <p:nvPr/>
        </p:nvSpPr>
        <p:spPr>
          <a:xfrm>
            <a:off x="4384625" y="3611378"/>
            <a:ext cx="768206" cy="3772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Portatovaglioli e portazucchero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9</a:t>
            </a:r>
          </a:p>
        </p:txBody>
      </p:sp>
      <p:sp>
        <p:nvSpPr>
          <p:cNvPr id="59" name="TextBox 58">
            <a:hlinkClick action="ppaction://hlinksldjump" r:id="rId27"/>
          </p:cNvPr>
          <p:cNvSpPr txBox="1"/>
          <p:nvPr/>
        </p:nvSpPr>
        <p:spPr>
          <a:xfrm>
            <a:off x="5666184" y="3611378"/>
            <a:ext cx="885935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Buste portaposate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11</a:t>
            </a:r>
          </a:p>
        </p:txBody>
      </p:sp>
      <p:sp>
        <p:nvSpPr>
          <p:cNvPr id="60" name="TextBox 59">
            <a:hlinkClick action="ppaction://hlinksldjump" r:id="rId27"/>
          </p:cNvPr>
          <p:cNvSpPr txBox="1"/>
          <p:nvPr/>
        </p:nvSpPr>
        <p:spPr>
          <a:xfrm>
            <a:off x="539948" y="5240451"/>
            <a:ext cx="885935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Tovaglioli in ovatta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11</a:t>
            </a:r>
          </a:p>
        </p:txBody>
      </p:sp>
      <p:sp>
        <p:nvSpPr>
          <p:cNvPr id="61" name="TextBox 60">
            <a:hlinkClick action="ppaction://hlinksldjump" r:id="rId27"/>
          </p:cNvPr>
          <p:cNvSpPr txBox="1"/>
          <p:nvPr/>
        </p:nvSpPr>
        <p:spPr>
          <a:xfrm>
            <a:off x="1821507" y="5240451"/>
            <a:ext cx="915367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Tovagliette in carta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11</a:t>
            </a:r>
          </a:p>
        </p:txBody>
      </p:sp>
      <p:sp>
        <p:nvSpPr>
          <p:cNvPr id="62" name="TextBox 61">
            <a:hlinkClick action="ppaction://hlinksldjump" r:id="rId28"/>
          </p:cNvPr>
          <p:cNvSpPr txBox="1"/>
          <p:nvPr/>
        </p:nvSpPr>
        <p:spPr>
          <a:xfrm>
            <a:off x="3103066" y="5240451"/>
            <a:ext cx="1111582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Tovagliette carta paglia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12</a:t>
            </a:r>
          </a:p>
        </p:txBody>
      </p:sp>
      <p:sp>
        <p:nvSpPr>
          <p:cNvPr id="63" name="TextBox 62">
            <a:hlinkClick action="ppaction://hlinksldjump" r:id="rId28"/>
          </p:cNvPr>
          <p:cNvSpPr txBox="1"/>
          <p:nvPr/>
        </p:nvSpPr>
        <p:spPr>
          <a:xfrm>
            <a:off x="4384625" y="5240451"/>
            <a:ext cx="650477" cy="3772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Sottotazza e sottobicchieri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12</a:t>
            </a:r>
          </a:p>
        </p:txBody>
      </p:sp>
      <p:sp>
        <p:nvSpPr>
          <p:cNvPr id="64" name="TextBox 63">
            <a:hlinkClick action="ppaction://hlinksldjump" r:id="rId28"/>
          </p:cNvPr>
          <p:cNvSpPr txBox="1"/>
          <p:nvPr/>
        </p:nvSpPr>
        <p:spPr>
          <a:xfrm>
            <a:off x="5666184" y="5240451"/>
            <a:ext cx="1052718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Salviettine rinfrescanti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12</a:t>
            </a:r>
          </a:p>
        </p:txBody>
      </p:sp>
      <p:sp>
        <p:nvSpPr>
          <p:cNvPr id="65" name="TextBox 64">
            <a:hlinkClick action="ppaction://hlinksldjump" r:id="rId29"/>
          </p:cNvPr>
          <p:cNvSpPr txBox="1"/>
          <p:nvPr/>
        </p:nvSpPr>
        <p:spPr>
          <a:xfrm>
            <a:off x="539948" y="6869524"/>
            <a:ext cx="1072339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Bicchieri in cartoncino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28</a:t>
            </a:r>
          </a:p>
        </p:txBody>
      </p:sp>
      <p:sp>
        <p:nvSpPr>
          <p:cNvPr id="66" name="TextBox 65">
            <a:hlinkClick action="ppaction://hlinksldjump" r:id="rId29"/>
          </p:cNvPr>
          <p:cNvSpPr txBox="1"/>
          <p:nvPr/>
        </p:nvSpPr>
        <p:spPr>
          <a:xfrm>
            <a:off x="1821507" y="6869524"/>
            <a:ext cx="964421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Bicchieri trasparenti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28</a:t>
            </a:r>
          </a:p>
        </p:txBody>
      </p:sp>
      <p:sp>
        <p:nvSpPr>
          <p:cNvPr id="67" name="TextBox 66">
            <a:hlinkClick action="ppaction://hlinksldjump" r:id="rId30"/>
          </p:cNvPr>
          <p:cNvSpPr txBox="1"/>
          <p:nvPr/>
        </p:nvSpPr>
        <p:spPr>
          <a:xfrm>
            <a:off x="3103066" y="6869524"/>
            <a:ext cx="758395" cy="3772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Coppe gelato in cartoncino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38</a:t>
            </a:r>
          </a:p>
        </p:txBody>
      </p:sp>
      <p:sp>
        <p:nvSpPr>
          <p:cNvPr id="68" name="TextBox 67">
            <a:hlinkClick action="ppaction://hlinksldjump" r:id="rId31"/>
          </p:cNvPr>
          <p:cNvSpPr txBox="1"/>
          <p:nvPr/>
        </p:nvSpPr>
        <p:spPr>
          <a:xfrm>
            <a:off x="4384625" y="6869524"/>
            <a:ext cx="934989" cy="3772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Barattoli gelato con coperchio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30</a:t>
            </a:r>
          </a:p>
        </p:txBody>
      </p:sp>
      <p:sp>
        <p:nvSpPr>
          <p:cNvPr id="69" name="TextBox 68">
            <a:hlinkClick action="ppaction://hlinksldjump" r:id="rId32"/>
          </p:cNvPr>
          <p:cNvSpPr txBox="1"/>
          <p:nvPr/>
        </p:nvSpPr>
        <p:spPr>
          <a:xfrm>
            <a:off x="5666184" y="6869524"/>
            <a:ext cx="934989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Palettine e cucchiai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35</a:t>
            </a:r>
          </a:p>
        </p:txBody>
      </p:sp>
      <p:sp>
        <p:nvSpPr>
          <p:cNvPr id="70" name="TextBox 69">
            <a:hlinkClick action="ppaction://hlinksldjump" r:id="rId31"/>
          </p:cNvPr>
          <p:cNvSpPr txBox="1"/>
          <p:nvPr/>
        </p:nvSpPr>
        <p:spPr>
          <a:xfrm>
            <a:off x="539948" y="8498596"/>
            <a:ext cx="1111582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Bicchieri PP e coperchi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30</a:t>
            </a:r>
          </a:p>
        </p:txBody>
      </p:sp>
      <p:sp>
        <p:nvSpPr>
          <p:cNvPr id="71" name="TextBox 70">
            <a:hlinkClick action="ppaction://hlinksldjump" r:id="rId33"/>
          </p:cNvPr>
          <p:cNvSpPr txBox="1"/>
          <p:nvPr/>
        </p:nvSpPr>
        <p:spPr>
          <a:xfrm>
            <a:off x="1821507" y="8498596"/>
            <a:ext cx="1150825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Contenitori asporto kraft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42</a:t>
            </a:r>
          </a:p>
        </p:txBody>
      </p:sp>
      <p:sp>
        <p:nvSpPr>
          <p:cNvPr id="72" name="TextBox 71">
            <a:hlinkClick action="ppaction://hlinksldjump" r:id="rId33"/>
          </p:cNvPr>
          <p:cNvSpPr txBox="1"/>
          <p:nvPr/>
        </p:nvSpPr>
        <p:spPr>
          <a:xfrm>
            <a:off x="3103066" y="8498596"/>
            <a:ext cx="1042907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Insalatiere da asporto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42</a:t>
            </a:r>
          </a:p>
        </p:txBody>
      </p:sp>
      <p:sp>
        <p:nvSpPr>
          <p:cNvPr id="73" name="TextBox 72">
            <a:hlinkClick action="ppaction://hlinksldjump" r:id="rId34"/>
          </p:cNvPr>
          <p:cNvSpPr txBox="1"/>
          <p:nvPr/>
        </p:nvSpPr>
        <p:spPr>
          <a:xfrm>
            <a:off x="4384625" y="8498596"/>
            <a:ext cx="719152" cy="3772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Scatole pizza personalizzate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43</a:t>
            </a:r>
          </a:p>
        </p:txBody>
      </p:sp>
      <p:sp>
        <p:nvSpPr>
          <p:cNvPr id="74" name="TextBox 73">
            <a:hlinkClick action="ppaction://hlinksldjump" r:id="rId35"/>
          </p:cNvPr>
          <p:cNvSpPr txBox="1"/>
          <p:nvPr/>
        </p:nvSpPr>
        <p:spPr>
          <a:xfrm>
            <a:off x="5666184" y="8498596"/>
            <a:ext cx="562180" cy="25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</a:pPr>
            <a:r>
              <a:rPr sz="760" b="0">
                <a:solidFill>
                  <a:srgbClr val="0A2A39"/>
                </a:solidFill>
                <a:latin typeface="Inter Light"/>
              </a:rPr>
              <a:t>Portakebab</a:t>
            </a:r>
          </a:p>
          <a:p>
            <a:pPr algn="l">
              <a:lnSpc>
                <a:spcPct val="103000"/>
              </a:lnSpc>
            </a:pPr>
            <a:r>
              <a:rPr sz="760" b="0">
                <a:solidFill>
                  <a:srgbClr val="566D78"/>
                </a:solidFill>
                <a:latin typeface="Inter Light"/>
              </a:rPr>
              <a:t>pagina 57</a:t>
            </a:r>
          </a:p>
        </p:txBody>
      </p:sp>
      <p:sp>
        <p:nvSpPr>
          <p:cNvPr id="75" name="TextBox 74">
            <a:hlinkClick action="ppaction://hlinksldjump" r:id="rId3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76" name="TextBox 75">
            <a:hlinkClick action="ppaction://hlinksldjump" r:id="rId3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77" name="TextBox 76">
            <a:hlinkClick action="ppaction://hlinksldjump" r:id="rId3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78" name="TextBox 77">
            <a:hlinkClick action="ppaction://hlinksldjump" r:id="rId3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79" name="TextBox 78">
            <a:hlinkClick action="ppaction://hlinksldjump" r:id="rId4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80" name="TextBox 79">
            <a:hlinkClick action="ppaction://hlinksldjump" r:id="rId4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81" name="TextBox 80">
            <a:hlinkClick action="ppaction://hlinksldjump" r:id="rId42"/>
          </p:cNvPr>
          <p:cNvSpPr txBox="1"/>
          <p:nvPr/>
        </p:nvSpPr>
        <p:spPr>
          <a:xfrm>
            <a:off x="7340798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9948" y="10222473"/>
            <a:ext cx="20899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118</a:t>
            </a:r>
          </a:p>
        </p:txBody>
      </p:sp>
      <p:sp>
        <p:nvSpPr>
          <p:cNvPr id="83" name="TextBox 82">
            <a:hlinkClick action="ppaction://hlinksldjump" r:id="rId4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84" name="TextBox 83">
            <a:hlinkClick r:id="rId2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86" name="TextBox 85">
            <a:hlinkClick r:id="rId2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5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>
            <a:hlinkClick action="ppaction://hlinksldjump" r:id="rId6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>
            <a:hlinkClick action="ppaction://hlinksldjump" r:id="rId7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8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9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10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1"/>
          </p:cNvPr>
          <p:cNvSpPr/>
          <p:nvPr/>
        </p:nvSpPr>
        <p:spPr>
          <a:xfrm>
            <a:off x="7236023" y="7689502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9479" y="321979"/>
            <a:ext cx="249873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PERSONALIZZAZIONI · TECNICHE E FINITURE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948" y="747181"/>
            <a:ext cx="125199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TECNICHE E FINITURE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948" y="901516"/>
            <a:ext cx="2684061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Ogni supporto,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la sua stampa.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48" y="1874108"/>
            <a:ext cx="5447934" cy="392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060" b="0">
                <a:solidFill>
                  <a:srgbClr val="0A2A39"/>
                </a:solidFill>
                <a:latin typeface="Inter Light"/>
              </a:rPr>
              <a:t>Le tecniche disponibili dipendono dal supporto. Qui trovi quelle indicate per ciascuna linea: il nostro staff ti aiuta a scegliere la più adatta al tuo marchio.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2562438"/>
            <a:ext cx="1300899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PACKAGING STAMPATO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2871256"/>
            <a:ext cx="1525013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Offset in quadricromia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3067114"/>
            <a:ext cx="1876821" cy="371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Stampa ad alta definizione per fotografie, sfumature e grafiche complesse; disponibile anche in tinte Pantone.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3623285"/>
            <a:ext cx="1972322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Stampa diffusa da 1 a 3 colori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3819142"/>
            <a:ext cx="1935685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Il marchio ripetuto su tutta la superficie, per le linee pasticceria.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4252679"/>
            <a:ext cx="1572227" cy="3411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Inchiostri ad acqua per alimenti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4596621"/>
            <a:ext cx="1700227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Inchiostri certificati per il contatto con gli alimenti.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948" y="5030157"/>
            <a:ext cx="1440089" cy="3411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Stampa a caldo oro e argento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948" y="5374099"/>
            <a:ext cx="18866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Una finitura metallica che dà luce al marchio.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948" y="5685001"/>
            <a:ext cx="772345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Stampa UV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948" y="5880858"/>
            <a:ext cx="1504012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Brillantezza e profondità su dettagli selezionati.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948" y="6314395"/>
            <a:ext cx="1276832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Fustelle su misura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48" y="6510253"/>
            <a:ext cx="1602120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Forme e dimensioni progettate sul tuo prodotto.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3852" y="2562438"/>
            <a:ext cx="53397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SHOPPER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3852" y="2871256"/>
            <a:ext cx="682362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Serigrafia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3852" y="3067114"/>
            <a:ext cx="1974928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Colori pieni e coprenti, anche oro e argento, su carta bianca, avana e fondi colorati.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3852" y="3500650"/>
            <a:ext cx="865240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Flessografia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3852" y="3696508"/>
            <a:ext cx="19651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Inchiostri opachi ad acqua, dalla resa naturale.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3852" y="4007410"/>
            <a:ext cx="1048272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Stampa a caldo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3852" y="4203268"/>
            <a:ext cx="184738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Foil metallici o colorati, ideali sui fondi scuri.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23852" y="4514170"/>
            <a:ext cx="1066207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Stampa digitale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23852" y="4710028"/>
            <a:ext cx="1729659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Nessun impianto: adatta a grafiche a più colori.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7905" y="2562438"/>
            <a:ext cx="158617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TAVOLA, BEVANDE E CARTA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7905" y="2871256"/>
            <a:ext cx="1444688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Tovaglioli e tovagliati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7905" y="3067114"/>
            <a:ext cx="1739470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Tovagliolo e coordinato soft touch: personalizzazione su bianco e tinte unite.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7905" y="3500650"/>
            <a:ext cx="1208157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Bicchieri e gelato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7905" y="3696508"/>
            <a:ext cx="1827767" cy="371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Bicchieri in cartoncino, bicchieri trasparenti, coppe e barattoli gelato in versione personalizzata.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7905" y="4252679"/>
            <a:ext cx="1134883" cy="193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00" b="0" spc="-13">
                <a:solidFill>
                  <a:srgbClr val="0A2A39"/>
                </a:solidFill>
                <a:latin typeface="Inter"/>
              </a:rPr>
              <a:t>Carte e shopper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7905" y="4448537"/>
            <a:ext cx="1876821" cy="371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Carta politenata, carta vegetale antigrasso e shopper in carta: stampa del marchio su bianco e avana.</a:t>
            </a:r>
          </a:p>
        </p:txBody>
      </p:sp>
      <p:sp>
        <p:nvSpPr>
          <p:cNvPr id="44" name="TextBox 43">
            <a:hlinkClick action="ppaction://hlinksldjump" r:id="rId5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5" name="TextBox 44">
            <a:hlinkClick action="ppaction://hlinksldjump" r:id="rId6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6" name="TextBox 45">
            <a:hlinkClick action="ppaction://hlinksldjump" r:id="rId7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7" name="TextBox 46">
            <a:hlinkClick action="ppaction://hlinksldjump" r:id="rId8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8" name="TextBox 47">
            <a:hlinkClick action="ppaction://hlinksldjump" r:id="rId9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9" name="TextBox 48">
            <a:hlinkClick action="ppaction://hlinksldjump" r:id="rId10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0" name="TextBox 49">
            <a:hlinkClick action="ppaction://hlinksldjump" r:id="rId11"/>
          </p:cNvPr>
          <p:cNvSpPr txBox="1"/>
          <p:nvPr/>
        </p:nvSpPr>
        <p:spPr>
          <a:xfrm>
            <a:off x="7340798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948" y="10222473"/>
            <a:ext cx="208993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119</a:t>
            </a:r>
          </a:p>
        </p:txBody>
      </p:sp>
      <p:sp>
        <p:nvSpPr>
          <p:cNvPr id="52" name="TextBox 51">
            <a:hlinkClick action="ppaction://hlinksldjump" r:id="rId12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3" name="TextBox 52">
            <a:hlinkClick r:id="rId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5" name="TextBox 54">
            <a:hlinkClick r:id="rId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2499121"/>
            <a:ext cx="6264026" cy="3167955"/>
          </a:xfrm>
          <a:prstGeom prst="roundRect">
            <a:avLst>
              <a:gd name="adj" fmla="val 25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7692ae167f2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281" y="2607846"/>
            <a:ext cx="2551211" cy="29505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948" y="6077545"/>
            <a:ext cx="6264026" cy="3167955"/>
          </a:xfrm>
          <a:prstGeom prst="roundRect">
            <a:avLst>
              <a:gd name="adj" fmla="val 25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25eec6434119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265" y="6186900"/>
            <a:ext cx="2623244" cy="2949245"/>
          </a:xfrm>
          <a:prstGeom prst="rect">
            <a:avLst/>
          </a:prstGeom>
        </p:spPr>
      </p:pic>
      <p:sp>
        <p:nvSpPr>
          <p:cNvPr id="7" name="Rounded Rectangle 6">
            <a:hlinkClick action="ppaction://hlinksldjump" r:id="rId7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8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9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0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1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2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3"/>
          </p:cNvPr>
          <p:cNvSpPr/>
          <p:nvPr/>
        </p:nvSpPr>
        <p:spPr>
          <a:xfrm>
            <a:off x="7236023" y="7689502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2015" y="321979"/>
            <a:ext cx="196051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PERSONALIZZAZIONI · COORDINATI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747181"/>
            <a:ext cx="71102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COORDINATI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901516"/>
            <a:ext cx="4054500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Una sola identità,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dal bancone alla porta.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1874108"/>
            <a:ext cx="5477366" cy="392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060" b="0">
                <a:solidFill>
                  <a:srgbClr val="0A2A39"/>
                </a:solidFill>
                <a:latin typeface="Inter Light"/>
              </a:rPr>
              <a:t>Bicchiere, tovagliolo, shopper e confezione con la stessa grafica: il cliente riconosce il tuo locale da ogni dettaglio.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5737686"/>
            <a:ext cx="895746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Identità petrolio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2065" y="5756736"/>
            <a:ext cx="37702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Shopper con maniglia ritorta, porta panino, bicchiere con coperchio e tovagliolo stampato.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9316109"/>
            <a:ext cx="817260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Identità menta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5865" y="9335159"/>
            <a:ext cx="27107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Gli stessi supporti in una variante chiara, con il simbolo in verde.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948" y="9573135"/>
            <a:ext cx="56049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Immagini dimostrative realizzate con il marchio Waste Management: i supporti corrispondono agli articoli personalizzabili del catalogo.</a:t>
            </a:r>
          </a:p>
        </p:txBody>
      </p:sp>
      <p:sp>
        <p:nvSpPr>
          <p:cNvPr id="24" name="TextBox 23">
            <a:hlinkClick action="ppaction://hlinksldjump" r:id="rId7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5" name="TextBox 24">
            <a:hlinkClick action="ppaction://hlinksldjump" r:id="rId8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7" name="TextBox 26">
            <a:hlinkClick action="ppaction://hlinksldjump" r:id="rId10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8" name="TextBox 27">
            <a:hlinkClick action="ppaction://hlinksldjump" r:id="rId11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29" name="TextBox 28">
            <a:hlinkClick action="ppaction://hlinksldjump" r:id="rId12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7340798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120</a:t>
            </a:r>
          </a:p>
        </p:txBody>
      </p:sp>
      <p:sp>
        <p:nvSpPr>
          <p:cNvPr id="32" name="TextBox 31">
            <a:hlinkClick action="ppaction://hlinksldjump" r:id="rId14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5" name="TextBox 34">
            <a:hlinkClick r:id="rId6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1412974"/>
            <a:ext cx="2988022" cy="3671887"/>
          </a:xfrm>
          <a:prstGeom prst="roundRect">
            <a:avLst>
              <a:gd name="adj" fmla="val 26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56bbfedef0006a.jpg"/>
          <p:cNvPicPr>
            <a:picLocks noChangeAspect="1"/>
          </p:cNvPicPr>
          <p:nvPr/>
        </p:nvPicPr>
        <p:blipFill>
          <a:blip r:embed="rId3"/>
          <a:srcRect l="1199" r="1199"/>
          <a:stretch>
            <a:fillRect/>
          </a:stretch>
        </p:blipFill>
        <p:spPr>
          <a:xfrm>
            <a:off x="539948" y="1412974"/>
            <a:ext cx="2988022" cy="36718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5953" y="1412974"/>
            <a:ext cx="2988022" cy="3671887"/>
          </a:xfrm>
          <a:prstGeom prst="roundRect">
            <a:avLst>
              <a:gd name="adj" fmla="val 26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d2e2c70e1a7da.jpg"/>
          <p:cNvPicPr>
            <a:picLocks noChangeAspect="1"/>
          </p:cNvPicPr>
          <p:nvPr/>
        </p:nvPicPr>
        <p:blipFill>
          <a:blip r:embed="rId4"/>
          <a:srcRect l="1199" r="1199"/>
          <a:stretch>
            <a:fillRect/>
          </a:stretch>
        </p:blipFill>
        <p:spPr>
          <a:xfrm>
            <a:off x="3815953" y="1412974"/>
            <a:ext cx="2988022" cy="36718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9948" y="5702647"/>
            <a:ext cx="2988022" cy="3671887"/>
          </a:xfrm>
          <a:prstGeom prst="roundRect">
            <a:avLst>
              <a:gd name="adj" fmla="val 26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13ed8abb12527c.jpg"/>
          <p:cNvPicPr>
            <a:picLocks noChangeAspect="1"/>
          </p:cNvPicPr>
          <p:nvPr/>
        </p:nvPicPr>
        <p:blipFill>
          <a:blip r:embed="rId5"/>
          <a:srcRect l="1199" r="1199"/>
          <a:stretch>
            <a:fillRect/>
          </a:stretch>
        </p:blipFill>
        <p:spPr>
          <a:xfrm>
            <a:off x="539948" y="5702647"/>
            <a:ext cx="2988022" cy="36718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5953" y="5702647"/>
            <a:ext cx="2988022" cy="3671887"/>
          </a:xfrm>
          <a:prstGeom prst="roundRect">
            <a:avLst>
              <a:gd name="adj" fmla="val 26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de20dffa7c643.jpg"/>
          <p:cNvPicPr>
            <a:picLocks noChangeAspect="1"/>
          </p:cNvPicPr>
          <p:nvPr/>
        </p:nvPicPr>
        <p:blipFill>
          <a:blip r:embed="rId6"/>
          <a:srcRect l="1199" r="1199"/>
          <a:stretch>
            <a:fillRect/>
          </a:stretch>
        </p:blipFill>
        <p:spPr>
          <a:xfrm>
            <a:off x="3815953" y="5702647"/>
            <a:ext cx="2988022" cy="3671887"/>
          </a:xfrm>
          <a:prstGeom prst="rect">
            <a:avLst/>
          </a:prstGeom>
        </p:spPr>
      </p:pic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5"/>
          </p:cNvPr>
          <p:cNvSpPr/>
          <p:nvPr/>
        </p:nvSpPr>
        <p:spPr>
          <a:xfrm>
            <a:off x="7236023" y="7689502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0536" y="321979"/>
            <a:ext cx="21268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PERSONALIZZAZIONI · REALIZZAZIONI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747181"/>
            <a:ext cx="1527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LE NOSTRE REALIZZAZIONI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911041"/>
            <a:ext cx="3020846" cy="345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100" b="0" spc="-25">
                <a:solidFill>
                  <a:srgbClr val="0A2A39"/>
                </a:solidFill>
                <a:latin typeface="Inter Light"/>
              </a:rPr>
              <a:t>Progetti veri, </a:t>
            </a:r>
            <a:r>
              <a:rPr sz="2100" b="0" spc="-25">
                <a:solidFill>
                  <a:srgbClr val="3F8562"/>
                </a:solidFill>
                <a:latin typeface="Inter Light"/>
              </a:rPr>
              <a:t>clienti veri.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948" y="5155470"/>
            <a:ext cx="895746" cy="316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50" b="0">
                <a:solidFill>
                  <a:srgbClr val="0A2A39"/>
                </a:solidFill>
                <a:latin typeface="Inter Medium"/>
              </a:rPr>
              <a:t>Grand Hotel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Coordinato da tavola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5953" y="5155470"/>
            <a:ext cx="1307797" cy="316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50" b="0">
                <a:solidFill>
                  <a:srgbClr val="0A2A39"/>
                </a:solidFill>
                <a:latin typeface="Inter Medium"/>
              </a:rPr>
              <a:t>A Sfugliatella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Portatovaglioli e portazucchero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948" y="9445143"/>
            <a:ext cx="1268554" cy="316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50" b="0">
                <a:solidFill>
                  <a:srgbClr val="0A2A39"/>
                </a:solidFill>
                <a:latin typeface="Inter Medium"/>
              </a:rPr>
              <a:t>Puro Burger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Scatola, bicchiere e tovagliolo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5953" y="9445143"/>
            <a:ext cx="1013474" cy="316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50" b="0">
                <a:solidFill>
                  <a:srgbClr val="0A2A39"/>
                </a:solidFill>
                <a:latin typeface="Inter Medium"/>
              </a:rPr>
              <a:t>Puro Burger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Shopper personalizzata</a:t>
            </a:r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7" name="TextBox 26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8" name="TextBox 27">
            <a:hlinkClick action="ppaction://hlinksldjump" r:id="rId11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9" name="TextBox 28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1" name="TextBox 30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2" name="TextBox 31">
            <a:hlinkClick action="ppaction://hlinksldjump" r:id="rId15"/>
          </p:cNvPr>
          <p:cNvSpPr txBox="1"/>
          <p:nvPr/>
        </p:nvSpPr>
        <p:spPr>
          <a:xfrm>
            <a:off x="7340798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48" y="10222473"/>
            <a:ext cx="199182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121</a:t>
            </a:r>
          </a:p>
        </p:txBody>
      </p:sp>
      <p:sp>
        <p:nvSpPr>
          <p:cNvPr id="34" name="TextBox 33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5" name="TextBox 34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7" name="TextBox 36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1058465"/>
            <a:ext cx="2988022" cy="3671887"/>
          </a:xfrm>
          <a:prstGeom prst="roundRect">
            <a:avLst>
              <a:gd name="adj" fmla="val 26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52e129c7b57d81.jpg"/>
          <p:cNvPicPr>
            <a:picLocks noChangeAspect="1"/>
          </p:cNvPicPr>
          <p:nvPr/>
        </p:nvPicPr>
        <p:blipFill>
          <a:blip r:embed="rId3"/>
          <a:srcRect l="1199" r="1199"/>
          <a:stretch>
            <a:fillRect/>
          </a:stretch>
        </p:blipFill>
        <p:spPr>
          <a:xfrm>
            <a:off x="539948" y="1058465"/>
            <a:ext cx="2988022" cy="36718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5953" y="1058465"/>
            <a:ext cx="2988022" cy="3671887"/>
          </a:xfrm>
          <a:prstGeom prst="roundRect">
            <a:avLst>
              <a:gd name="adj" fmla="val 26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7955d7ee0299b.jpg"/>
          <p:cNvPicPr>
            <a:picLocks noChangeAspect="1"/>
          </p:cNvPicPr>
          <p:nvPr/>
        </p:nvPicPr>
        <p:blipFill>
          <a:blip r:embed="rId4"/>
          <a:srcRect l="1199" r="1199"/>
          <a:stretch>
            <a:fillRect/>
          </a:stretch>
        </p:blipFill>
        <p:spPr>
          <a:xfrm>
            <a:off x="3815953" y="1058465"/>
            <a:ext cx="2988022" cy="36718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9948" y="5348138"/>
            <a:ext cx="2988022" cy="3671887"/>
          </a:xfrm>
          <a:prstGeom prst="roundRect">
            <a:avLst>
              <a:gd name="adj" fmla="val 26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fccee327e3b04.jpg"/>
          <p:cNvPicPr>
            <a:picLocks noChangeAspect="1"/>
          </p:cNvPicPr>
          <p:nvPr/>
        </p:nvPicPr>
        <p:blipFill>
          <a:blip r:embed="rId5"/>
          <a:srcRect l="1199" r="1199"/>
          <a:stretch>
            <a:fillRect/>
          </a:stretch>
        </p:blipFill>
        <p:spPr>
          <a:xfrm>
            <a:off x="539948" y="5348138"/>
            <a:ext cx="2988022" cy="36718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815953" y="5348138"/>
            <a:ext cx="2988022" cy="3671887"/>
          </a:xfrm>
          <a:prstGeom prst="roundRect">
            <a:avLst>
              <a:gd name="adj" fmla="val 265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98505d673b0a8a.jpg"/>
          <p:cNvPicPr>
            <a:picLocks noChangeAspect="1"/>
          </p:cNvPicPr>
          <p:nvPr/>
        </p:nvPicPr>
        <p:blipFill>
          <a:blip r:embed="rId6"/>
          <a:srcRect l="1199" r="1199"/>
          <a:stretch>
            <a:fillRect/>
          </a:stretch>
        </p:blipFill>
        <p:spPr>
          <a:xfrm>
            <a:off x="3815953" y="5348138"/>
            <a:ext cx="2988022" cy="3671887"/>
          </a:xfrm>
          <a:prstGeom prst="rect">
            <a:avLst/>
          </a:prstGeom>
        </p:spPr>
      </p:pic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5"/>
          </p:cNvPr>
          <p:cNvSpPr/>
          <p:nvPr/>
        </p:nvSpPr>
        <p:spPr>
          <a:xfrm>
            <a:off x="7236023" y="7689502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0536" y="321979"/>
            <a:ext cx="212684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PERSONALIZZAZIONI · REALIZZAZIONI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48" y="747181"/>
            <a:ext cx="15273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LE NOSTRE REALIZZAZIONI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4800962"/>
            <a:ext cx="1003664" cy="316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50" b="0">
                <a:solidFill>
                  <a:srgbClr val="0A2A39"/>
                </a:solidFill>
                <a:latin typeface="Inter Medium"/>
              </a:rPr>
              <a:t>Lid’Azzurro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Salviettine confezionate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5953" y="4800962"/>
            <a:ext cx="954610" cy="316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50" b="0">
                <a:solidFill>
                  <a:srgbClr val="0A2A39"/>
                </a:solidFill>
                <a:latin typeface="Inter Medium"/>
              </a:rPr>
              <a:t>Mammamia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Bicchiere in cartoncino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948" y="9090635"/>
            <a:ext cx="1464769" cy="316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50" b="0">
                <a:solidFill>
                  <a:srgbClr val="0A2A39"/>
                </a:solidFill>
                <a:latin typeface="Inter Medium"/>
              </a:rPr>
              <a:t>Dolce &amp; Salato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Tappeto d’ingresso personalizzato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5953" y="9090635"/>
            <a:ext cx="1297986" cy="316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50" b="0">
                <a:solidFill>
                  <a:srgbClr val="0A2A39"/>
                </a:solidFill>
                <a:latin typeface="Inter Medium"/>
              </a:rPr>
              <a:t>Lid’Azzurro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Supporto menu personalizzato</a:t>
            </a:r>
          </a:p>
        </p:txBody>
      </p:sp>
      <p:sp>
        <p:nvSpPr>
          <p:cNvPr id="25" name="TextBox 24">
            <a:hlinkClick action="ppaction://hlinksldjump" r:id="rId9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26" name="TextBox 25">
            <a:hlinkClick action="ppaction://hlinksldjump" r:id="rId10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27" name="TextBox 26">
            <a:hlinkClick action="ppaction://hlinksldjump" r:id="rId11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29" name="TextBox 28">
            <a:hlinkClick action="ppaction://hlinksldjump" r:id="rId13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0" name="TextBox 29">
            <a:hlinkClick action="ppaction://hlinksldjump" r:id="rId14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1" name="TextBox 30">
            <a:hlinkClick action="ppaction://hlinksldjump" r:id="rId15"/>
          </p:cNvPr>
          <p:cNvSpPr txBox="1"/>
          <p:nvPr/>
        </p:nvSpPr>
        <p:spPr>
          <a:xfrm>
            <a:off x="7340798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948" y="10222473"/>
            <a:ext cx="21880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122</a:t>
            </a:r>
          </a:p>
        </p:txBody>
      </p:sp>
      <p:sp>
        <p:nvSpPr>
          <p:cNvPr id="33" name="TextBox 32">
            <a:hlinkClick action="ppaction://hlinksldjump" r:id="rId16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34" name="TextBox 33">
            <a:hlinkClick r:id="rId7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36" name="TextBox 35">
            <a:hlinkClick r:id="rId8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1412974"/>
            <a:ext cx="1943992" cy="2375892"/>
          </a:xfrm>
          <a:prstGeom prst="roundRect">
            <a:avLst>
              <a:gd name="adj" fmla="val 40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41b60f32cda6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1628923"/>
            <a:ext cx="1943992" cy="19439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699891" y="1412974"/>
            <a:ext cx="1943992" cy="2375892"/>
          </a:xfrm>
          <a:prstGeom prst="roundRect">
            <a:avLst>
              <a:gd name="adj" fmla="val 40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db96faeeb5dc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891" y="1628923"/>
            <a:ext cx="1943992" cy="19439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59833" y="1412974"/>
            <a:ext cx="1943992" cy="2375892"/>
          </a:xfrm>
          <a:prstGeom prst="roundRect">
            <a:avLst>
              <a:gd name="adj" fmla="val 40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cb0774176735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833" y="1854328"/>
            <a:ext cx="1943992" cy="14930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9948" y="4545508"/>
            <a:ext cx="1943992" cy="2375892"/>
          </a:xfrm>
          <a:prstGeom prst="roundRect">
            <a:avLst>
              <a:gd name="adj" fmla="val 40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c962cbd6e5f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948" y="4761458"/>
            <a:ext cx="1943992" cy="19439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699891" y="4545508"/>
            <a:ext cx="1943992" cy="2375892"/>
          </a:xfrm>
          <a:prstGeom prst="roundRect">
            <a:avLst>
              <a:gd name="adj" fmla="val 40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683b2309e420f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4615" y="4617608"/>
            <a:ext cx="1594395" cy="22315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859833" y="4545508"/>
            <a:ext cx="1943992" cy="2375892"/>
          </a:xfrm>
          <a:prstGeom prst="roundRect">
            <a:avLst>
              <a:gd name="adj" fmla="val 4074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324718d285a28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0033" y="5204966"/>
            <a:ext cx="1943592" cy="1056828"/>
          </a:xfrm>
          <a:prstGeom prst="rect">
            <a:avLst/>
          </a:prstGeom>
        </p:spPr>
      </p:pic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>
            <a:hlinkClick action="ppaction://hlinksldjump" r:id="rId17"/>
          </p:cNvPr>
          <p:cNvSpPr/>
          <p:nvPr/>
        </p:nvSpPr>
        <p:spPr>
          <a:xfrm>
            <a:off x="7236023" y="7689502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067" y="321979"/>
            <a:ext cx="1823475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PERSONALIZZAZIONI · DETTAGLI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948" y="747181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DETTAGLI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948" y="911041"/>
            <a:ext cx="4364612" cy="345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100" b="0" spc="-25">
                <a:solidFill>
                  <a:srgbClr val="0A2A39"/>
                </a:solidFill>
                <a:latin typeface="Inter Light"/>
              </a:rPr>
              <a:t>Texture, chiusure, manici </a:t>
            </a:r>
            <a:r>
              <a:rPr sz="2100" b="0" spc="-25">
                <a:solidFill>
                  <a:srgbClr val="3F8562"/>
                </a:solidFill>
                <a:latin typeface="Inter Light"/>
              </a:rPr>
              <a:t>e finiture.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948" y="3852331"/>
            <a:ext cx="1739470" cy="462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Maniglia ritorta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Shopper in carta avana: maniglia ritorta e rinforzo interno.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9891" y="3852331"/>
            <a:ext cx="1935685" cy="462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Chiusura a scatto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Porta panino in cartoncino avana con linguetta di chiusura.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9833" y="3852331"/>
            <a:ext cx="1906253" cy="462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Coperchio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Coperchio con apertura per bere, abbinato al bicchiere in carta.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6984866"/>
            <a:ext cx="1798335" cy="462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Stampa diffusa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Il marchio ripetuto su tutta la superficie del porta torta.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891" y="6984866"/>
            <a:ext cx="2023982" cy="304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Cordino e kraft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Shopper Gourmet in kraft con manico a cordino.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9833" y="6984866"/>
            <a:ext cx="1719849" cy="4627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80" b="0">
                <a:solidFill>
                  <a:srgbClr val="0A2A39"/>
                </a:solidFill>
                <a:latin typeface="Inter Medium"/>
              </a:rPr>
              <a:t>Venatura del legno</a:t>
            </a:r>
          </a:p>
          <a:p>
            <a:pPr algn="l">
              <a:lnSpc>
                <a:spcPct val="117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Barchette in legno: la finitura naturale del materiale.</a:t>
            </a:r>
          </a:p>
        </p:txBody>
      </p:sp>
      <p:sp>
        <p:nvSpPr>
          <p:cNvPr id="32" name="TextBox 31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3" name="TextBox 32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4" name="TextBox 33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5" name="TextBox 34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6" name="TextBox 35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7" name="TextBox 36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38" name="TextBox 37">
            <a:hlinkClick action="ppaction://hlinksldjump" r:id="rId17"/>
          </p:cNvPr>
          <p:cNvSpPr txBox="1"/>
          <p:nvPr/>
        </p:nvSpPr>
        <p:spPr>
          <a:xfrm>
            <a:off x="7340798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123</a:t>
            </a:r>
          </a:p>
        </p:txBody>
      </p:sp>
      <p:sp>
        <p:nvSpPr>
          <p:cNvPr id="40" name="TextBox 39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1" name="TextBox 40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3" name="TextBox 42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9948" y="5276701"/>
            <a:ext cx="6264026" cy="662880"/>
          </a:xfrm>
          <a:prstGeom prst="roundRect">
            <a:avLst>
              <a:gd name="adj" fmla="val 11947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236023"/>
            <a:ext cx="7559873" cy="3455937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and-processo-st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6839991"/>
            <a:ext cx="6263878" cy="3237011"/>
          </a:xfrm>
          <a:prstGeom prst="rect">
            <a:avLst/>
          </a:prstGeom>
        </p:spPr>
      </p:pic>
      <p:sp>
        <p:nvSpPr>
          <p:cNvPr id="6" name="Rounded Rectangle 5">
            <a:hlinkClick action="ppaction://hlinksldjump" r:id="rId6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7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8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9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>
            <a:hlinkClick action="ppaction://hlinksldjump" r:id="rId10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>
            <a:hlinkClick action="ppaction://hlinksldjump" r:id="rId11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>
            <a:hlinkClick action="ppaction://hlinksldjump" r:id="rId12"/>
          </p:cNvPr>
          <p:cNvSpPr/>
          <p:nvPr/>
        </p:nvSpPr>
        <p:spPr>
          <a:xfrm>
            <a:off x="7236023" y="7689502"/>
            <a:ext cx="323998" cy="971996"/>
          </a:xfrm>
          <a:prstGeom prst="roundRect">
            <a:avLst>
              <a:gd name="adj" fmla="val 17777"/>
            </a:avLst>
          </a:prstGeom>
          <a:solidFill>
            <a:srgbClr val="0A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8285" y="321979"/>
            <a:ext cx="228366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PERSONALIZZAZIONI · COME LAVORIAMO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48" y="747181"/>
            <a:ext cx="105501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COME LAVORIAMO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948" y="901516"/>
            <a:ext cx="3592935" cy="8920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0A2A39"/>
                </a:solidFill>
                <a:latin typeface="Inter Light"/>
              </a:rPr>
              <a:t>Dal logo al prodotto,</a:t>
            </a:r>
          </a:p>
          <a:p>
            <a:pPr algn="l">
              <a:lnSpc>
                <a:spcPct val="88000"/>
              </a:lnSpc>
            </a:pPr>
            <a:r>
              <a:rPr sz="3000" b="0" spc="-36">
                <a:solidFill>
                  <a:srgbClr val="3F8562"/>
                </a:solidFill>
                <a:latin typeface="Inter Light"/>
              </a:rPr>
              <a:t>passo dopo passo.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948" y="2118632"/>
            <a:ext cx="15058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948" y="2274009"/>
            <a:ext cx="1237895" cy="357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Raccontaci la tua attività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948" y="2638191"/>
            <a:ext cx="1258743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Quali prodotti usi, dove e con quale identità visiva.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0864" y="2118632"/>
            <a:ext cx="17021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0864" y="2274009"/>
            <a:ext cx="1188842" cy="357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Scegli supporti e formati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0864" y="2638191"/>
            <a:ext cx="1248933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Partiamo dai codici di questo catalogo.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1928" y="2118632"/>
            <a:ext cx="17021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1928" y="2274009"/>
            <a:ext cx="1206777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Inviaci il marchio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1928" y="2483559"/>
            <a:ext cx="1327418" cy="371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Meglio un file vettoriale; in alternativa una scansione o una foto nitida del logo.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844" y="2118632"/>
            <a:ext cx="18002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2844" y="2274009"/>
            <a:ext cx="1239735" cy="202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1150" b="0" spc="-14">
                <a:solidFill>
                  <a:srgbClr val="0A2A39"/>
                </a:solidFill>
                <a:latin typeface="Inter"/>
              </a:rPr>
              <a:t>Approva la bozza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2844" y="2483559"/>
            <a:ext cx="1307797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0A2A39"/>
                </a:solidFill>
                <a:latin typeface="Inter Light"/>
              </a:rPr>
              <a:t>Ricevi il progetto grafico prima della produzione.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48" y="3315359"/>
            <a:ext cx="102589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PREPARARE I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48" y="3654241"/>
            <a:ext cx="277668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.PDF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1796" y="3654241"/>
            <a:ext cx="2082846" cy="3064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Esportato da Illustrator, Corel Draw o Acrobat con impostazioni di prestampa.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33961" y="3654241"/>
            <a:ext cx="513126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.AI · .CDR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5808" y="3654241"/>
            <a:ext cx="1867010" cy="3064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Pacchetto completo con immagini e font inclusi.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948" y="4146564"/>
            <a:ext cx="385587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Colore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1796" y="4146564"/>
            <a:ext cx="1935685" cy="3064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Profilo CMYK; tinte piatte come colori Pantone.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33961" y="4146564"/>
            <a:ext cx="287479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Testi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5808" y="4146564"/>
            <a:ext cx="1690416" cy="3064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Font allegati oppure convertiti in tracciati.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948" y="4638888"/>
            <a:ext cx="513126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Immagini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1796" y="4638888"/>
            <a:ext cx="964421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300 dpi, in CMYK.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33961" y="4638888"/>
            <a:ext cx="699531" cy="154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Medium"/>
              </a:rPr>
              <a:t>Abbondanza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5808" y="4638888"/>
            <a:ext cx="1876821" cy="3064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Almeno 3 mm per lato; il tracciato di fustella fornito non va modificato.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881" y="5445834"/>
            <a:ext cx="5869796" cy="3064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840" b="0">
                <a:solidFill>
                  <a:srgbClr val="0A2A39"/>
                </a:solidFill>
                <a:latin typeface="Inter Light"/>
              </a:rPr>
              <a:t>Non sono utilizzabili file Xpress, Word, Excel, PowerPoint o Publisher, né file in RGB o RAL. Se non hai un grafico, partiamo anche da una foto del tuo marchio.</a:t>
            </a:r>
          </a:p>
        </p:txBody>
      </p:sp>
      <p:sp>
        <p:nvSpPr>
          <p:cNvPr id="43" name="TextBox 42">
            <a:hlinkClick action="ppaction://hlinksldjump" r:id="rId6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44" name="TextBox 43">
            <a:hlinkClick action="ppaction://hlinksldjump" r:id="rId7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45" name="TextBox 44">
            <a:hlinkClick action="ppaction://hlinksldjump" r:id="rId8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46" name="TextBox 45">
            <a:hlinkClick action="ppaction://hlinksldjump" r:id="rId9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47" name="TextBox 46">
            <a:hlinkClick action="ppaction://hlinksldjump" r:id="rId10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48" name="TextBox 47">
            <a:hlinkClick action="ppaction://hlinksldjump" r:id="rId11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9" name="TextBox 48">
            <a:hlinkClick action="ppaction://hlinksldjump" r:id="rId12"/>
          </p:cNvPr>
          <p:cNvSpPr txBox="1"/>
          <p:nvPr/>
        </p:nvSpPr>
        <p:spPr>
          <a:xfrm>
            <a:off x="7340798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FFFFFF"/>
                </a:solidFill>
                <a:latin typeface="Inter Medium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124</a:t>
            </a:r>
          </a:p>
        </p:txBody>
      </p:sp>
      <p:sp>
        <p:nvSpPr>
          <p:cNvPr id="51" name="TextBox 50">
            <a:hlinkClick action="ppaction://hlinksldjump" r:id="rId1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2" name="TextBox 51">
            <a:hlinkClick r:id="rId4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4" name="TextBox 53">
            <a:hlinkClick r:id="rId5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5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>
            <a:hlinkClick action="ppaction://hlinksldjump" r:id="rId6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>
            <a:hlinkClick action="ppaction://hlinksldjump" r:id="rId7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8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9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10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1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6855" y="321979"/>
            <a:ext cx="10697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INDICE DEI CODICI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948" y="747181"/>
            <a:ext cx="107509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INDICE DEI CODICI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948" y="911041"/>
            <a:ext cx="4204421" cy="345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2100" b="0" spc="-25">
                <a:solidFill>
                  <a:srgbClr val="0A2A39"/>
                </a:solidFill>
                <a:latin typeface="Inter Light"/>
              </a:rPr>
              <a:t>Hai già il codice? </a:t>
            </a:r>
            <a:r>
              <a:rPr sz="2100" b="0" spc="-25">
                <a:solidFill>
                  <a:srgbClr val="3F8562"/>
                </a:solidFill>
                <a:latin typeface="Inter Light"/>
              </a:rPr>
              <a:t>Trova la pagina.</a:t>
            </a:r>
          </a:p>
        </p:txBody>
      </p:sp>
      <p:sp>
        <p:nvSpPr>
          <p:cNvPr id="14" name="TextBox 13">
            <a:hlinkClick action="ppaction://hlinksldjump" r:id="rId12"/>
          </p:cNvPr>
          <p:cNvSpPr txBox="1"/>
          <p:nvPr/>
        </p:nvSpPr>
        <p:spPr>
          <a:xfrm>
            <a:off x="539948" y="1366157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2BC2011CV01</a:t>
            </a:r>
          </a:p>
        </p:txBody>
      </p:sp>
      <p:sp>
        <p:nvSpPr>
          <p:cNvPr id="15" name="TextBox 14">
            <a:hlinkClick action="ppaction://hlinksldjump" r:id="rId12"/>
          </p:cNvPr>
          <p:cNvSpPr txBox="1"/>
          <p:nvPr/>
        </p:nvSpPr>
        <p:spPr>
          <a:xfrm>
            <a:off x="1295697" y="1366157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16" name="TextBox 15">
            <a:hlinkClick action="ppaction://hlinksldjump" r:id="rId12"/>
          </p:cNvPr>
          <p:cNvSpPr txBox="1"/>
          <p:nvPr/>
        </p:nvSpPr>
        <p:spPr>
          <a:xfrm>
            <a:off x="2319661" y="136615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17" name="TextBox 16">
            <a:hlinkClick action="ppaction://hlinksldjump" r:id="rId12"/>
          </p:cNvPr>
          <p:cNvSpPr txBox="1"/>
          <p:nvPr/>
        </p:nvSpPr>
        <p:spPr>
          <a:xfrm>
            <a:off x="539948" y="1492959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2BC2011CV02</a:t>
            </a:r>
          </a:p>
        </p:txBody>
      </p:sp>
      <p:sp>
        <p:nvSpPr>
          <p:cNvPr id="18" name="TextBox 17">
            <a:hlinkClick action="ppaction://hlinksldjump" r:id="rId12"/>
          </p:cNvPr>
          <p:cNvSpPr txBox="1"/>
          <p:nvPr/>
        </p:nvSpPr>
        <p:spPr>
          <a:xfrm>
            <a:off x="1295697" y="1492959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19" name="TextBox 18">
            <a:hlinkClick action="ppaction://hlinksldjump" r:id="rId12"/>
          </p:cNvPr>
          <p:cNvSpPr txBox="1"/>
          <p:nvPr/>
        </p:nvSpPr>
        <p:spPr>
          <a:xfrm>
            <a:off x="2319661" y="149295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20" name="TextBox 19">
            <a:hlinkClick action="ppaction://hlinksldjump" r:id="rId12"/>
          </p:cNvPr>
          <p:cNvSpPr txBox="1"/>
          <p:nvPr/>
        </p:nvSpPr>
        <p:spPr>
          <a:xfrm>
            <a:off x="539948" y="1619760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2BC2011CV03</a:t>
            </a:r>
          </a:p>
        </p:txBody>
      </p:sp>
      <p:sp>
        <p:nvSpPr>
          <p:cNvPr id="21" name="TextBox 20">
            <a:hlinkClick action="ppaction://hlinksldjump" r:id="rId12"/>
          </p:cNvPr>
          <p:cNvSpPr txBox="1"/>
          <p:nvPr/>
        </p:nvSpPr>
        <p:spPr>
          <a:xfrm>
            <a:off x="1295697" y="1619760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22" name="TextBox 21">
            <a:hlinkClick action="ppaction://hlinksldjump" r:id="rId12"/>
          </p:cNvPr>
          <p:cNvSpPr txBox="1"/>
          <p:nvPr/>
        </p:nvSpPr>
        <p:spPr>
          <a:xfrm>
            <a:off x="2319661" y="161976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23" name="TextBox 22">
            <a:hlinkClick action="ppaction://hlinksldjump" r:id="rId12"/>
          </p:cNvPr>
          <p:cNvSpPr txBox="1"/>
          <p:nvPr/>
        </p:nvSpPr>
        <p:spPr>
          <a:xfrm>
            <a:off x="539948" y="1746562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2BC2011CV04</a:t>
            </a:r>
          </a:p>
        </p:txBody>
      </p:sp>
      <p:sp>
        <p:nvSpPr>
          <p:cNvPr id="24" name="TextBox 23">
            <a:hlinkClick action="ppaction://hlinksldjump" r:id="rId12"/>
          </p:cNvPr>
          <p:cNvSpPr txBox="1"/>
          <p:nvPr/>
        </p:nvSpPr>
        <p:spPr>
          <a:xfrm>
            <a:off x="1295697" y="1746562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25" name="TextBox 24">
            <a:hlinkClick action="ppaction://hlinksldjump" r:id="rId12"/>
          </p:cNvPr>
          <p:cNvSpPr txBox="1"/>
          <p:nvPr/>
        </p:nvSpPr>
        <p:spPr>
          <a:xfrm>
            <a:off x="2319661" y="174656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26" name="TextBox 25">
            <a:hlinkClick action="ppaction://hlinksldjump" r:id="rId12"/>
          </p:cNvPr>
          <p:cNvSpPr txBox="1"/>
          <p:nvPr/>
        </p:nvSpPr>
        <p:spPr>
          <a:xfrm>
            <a:off x="539948" y="1873364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2BC2011CV05</a:t>
            </a:r>
          </a:p>
        </p:txBody>
      </p:sp>
      <p:sp>
        <p:nvSpPr>
          <p:cNvPr id="27" name="TextBox 26">
            <a:hlinkClick action="ppaction://hlinksldjump" r:id="rId12"/>
          </p:cNvPr>
          <p:cNvSpPr txBox="1"/>
          <p:nvPr/>
        </p:nvSpPr>
        <p:spPr>
          <a:xfrm>
            <a:off x="1295697" y="1873364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2319661" y="187336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29" name="TextBox 28">
            <a:hlinkClick action="ppaction://hlinksldjump" r:id="rId13"/>
          </p:cNvPr>
          <p:cNvSpPr txBox="1"/>
          <p:nvPr/>
        </p:nvSpPr>
        <p:spPr>
          <a:xfrm>
            <a:off x="539948" y="2000165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7M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1295697" y="2000165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31" name="TextBox 30">
            <a:hlinkClick action="ppaction://hlinksldjump" r:id="rId13"/>
          </p:cNvPr>
          <p:cNvSpPr txBox="1"/>
          <p:nvPr/>
        </p:nvSpPr>
        <p:spPr>
          <a:xfrm>
            <a:off x="2319661" y="200016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32" name="TextBox 31">
            <a:hlinkClick action="ppaction://hlinksldjump" r:id="rId14"/>
          </p:cNvPr>
          <p:cNvSpPr txBox="1"/>
          <p:nvPr/>
        </p:nvSpPr>
        <p:spPr>
          <a:xfrm>
            <a:off x="539948" y="2126967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7M - COP</a:t>
            </a:r>
          </a:p>
        </p:txBody>
      </p:sp>
      <p:sp>
        <p:nvSpPr>
          <p:cNvPr id="33" name="TextBox 32">
            <a:hlinkClick action="ppaction://hlinksldjump" r:id="rId14"/>
          </p:cNvPr>
          <p:cNvSpPr txBox="1"/>
          <p:nvPr/>
        </p:nvSpPr>
        <p:spPr>
          <a:xfrm>
            <a:off x="1295697" y="2126967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34" name="TextBox 33">
            <a:hlinkClick action="ppaction://hlinksldjump" r:id="rId14"/>
          </p:cNvPr>
          <p:cNvSpPr txBox="1"/>
          <p:nvPr/>
        </p:nvSpPr>
        <p:spPr>
          <a:xfrm>
            <a:off x="2319661" y="212696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35" name="TextBox 34">
            <a:hlinkClick action="ppaction://hlinksldjump" r:id="rId13"/>
          </p:cNvPr>
          <p:cNvSpPr txBox="1"/>
          <p:nvPr/>
        </p:nvSpPr>
        <p:spPr>
          <a:xfrm>
            <a:off x="539948" y="2253768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8M</a:t>
            </a:r>
          </a:p>
        </p:txBody>
      </p:sp>
      <p:sp>
        <p:nvSpPr>
          <p:cNvPr id="36" name="TextBox 35">
            <a:hlinkClick action="ppaction://hlinksldjump" r:id="rId13"/>
          </p:cNvPr>
          <p:cNvSpPr txBox="1"/>
          <p:nvPr/>
        </p:nvSpPr>
        <p:spPr>
          <a:xfrm>
            <a:off x="1295697" y="2253768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37" name="TextBox 36">
            <a:hlinkClick action="ppaction://hlinksldjump" r:id="rId13"/>
          </p:cNvPr>
          <p:cNvSpPr txBox="1"/>
          <p:nvPr/>
        </p:nvSpPr>
        <p:spPr>
          <a:xfrm>
            <a:off x="2319661" y="225376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38" name="TextBox 37">
            <a:hlinkClick action="ppaction://hlinksldjump" r:id="rId14"/>
          </p:cNvPr>
          <p:cNvSpPr txBox="1"/>
          <p:nvPr/>
        </p:nvSpPr>
        <p:spPr>
          <a:xfrm>
            <a:off x="539948" y="2380570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8M - COP</a:t>
            </a:r>
          </a:p>
        </p:txBody>
      </p:sp>
      <p:sp>
        <p:nvSpPr>
          <p:cNvPr id="39" name="TextBox 38">
            <a:hlinkClick action="ppaction://hlinksldjump" r:id="rId14"/>
          </p:cNvPr>
          <p:cNvSpPr txBox="1"/>
          <p:nvPr/>
        </p:nvSpPr>
        <p:spPr>
          <a:xfrm>
            <a:off x="1295697" y="2380570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40" name="TextBox 39">
            <a:hlinkClick action="ppaction://hlinksldjump" r:id="rId14"/>
          </p:cNvPr>
          <p:cNvSpPr txBox="1"/>
          <p:nvPr/>
        </p:nvSpPr>
        <p:spPr>
          <a:xfrm>
            <a:off x="2319661" y="238057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41" name="TextBox 40">
            <a:hlinkClick action="ppaction://hlinksldjump" r:id="rId13"/>
          </p:cNvPr>
          <p:cNvSpPr txBox="1"/>
          <p:nvPr/>
        </p:nvSpPr>
        <p:spPr>
          <a:xfrm>
            <a:off x="539948" y="2507371"/>
            <a:ext cx="20899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10M</a:t>
            </a:r>
          </a:p>
        </p:txBody>
      </p:sp>
      <p:sp>
        <p:nvSpPr>
          <p:cNvPr id="42" name="TextBox 41">
            <a:hlinkClick action="ppaction://hlinksldjump" r:id="rId13"/>
          </p:cNvPr>
          <p:cNvSpPr txBox="1"/>
          <p:nvPr/>
        </p:nvSpPr>
        <p:spPr>
          <a:xfrm>
            <a:off x="1295697" y="2507371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2319661" y="250737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44" name="TextBox 43">
            <a:hlinkClick action="ppaction://hlinksldjump" r:id="rId14"/>
          </p:cNvPr>
          <p:cNvSpPr txBox="1"/>
          <p:nvPr/>
        </p:nvSpPr>
        <p:spPr>
          <a:xfrm>
            <a:off x="539948" y="2634173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10M - COP</a:t>
            </a:r>
          </a:p>
        </p:txBody>
      </p:sp>
      <p:sp>
        <p:nvSpPr>
          <p:cNvPr id="45" name="TextBox 44">
            <a:hlinkClick action="ppaction://hlinksldjump" r:id="rId14"/>
          </p:cNvPr>
          <p:cNvSpPr txBox="1"/>
          <p:nvPr/>
        </p:nvSpPr>
        <p:spPr>
          <a:xfrm>
            <a:off x="1295697" y="2634173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46" name="TextBox 45">
            <a:hlinkClick action="ppaction://hlinksldjump" r:id="rId14"/>
          </p:cNvPr>
          <p:cNvSpPr txBox="1"/>
          <p:nvPr/>
        </p:nvSpPr>
        <p:spPr>
          <a:xfrm>
            <a:off x="2319661" y="263417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47" name="TextBox 46">
            <a:hlinkClick action="ppaction://hlinksldjump" r:id="rId13"/>
          </p:cNvPr>
          <p:cNvSpPr txBox="1"/>
          <p:nvPr/>
        </p:nvSpPr>
        <p:spPr>
          <a:xfrm>
            <a:off x="539948" y="2760975"/>
            <a:ext cx="20899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16M</a:t>
            </a:r>
          </a:p>
        </p:txBody>
      </p:sp>
      <p:sp>
        <p:nvSpPr>
          <p:cNvPr id="48" name="TextBox 47">
            <a:hlinkClick action="ppaction://hlinksldjump" r:id="rId13"/>
          </p:cNvPr>
          <p:cNvSpPr txBox="1"/>
          <p:nvPr/>
        </p:nvSpPr>
        <p:spPr>
          <a:xfrm>
            <a:off x="1295697" y="2760975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49" name="TextBox 48">
            <a:hlinkClick action="ppaction://hlinksldjump" r:id="rId13"/>
          </p:cNvPr>
          <p:cNvSpPr txBox="1"/>
          <p:nvPr/>
        </p:nvSpPr>
        <p:spPr>
          <a:xfrm>
            <a:off x="2319661" y="276097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50" name="TextBox 49">
            <a:hlinkClick action="ppaction://hlinksldjump" r:id="rId13"/>
          </p:cNvPr>
          <p:cNvSpPr txBox="1"/>
          <p:nvPr/>
        </p:nvSpPr>
        <p:spPr>
          <a:xfrm>
            <a:off x="539948" y="2887776"/>
            <a:ext cx="21880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20M</a:t>
            </a:r>
          </a:p>
        </p:txBody>
      </p:sp>
      <p:sp>
        <p:nvSpPr>
          <p:cNvPr id="51" name="TextBox 50">
            <a:hlinkClick action="ppaction://hlinksldjump" r:id="rId13"/>
          </p:cNvPr>
          <p:cNvSpPr txBox="1"/>
          <p:nvPr/>
        </p:nvSpPr>
        <p:spPr>
          <a:xfrm>
            <a:off x="1295697" y="2887776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52" name="TextBox 51">
            <a:hlinkClick action="ppaction://hlinksldjump" r:id="rId13"/>
          </p:cNvPr>
          <p:cNvSpPr txBox="1"/>
          <p:nvPr/>
        </p:nvSpPr>
        <p:spPr>
          <a:xfrm>
            <a:off x="2319661" y="288777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53" name="TextBox 52">
            <a:hlinkClick action="ppaction://hlinksldjump" r:id="rId14"/>
          </p:cNvPr>
          <p:cNvSpPr txBox="1"/>
          <p:nvPr/>
        </p:nvSpPr>
        <p:spPr>
          <a:xfrm>
            <a:off x="539948" y="3014578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20M - COP</a:t>
            </a:r>
          </a:p>
        </p:txBody>
      </p:sp>
      <p:sp>
        <p:nvSpPr>
          <p:cNvPr id="54" name="TextBox 53">
            <a:hlinkClick action="ppaction://hlinksldjump" r:id="rId14"/>
          </p:cNvPr>
          <p:cNvSpPr txBox="1"/>
          <p:nvPr/>
        </p:nvSpPr>
        <p:spPr>
          <a:xfrm>
            <a:off x="1295697" y="3014578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55" name="TextBox 54">
            <a:hlinkClick action="ppaction://hlinksldjump" r:id="rId14"/>
          </p:cNvPr>
          <p:cNvSpPr txBox="1"/>
          <p:nvPr/>
        </p:nvSpPr>
        <p:spPr>
          <a:xfrm>
            <a:off x="2319661" y="301457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56" name="TextBox 55">
            <a:hlinkClick action="ppaction://hlinksldjump" r:id="rId15"/>
          </p:cNvPr>
          <p:cNvSpPr txBox="1"/>
          <p:nvPr/>
        </p:nvSpPr>
        <p:spPr>
          <a:xfrm>
            <a:off x="539948" y="3141379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22P102</a:t>
            </a:r>
          </a:p>
        </p:txBody>
      </p:sp>
      <p:sp>
        <p:nvSpPr>
          <p:cNvPr id="57" name="TextBox 56">
            <a:hlinkClick action="ppaction://hlinksldjump" r:id="rId15"/>
          </p:cNvPr>
          <p:cNvSpPr txBox="1"/>
          <p:nvPr/>
        </p:nvSpPr>
        <p:spPr>
          <a:xfrm>
            <a:off x="1295697" y="3141379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Vaschetta porta fritti</a:t>
            </a:r>
          </a:p>
        </p:txBody>
      </p:sp>
      <p:sp>
        <p:nvSpPr>
          <p:cNvPr id="58" name="TextBox 57">
            <a:hlinkClick action="ppaction://hlinksldjump" r:id="rId15"/>
          </p:cNvPr>
          <p:cNvSpPr txBox="1"/>
          <p:nvPr/>
        </p:nvSpPr>
        <p:spPr>
          <a:xfrm>
            <a:off x="2309851" y="314137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59" name="TextBox 58">
            <a:hlinkClick action="ppaction://hlinksldjump" r:id="rId15"/>
          </p:cNvPr>
          <p:cNvSpPr txBox="1"/>
          <p:nvPr/>
        </p:nvSpPr>
        <p:spPr>
          <a:xfrm>
            <a:off x="539948" y="3268181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22P107</a:t>
            </a:r>
          </a:p>
        </p:txBody>
      </p:sp>
      <p:sp>
        <p:nvSpPr>
          <p:cNvPr id="60" name="TextBox 59">
            <a:hlinkClick action="ppaction://hlinksldjump" r:id="rId15"/>
          </p:cNvPr>
          <p:cNvSpPr txBox="1"/>
          <p:nvPr/>
        </p:nvSpPr>
        <p:spPr>
          <a:xfrm>
            <a:off x="1295697" y="3268181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Lunchbox</a:t>
            </a:r>
          </a:p>
        </p:txBody>
      </p:sp>
      <p:sp>
        <p:nvSpPr>
          <p:cNvPr id="61" name="TextBox 60">
            <a:hlinkClick action="ppaction://hlinksldjump" r:id="rId15"/>
          </p:cNvPr>
          <p:cNvSpPr txBox="1"/>
          <p:nvPr/>
        </p:nvSpPr>
        <p:spPr>
          <a:xfrm>
            <a:off x="2309851" y="326818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62" name="TextBox 61">
            <a:hlinkClick action="ppaction://hlinksldjump" r:id="rId15"/>
          </p:cNvPr>
          <p:cNvSpPr txBox="1"/>
          <p:nvPr/>
        </p:nvSpPr>
        <p:spPr>
          <a:xfrm>
            <a:off x="539948" y="339498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22P133</a:t>
            </a:r>
          </a:p>
        </p:txBody>
      </p:sp>
      <p:sp>
        <p:nvSpPr>
          <p:cNvPr id="63" name="TextBox 62">
            <a:hlinkClick action="ppaction://hlinksldjump" r:id="rId15"/>
          </p:cNvPr>
          <p:cNvSpPr txBox="1"/>
          <p:nvPr/>
        </p:nvSpPr>
        <p:spPr>
          <a:xfrm>
            <a:off x="1295697" y="3394982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Lunchbox</a:t>
            </a:r>
          </a:p>
        </p:txBody>
      </p:sp>
      <p:sp>
        <p:nvSpPr>
          <p:cNvPr id="64" name="TextBox 63">
            <a:hlinkClick action="ppaction://hlinksldjump" r:id="rId15"/>
          </p:cNvPr>
          <p:cNvSpPr txBox="1"/>
          <p:nvPr/>
        </p:nvSpPr>
        <p:spPr>
          <a:xfrm>
            <a:off x="2309851" y="339498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65" name="TextBox 64">
            <a:hlinkClick action="ppaction://hlinksldjump" r:id="rId15"/>
          </p:cNvPr>
          <p:cNvSpPr txBox="1"/>
          <p:nvPr/>
        </p:nvSpPr>
        <p:spPr>
          <a:xfrm>
            <a:off x="539948" y="3521784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22P134</a:t>
            </a:r>
          </a:p>
        </p:txBody>
      </p:sp>
      <p:sp>
        <p:nvSpPr>
          <p:cNvPr id="66" name="TextBox 65">
            <a:hlinkClick action="ppaction://hlinksldjump" r:id="rId15"/>
          </p:cNvPr>
          <p:cNvSpPr txBox="1"/>
          <p:nvPr/>
        </p:nvSpPr>
        <p:spPr>
          <a:xfrm>
            <a:off x="1295697" y="3521784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Lunchbox</a:t>
            </a:r>
          </a:p>
        </p:txBody>
      </p:sp>
      <p:sp>
        <p:nvSpPr>
          <p:cNvPr id="67" name="TextBox 66">
            <a:hlinkClick action="ppaction://hlinksldjump" r:id="rId15"/>
          </p:cNvPr>
          <p:cNvSpPr txBox="1"/>
          <p:nvPr/>
        </p:nvSpPr>
        <p:spPr>
          <a:xfrm>
            <a:off x="2309851" y="352178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68" name="TextBox 67">
            <a:hlinkClick action="ppaction://hlinksldjump" r:id="rId15"/>
          </p:cNvPr>
          <p:cNvSpPr txBox="1"/>
          <p:nvPr/>
        </p:nvSpPr>
        <p:spPr>
          <a:xfrm>
            <a:off x="539948" y="364858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22P135</a:t>
            </a:r>
          </a:p>
        </p:txBody>
      </p:sp>
      <p:sp>
        <p:nvSpPr>
          <p:cNvPr id="69" name="TextBox 68">
            <a:hlinkClick action="ppaction://hlinksldjump" r:id="rId15"/>
          </p:cNvPr>
          <p:cNvSpPr txBox="1"/>
          <p:nvPr/>
        </p:nvSpPr>
        <p:spPr>
          <a:xfrm>
            <a:off x="1295697" y="3648585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Lunchbox</a:t>
            </a:r>
          </a:p>
        </p:txBody>
      </p:sp>
      <p:sp>
        <p:nvSpPr>
          <p:cNvPr id="70" name="TextBox 69">
            <a:hlinkClick action="ppaction://hlinksldjump" r:id="rId15"/>
          </p:cNvPr>
          <p:cNvSpPr txBox="1"/>
          <p:nvPr/>
        </p:nvSpPr>
        <p:spPr>
          <a:xfrm>
            <a:off x="2309851" y="364858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71" name="TextBox 70">
            <a:hlinkClick action="ppaction://hlinksldjump" r:id="rId16"/>
          </p:cNvPr>
          <p:cNvSpPr txBox="1"/>
          <p:nvPr/>
        </p:nvSpPr>
        <p:spPr>
          <a:xfrm>
            <a:off x="539948" y="3775387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23P039</a:t>
            </a:r>
          </a:p>
        </p:txBody>
      </p:sp>
      <p:sp>
        <p:nvSpPr>
          <p:cNvPr id="72" name="TextBox 71">
            <a:hlinkClick action="ppaction://hlinksldjump" r:id="rId16"/>
          </p:cNvPr>
          <p:cNvSpPr txBox="1"/>
          <p:nvPr/>
        </p:nvSpPr>
        <p:spPr>
          <a:xfrm>
            <a:off x="1295697" y="3775387"/>
            <a:ext cx="10232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panino a conchiglia</a:t>
            </a:r>
          </a:p>
        </p:txBody>
      </p:sp>
      <p:sp>
        <p:nvSpPr>
          <p:cNvPr id="73" name="TextBox 72">
            <a:hlinkClick action="ppaction://hlinksldjump" r:id="rId16"/>
          </p:cNvPr>
          <p:cNvSpPr txBox="1"/>
          <p:nvPr/>
        </p:nvSpPr>
        <p:spPr>
          <a:xfrm>
            <a:off x="2309851" y="377538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</a:t>
            </a:r>
          </a:p>
        </p:txBody>
      </p:sp>
      <p:sp>
        <p:nvSpPr>
          <p:cNvPr id="74" name="TextBox 73">
            <a:hlinkClick action="ppaction://hlinksldjump" r:id="rId17"/>
          </p:cNvPr>
          <p:cNvSpPr txBox="1"/>
          <p:nvPr/>
        </p:nvSpPr>
        <p:spPr>
          <a:xfrm>
            <a:off x="539948" y="3902189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23P042</a:t>
            </a:r>
          </a:p>
        </p:txBody>
      </p:sp>
      <p:sp>
        <p:nvSpPr>
          <p:cNvPr id="75" name="TextBox 74">
            <a:hlinkClick action="ppaction://hlinksldjump" r:id="rId17"/>
          </p:cNvPr>
          <p:cNvSpPr txBox="1"/>
          <p:nvPr/>
        </p:nvSpPr>
        <p:spPr>
          <a:xfrm>
            <a:off x="1295697" y="3902189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hot dog</a:t>
            </a:r>
          </a:p>
        </p:txBody>
      </p:sp>
      <p:sp>
        <p:nvSpPr>
          <p:cNvPr id="76" name="TextBox 75">
            <a:hlinkClick action="ppaction://hlinksldjump" r:id="rId17"/>
          </p:cNvPr>
          <p:cNvSpPr txBox="1"/>
          <p:nvPr/>
        </p:nvSpPr>
        <p:spPr>
          <a:xfrm>
            <a:off x="2309851" y="390218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66</a:t>
            </a:r>
          </a:p>
        </p:txBody>
      </p:sp>
      <p:sp>
        <p:nvSpPr>
          <p:cNvPr id="77" name="TextBox 76">
            <a:hlinkClick action="ppaction://hlinksldjump" r:id="rId18"/>
          </p:cNvPr>
          <p:cNvSpPr txBox="1"/>
          <p:nvPr/>
        </p:nvSpPr>
        <p:spPr>
          <a:xfrm>
            <a:off x="539948" y="4028990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23P083</a:t>
            </a:r>
          </a:p>
        </p:txBody>
      </p:sp>
      <p:sp>
        <p:nvSpPr>
          <p:cNvPr id="78" name="TextBox 77">
            <a:hlinkClick action="ppaction://hlinksldjump" r:id="rId18"/>
          </p:cNvPr>
          <p:cNvSpPr txBox="1"/>
          <p:nvPr/>
        </p:nvSpPr>
        <p:spPr>
          <a:xfrm>
            <a:off x="1295697" y="4028990"/>
            <a:ext cx="59161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patatine</a:t>
            </a:r>
          </a:p>
        </p:txBody>
      </p:sp>
      <p:sp>
        <p:nvSpPr>
          <p:cNvPr id="79" name="TextBox 78">
            <a:hlinkClick action="ppaction://hlinksldjump" r:id="rId18"/>
          </p:cNvPr>
          <p:cNvSpPr txBox="1"/>
          <p:nvPr/>
        </p:nvSpPr>
        <p:spPr>
          <a:xfrm>
            <a:off x="2319661" y="402899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65</a:t>
            </a:r>
          </a:p>
        </p:txBody>
      </p:sp>
      <p:sp>
        <p:nvSpPr>
          <p:cNvPr id="80" name="TextBox 79">
            <a:hlinkClick action="ppaction://hlinksldjump" r:id="rId15"/>
          </p:cNvPr>
          <p:cNvSpPr txBox="1"/>
          <p:nvPr/>
        </p:nvSpPr>
        <p:spPr>
          <a:xfrm>
            <a:off x="539948" y="415579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23P104</a:t>
            </a:r>
          </a:p>
        </p:txBody>
      </p:sp>
      <p:sp>
        <p:nvSpPr>
          <p:cNvPr id="81" name="TextBox 80">
            <a:hlinkClick action="ppaction://hlinksldjump" r:id="rId15"/>
          </p:cNvPr>
          <p:cNvSpPr txBox="1"/>
          <p:nvPr/>
        </p:nvSpPr>
        <p:spPr>
          <a:xfrm>
            <a:off x="1295697" y="4155792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Vaschetta porta fritti</a:t>
            </a:r>
          </a:p>
        </p:txBody>
      </p:sp>
      <p:sp>
        <p:nvSpPr>
          <p:cNvPr id="82" name="TextBox 81">
            <a:hlinkClick action="ppaction://hlinksldjump" r:id="rId15"/>
          </p:cNvPr>
          <p:cNvSpPr txBox="1"/>
          <p:nvPr/>
        </p:nvSpPr>
        <p:spPr>
          <a:xfrm>
            <a:off x="2309851" y="415579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83" name="TextBox 82">
            <a:hlinkClick action="ppaction://hlinksldjump" r:id="rId16"/>
          </p:cNvPr>
          <p:cNvSpPr txBox="1"/>
          <p:nvPr/>
        </p:nvSpPr>
        <p:spPr>
          <a:xfrm>
            <a:off x="539948" y="4282593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23P170</a:t>
            </a:r>
          </a:p>
        </p:txBody>
      </p:sp>
      <p:sp>
        <p:nvSpPr>
          <p:cNvPr id="84" name="TextBox 83">
            <a:hlinkClick action="ppaction://hlinksldjump" r:id="rId16"/>
          </p:cNvPr>
          <p:cNvSpPr txBox="1"/>
          <p:nvPr/>
        </p:nvSpPr>
        <p:spPr>
          <a:xfrm>
            <a:off x="1295697" y="4282593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panino a scatto</a:t>
            </a:r>
          </a:p>
        </p:txBody>
      </p:sp>
      <p:sp>
        <p:nvSpPr>
          <p:cNvPr id="85" name="TextBox 84">
            <a:hlinkClick action="ppaction://hlinksldjump" r:id="rId16"/>
          </p:cNvPr>
          <p:cNvSpPr txBox="1"/>
          <p:nvPr/>
        </p:nvSpPr>
        <p:spPr>
          <a:xfrm>
            <a:off x="2309851" y="428259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</a:t>
            </a:r>
          </a:p>
        </p:txBody>
      </p:sp>
      <p:sp>
        <p:nvSpPr>
          <p:cNvPr id="86" name="TextBox 85">
            <a:hlinkClick action="ppaction://hlinksldjump" r:id="rId18"/>
          </p:cNvPr>
          <p:cNvSpPr txBox="1"/>
          <p:nvPr/>
        </p:nvSpPr>
        <p:spPr>
          <a:xfrm>
            <a:off x="539948" y="440939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23P175</a:t>
            </a:r>
          </a:p>
        </p:txBody>
      </p:sp>
      <p:sp>
        <p:nvSpPr>
          <p:cNvPr id="87" name="TextBox 86">
            <a:hlinkClick action="ppaction://hlinksldjump" r:id="rId18"/>
          </p:cNvPr>
          <p:cNvSpPr txBox="1"/>
          <p:nvPr/>
        </p:nvSpPr>
        <p:spPr>
          <a:xfrm>
            <a:off x="1295697" y="4409395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porta pollo</a:t>
            </a:r>
          </a:p>
        </p:txBody>
      </p:sp>
      <p:sp>
        <p:nvSpPr>
          <p:cNvPr id="88" name="TextBox 87">
            <a:hlinkClick action="ppaction://hlinksldjump" r:id="rId18"/>
          </p:cNvPr>
          <p:cNvSpPr txBox="1"/>
          <p:nvPr/>
        </p:nvSpPr>
        <p:spPr>
          <a:xfrm>
            <a:off x="2319661" y="440939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65</a:t>
            </a:r>
          </a:p>
        </p:txBody>
      </p:sp>
      <p:sp>
        <p:nvSpPr>
          <p:cNvPr id="89" name="TextBox 88">
            <a:hlinkClick action="ppaction://hlinksldjump" r:id="rId15"/>
          </p:cNvPr>
          <p:cNvSpPr txBox="1"/>
          <p:nvPr/>
        </p:nvSpPr>
        <p:spPr>
          <a:xfrm>
            <a:off x="539948" y="453619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24P014</a:t>
            </a:r>
          </a:p>
        </p:txBody>
      </p:sp>
      <p:sp>
        <p:nvSpPr>
          <p:cNvPr id="90" name="TextBox 89">
            <a:hlinkClick action="ppaction://hlinksldjump" r:id="rId15"/>
          </p:cNvPr>
          <p:cNvSpPr txBox="1"/>
          <p:nvPr/>
        </p:nvSpPr>
        <p:spPr>
          <a:xfrm>
            <a:off x="1295697" y="4536196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Vaschetta porta fritti</a:t>
            </a:r>
          </a:p>
        </p:txBody>
      </p:sp>
      <p:sp>
        <p:nvSpPr>
          <p:cNvPr id="91" name="TextBox 90">
            <a:hlinkClick action="ppaction://hlinksldjump" r:id="rId15"/>
          </p:cNvPr>
          <p:cNvSpPr txBox="1"/>
          <p:nvPr/>
        </p:nvSpPr>
        <p:spPr>
          <a:xfrm>
            <a:off x="2309851" y="453619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92" name="TextBox 91">
            <a:hlinkClick action="ppaction://hlinksldjump" r:id="rId16"/>
          </p:cNvPr>
          <p:cNvSpPr txBox="1"/>
          <p:nvPr/>
        </p:nvSpPr>
        <p:spPr>
          <a:xfrm>
            <a:off x="539948" y="4662998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24P016</a:t>
            </a:r>
          </a:p>
        </p:txBody>
      </p:sp>
      <p:sp>
        <p:nvSpPr>
          <p:cNvPr id="93" name="TextBox 92">
            <a:hlinkClick action="ppaction://hlinksldjump" r:id="rId16"/>
          </p:cNvPr>
          <p:cNvSpPr txBox="1"/>
          <p:nvPr/>
        </p:nvSpPr>
        <p:spPr>
          <a:xfrm>
            <a:off x="1295697" y="4662998"/>
            <a:ext cx="10232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panino a vaschetta</a:t>
            </a:r>
          </a:p>
        </p:txBody>
      </p:sp>
      <p:sp>
        <p:nvSpPr>
          <p:cNvPr id="94" name="TextBox 93">
            <a:hlinkClick action="ppaction://hlinksldjump" r:id="rId16"/>
          </p:cNvPr>
          <p:cNvSpPr txBox="1"/>
          <p:nvPr/>
        </p:nvSpPr>
        <p:spPr>
          <a:xfrm>
            <a:off x="2309851" y="466299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</a:t>
            </a:r>
          </a:p>
        </p:txBody>
      </p:sp>
      <p:sp>
        <p:nvSpPr>
          <p:cNvPr id="95" name="TextBox 94">
            <a:hlinkClick action="ppaction://hlinksldjump" r:id="rId19"/>
          </p:cNvPr>
          <p:cNvSpPr txBox="1"/>
          <p:nvPr/>
        </p:nvSpPr>
        <p:spPr>
          <a:xfrm>
            <a:off x="539948" y="4789799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24P042</a:t>
            </a:r>
          </a:p>
        </p:txBody>
      </p:sp>
      <p:sp>
        <p:nvSpPr>
          <p:cNvPr id="96" name="TextBox 95">
            <a:hlinkClick action="ppaction://hlinksldjump" r:id="rId19"/>
          </p:cNvPr>
          <p:cNvSpPr txBox="1"/>
          <p:nvPr/>
        </p:nvSpPr>
        <p:spPr>
          <a:xfrm>
            <a:off x="1295697" y="4789799"/>
            <a:ext cx="58180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bottiglie</a:t>
            </a:r>
          </a:p>
        </p:txBody>
      </p:sp>
      <p:sp>
        <p:nvSpPr>
          <p:cNvPr id="97" name="TextBox 96">
            <a:hlinkClick action="ppaction://hlinksldjump" r:id="rId19"/>
          </p:cNvPr>
          <p:cNvSpPr txBox="1"/>
          <p:nvPr/>
        </p:nvSpPr>
        <p:spPr>
          <a:xfrm>
            <a:off x="2309851" y="478979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98" name="TextBox 97">
            <a:hlinkClick action="ppaction://hlinksldjump" r:id="rId19"/>
          </p:cNvPr>
          <p:cNvSpPr txBox="1"/>
          <p:nvPr/>
        </p:nvSpPr>
        <p:spPr>
          <a:xfrm>
            <a:off x="539948" y="4916601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24P043</a:t>
            </a:r>
          </a:p>
        </p:txBody>
      </p:sp>
      <p:sp>
        <p:nvSpPr>
          <p:cNvPr id="99" name="TextBox 98">
            <a:hlinkClick action="ppaction://hlinksldjump" r:id="rId19"/>
          </p:cNvPr>
          <p:cNvSpPr txBox="1"/>
          <p:nvPr/>
        </p:nvSpPr>
        <p:spPr>
          <a:xfrm>
            <a:off x="1295697" y="4916601"/>
            <a:ext cx="58180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bottiglie</a:t>
            </a:r>
          </a:p>
        </p:txBody>
      </p:sp>
      <p:sp>
        <p:nvSpPr>
          <p:cNvPr id="100" name="TextBox 99">
            <a:hlinkClick action="ppaction://hlinksldjump" r:id="rId19"/>
          </p:cNvPr>
          <p:cNvSpPr txBox="1"/>
          <p:nvPr/>
        </p:nvSpPr>
        <p:spPr>
          <a:xfrm>
            <a:off x="2309851" y="491660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101" name="TextBox 100">
            <a:hlinkClick action="ppaction://hlinksldjump" r:id="rId19"/>
          </p:cNvPr>
          <p:cNvSpPr txBox="1"/>
          <p:nvPr/>
        </p:nvSpPr>
        <p:spPr>
          <a:xfrm>
            <a:off x="539948" y="5043403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24P044</a:t>
            </a:r>
          </a:p>
        </p:txBody>
      </p:sp>
      <p:sp>
        <p:nvSpPr>
          <p:cNvPr id="102" name="TextBox 101">
            <a:hlinkClick action="ppaction://hlinksldjump" r:id="rId19"/>
          </p:cNvPr>
          <p:cNvSpPr txBox="1"/>
          <p:nvPr/>
        </p:nvSpPr>
        <p:spPr>
          <a:xfrm>
            <a:off x="1295697" y="5043403"/>
            <a:ext cx="58180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bottiglie</a:t>
            </a:r>
          </a:p>
        </p:txBody>
      </p:sp>
      <p:sp>
        <p:nvSpPr>
          <p:cNvPr id="103" name="TextBox 102">
            <a:hlinkClick action="ppaction://hlinksldjump" r:id="rId19"/>
          </p:cNvPr>
          <p:cNvSpPr txBox="1"/>
          <p:nvPr/>
        </p:nvSpPr>
        <p:spPr>
          <a:xfrm>
            <a:off x="2309851" y="504340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104" name="TextBox 103">
            <a:hlinkClick action="ppaction://hlinksldjump" r:id="rId17"/>
          </p:cNvPr>
          <p:cNvSpPr txBox="1"/>
          <p:nvPr/>
        </p:nvSpPr>
        <p:spPr>
          <a:xfrm>
            <a:off x="539948" y="5170204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24P045</a:t>
            </a:r>
          </a:p>
        </p:txBody>
      </p:sp>
      <p:sp>
        <p:nvSpPr>
          <p:cNvPr id="105" name="TextBox 104">
            <a:hlinkClick action="ppaction://hlinksldjump" r:id="rId17"/>
          </p:cNvPr>
          <p:cNvSpPr txBox="1"/>
          <p:nvPr/>
        </p:nvSpPr>
        <p:spPr>
          <a:xfrm>
            <a:off x="1295697" y="5170204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hot dog</a:t>
            </a:r>
          </a:p>
        </p:txBody>
      </p:sp>
      <p:sp>
        <p:nvSpPr>
          <p:cNvPr id="106" name="TextBox 105">
            <a:hlinkClick action="ppaction://hlinksldjump" r:id="rId17"/>
          </p:cNvPr>
          <p:cNvSpPr txBox="1"/>
          <p:nvPr/>
        </p:nvSpPr>
        <p:spPr>
          <a:xfrm>
            <a:off x="2309851" y="517020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66</a:t>
            </a:r>
          </a:p>
        </p:txBody>
      </p:sp>
      <p:sp>
        <p:nvSpPr>
          <p:cNvPr id="107" name="TextBox 106">
            <a:hlinkClick action="ppaction://hlinksldjump" r:id="rId17"/>
          </p:cNvPr>
          <p:cNvSpPr txBox="1"/>
          <p:nvPr/>
        </p:nvSpPr>
        <p:spPr>
          <a:xfrm>
            <a:off x="539948" y="5297006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24P047</a:t>
            </a:r>
          </a:p>
        </p:txBody>
      </p:sp>
      <p:sp>
        <p:nvSpPr>
          <p:cNvPr id="108" name="TextBox 107">
            <a:hlinkClick action="ppaction://hlinksldjump" r:id="rId17"/>
          </p:cNvPr>
          <p:cNvSpPr txBox="1"/>
          <p:nvPr/>
        </p:nvSpPr>
        <p:spPr>
          <a:xfrm>
            <a:off x="1295697" y="5297006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hot dog con coperchio</a:t>
            </a:r>
          </a:p>
        </p:txBody>
      </p:sp>
      <p:sp>
        <p:nvSpPr>
          <p:cNvPr id="109" name="TextBox 108">
            <a:hlinkClick action="ppaction://hlinksldjump" r:id="rId17"/>
          </p:cNvPr>
          <p:cNvSpPr txBox="1"/>
          <p:nvPr/>
        </p:nvSpPr>
        <p:spPr>
          <a:xfrm>
            <a:off x="2309851" y="529700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66</a:t>
            </a:r>
          </a:p>
        </p:txBody>
      </p:sp>
      <p:sp>
        <p:nvSpPr>
          <p:cNvPr id="110" name="TextBox 109">
            <a:hlinkClick action="ppaction://hlinksldjump" r:id="rId20"/>
          </p:cNvPr>
          <p:cNvSpPr txBox="1"/>
          <p:nvPr/>
        </p:nvSpPr>
        <p:spPr>
          <a:xfrm>
            <a:off x="539948" y="5423807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24P048</a:t>
            </a:r>
          </a:p>
        </p:txBody>
      </p:sp>
      <p:sp>
        <p:nvSpPr>
          <p:cNvPr id="111" name="TextBox 110">
            <a:hlinkClick action="ppaction://hlinksldjump" r:id="rId20"/>
          </p:cNvPr>
          <p:cNvSpPr txBox="1"/>
          <p:nvPr/>
        </p:nvSpPr>
        <p:spPr>
          <a:xfrm>
            <a:off x="1295697" y="5423807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porta piadina</a:t>
            </a:r>
          </a:p>
        </p:txBody>
      </p:sp>
      <p:sp>
        <p:nvSpPr>
          <p:cNvPr id="112" name="TextBox 111">
            <a:hlinkClick action="ppaction://hlinksldjump" r:id="rId20"/>
          </p:cNvPr>
          <p:cNvSpPr txBox="1"/>
          <p:nvPr/>
        </p:nvSpPr>
        <p:spPr>
          <a:xfrm>
            <a:off x="2309851" y="542380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</a:t>
            </a:r>
          </a:p>
        </p:txBody>
      </p:sp>
      <p:sp>
        <p:nvSpPr>
          <p:cNvPr id="113" name="TextBox 112">
            <a:hlinkClick action="ppaction://hlinksldjump" r:id="rId13"/>
          </p:cNvPr>
          <p:cNvSpPr txBox="1"/>
          <p:nvPr/>
        </p:nvSpPr>
        <p:spPr>
          <a:xfrm>
            <a:off x="539948" y="5550609"/>
            <a:ext cx="20899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25M</a:t>
            </a:r>
          </a:p>
        </p:txBody>
      </p:sp>
      <p:sp>
        <p:nvSpPr>
          <p:cNvPr id="114" name="TextBox 113">
            <a:hlinkClick action="ppaction://hlinksldjump" r:id="rId13"/>
          </p:cNvPr>
          <p:cNvSpPr txBox="1"/>
          <p:nvPr/>
        </p:nvSpPr>
        <p:spPr>
          <a:xfrm>
            <a:off x="1295697" y="5550609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115" name="TextBox 114">
            <a:hlinkClick action="ppaction://hlinksldjump" r:id="rId13"/>
          </p:cNvPr>
          <p:cNvSpPr txBox="1"/>
          <p:nvPr/>
        </p:nvSpPr>
        <p:spPr>
          <a:xfrm>
            <a:off x="2319661" y="555060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116" name="TextBox 115">
            <a:hlinkClick action="ppaction://hlinksldjump" r:id="rId14"/>
          </p:cNvPr>
          <p:cNvSpPr txBox="1"/>
          <p:nvPr/>
        </p:nvSpPr>
        <p:spPr>
          <a:xfrm>
            <a:off x="539948" y="5677410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25M - COP</a:t>
            </a:r>
          </a:p>
        </p:txBody>
      </p:sp>
      <p:sp>
        <p:nvSpPr>
          <p:cNvPr id="117" name="TextBox 116">
            <a:hlinkClick action="ppaction://hlinksldjump" r:id="rId14"/>
          </p:cNvPr>
          <p:cNvSpPr txBox="1"/>
          <p:nvPr/>
        </p:nvSpPr>
        <p:spPr>
          <a:xfrm>
            <a:off x="1295697" y="5677410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118" name="TextBox 117">
            <a:hlinkClick action="ppaction://hlinksldjump" r:id="rId14"/>
          </p:cNvPr>
          <p:cNvSpPr txBox="1"/>
          <p:nvPr/>
        </p:nvSpPr>
        <p:spPr>
          <a:xfrm>
            <a:off x="2319661" y="567741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119" name="TextBox 118">
            <a:hlinkClick action="ppaction://hlinksldjump" r:id="rId13"/>
          </p:cNvPr>
          <p:cNvSpPr txBox="1"/>
          <p:nvPr/>
        </p:nvSpPr>
        <p:spPr>
          <a:xfrm>
            <a:off x="539948" y="5804212"/>
            <a:ext cx="21880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37M</a:t>
            </a:r>
          </a:p>
        </p:txBody>
      </p:sp>
      <p:sp>
        <p:nvSpPr>
          <p:cNvPr id="120" name="TextBox 119">
            <a:hlinkClick action="ppaction://hlinksldjump" r:id="rId13"/>
          </p:cNvPr>
          <p:cNvSpPr txBox="1"/>
          <p:nvPr/>
        </p:nvSpPr>
        <p:spPr>
          <a:xfrm>
            <a:off x="1295697" y="5804212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121" name="TextBox 120">
            <a:hlinkClick action="ppaction://hlinksldjump" r:id="rId13"/>
          </p:cNvPr>
          <p:cNvSpPr txBox="1"/>
          <p:nvPr/>
        </p:nvSpPr>
        <p:spPr>
          <a:xfrm>
            <a:off x="2319661" y="580421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122" name="TextBox 121">
            <a:hlinkClick action="ppaction://hlinksldjump" r:id="rId14"/>
          </p:cNvPr>
          <p:cNvSpPr txBox="1"/>
          <p:nvPr/>
        </p:nvSpPr>
        <p:spPr>
          <a:xfrm>
            <a:off x="539948" y="5931014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37M - COP</a:t>
            </a:r>
          </a:p>
        </p:txBody>
      </p:sp>
      <p:sp>
        <p:nvSpPr>
          <p:cNvPr id="123" name="TextBox 122">
            <a:hlinkClick action="ppaction://hlinksldjump" r:id="rId14"/>
          </p:cNvPr>
          <p:cNvSpPr txBox="1"/>
          <p:nvPr/>
        </p:nvSpPr>
        <p:spPr>
          <a:xfrm>
            <a:off x="1295697" y="5931014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124" name="TextBox 123">
            <a:hlinkClick action="ppaction://hlinksldjump" r:id="rId14"/>
          </p:cNvPr>
          <p:cNvSpPr txBox="1"/>
          <p:nvPr/>
        </p:nvSpPr>
        <p:spPr>
          <a:xfrm>
            <a:off x="2319661" y="593101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125" name="TextBox 124">
            <a:hlinkClick action="ppaction://hlinksldjump" r:id="rId21"/>
          </p:cNvPr>
          <p:cNvSpPr txBox="1"/>
          <p:nvPr/>
        </p:nvSpPr>
        <p:spPr>
          <a:xfrm>
            <a:off x="539948" y="6057815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42-01</a:t>
            </a:r>
          </a:p>
        </p:txBody>
      </p:sp>
      <p:sp>
        <p:nvSpPr>
          <p:cNvPr id="126" name="TextBox 125">
            <a:hlinkClick action="ppaction://hlinksldjump" r:id="rId21"/>
          </p:cNvPr>
          <p:cNvSpPr txBox="1"/>
          <p:nvPr/>
        </p:nvSpPr>
        <p:spPr>
          <a:xfrm>
            <a:off x="1295697" y="6057815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incollato</a:t>
            </a:r>
          </a:p>
        </p:txBody>
      </p:sp>
      <p:sp>
        <p:nvSpPr>
          <p:cNvPr id="127" name="TextBox 126">
            <a:hlinkClick action="ppaction://hlinksldjump" r:id="rId21"/>
          </p:cNvPr>
          <p:cNvSpPr txBox="1"/>
          <p:nvPr/>
        </p:nvSpPr>
        <p:spPr>
          <a:xfrm>
            <a:off x="2309851" y="605781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28" name="TextBox 127">
            <a:hlinkClick action="ppaction://hlinksldjump" r:id="rId21"/>
          </p:cNvPr>
          <p:cNvSpPr txBox="1"/>
          <p:nvPr/>
        </p:nvSpPr>
        <p:spPr>
          <a:xfrm>
            <a:off x="539948" y="6184617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42-02</a:t>
            </a:r>
          </a:p>
        </p:txBody>
      </p:sp>
      <p:sp>
        <p:nvSpPr>
          <p:cNvPr id="129" name="TextBox 128">
            <a:hlinkClick action="ppaction://hlinksldjump" r:id="rId21"/>
          </p:cNvPr>
          <p:cNvSpPr txBox="1"/>
          <p:nvPr/>
        </p:nvSpPr>
        <p:spPr>
          <a:xfrm>
            <a:off x="1295697" y="6184617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incollato</a:t>
            </a:r>
          </a:p>
        </p:txBody>
      </p:sp>
      <p:sp>
        <p:nvSpPr>
          <p:cNvPr id="130" name="TextBox 129">
            <a:hlinkClick action="ppaction://hlinksldjump" r:id="rId21"/>
          </p:cNvPr>
          <p:cNvSpPr txBox="1"/>
          <p:nvPr/>
        </p:nvSpPr>
        <p:spPr>
          <a:xfrm>
            <a:off x="2309851" y="618461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31" name="TextBox 130">
            <a:hlinkClick action="ppaction://hlinksldjump" r:id="rId21"/>
          </p:cNvPr>
          <p:cNvSpPr txBox="1"/>
          <p:nvPr/>
        </p:nvSpPr>
        <p:spPr>
          <a:xfrm>
            <a:off x="539948" y="631141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42-04</a:t>
            </a:r>
          </a:p>
        </p:txBody>
      </p:sp>
      <p:sp>
        <p:nvSpPr>
          <p:cNvPr id="132" name="TextBox 131">
            <a:hlinkClick action="ppaction://hlinksldjump" r:id="rId21"/>
          </p:cNvPr>
          <p:cNvSpPr txBox="1"/>
          <p:nvPr/>
        </p:nvSpPr>
        <p:spPr>
          <a:xfrm>
            <a:off x="1295697" y="6311418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incollato</a:t>
            </a:r>
          </a:p>
        </p:txBody>
      </p:sp>
      <p:sp>
        <p:nvSpPr>
          <p:cNvPr id="133" name="TextBox 132">
            <a:hlinkClick action="ppaction://hlinksldjump" r:id="rId21"/>
          </p:cNvPr>
          <p:cNvSpPr txBox="1"/>
          <p:nvPr/>
        </p:nvSpPr>
        <p:spPr>
          <a:xfrm>
            <a:off x="2309851" y="631141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34" name="TextBox 133">
            <a:hlinkClick action="ppaction://hlinksldjump" r:id="rId21"/>
          </p:cNvPr>
          <p:cNvSpPr txBox="1"/>
          <p:nvPr/>
        </p:nvSpPr>
        <p:spPr>
          <a:xfrm>
            <a:off x="539948" y="6438220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42-10</a:t>
            </a:r>
          </a:p>
        </p:txBody>
      </p:sp>
      <p:sp>
        <p:nvSpPr>
          <p:cNvPr id="135" name="TextBox 134">
            <a:hlinkClick action="ppaction://hlinksldjump" r:id="rId21"/>
          </p:cNvPr>
          <p:cNvSpPr txBox="1"/>
          <p:nvPr/>
        </p:nvSpPr>
        <p:spPr>
          <a:xfrm>
            <a:off x="1295697" y="6438220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incollato</a:t>
            </a:r>
          </a:p>
        </p:txBody>
      </p:sp>
      <p:sp>
        <p:nvSpPr>
          <p:cNvPr id="136" name="TextBox 135">
            <a:hlinkClick action="ppaction://hlinksldjump" r:id="rId21"/>
          </p:cNvPr>
          <p:cNvSpPr txBox="1"/>
          <p:nvPr/>
        </p:nvSpPr>
        <p:spPr>
          <a:xfrm>
            <a:off x="2309851" y="643822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37" name="TextBox 136">
            <a:hlinkClick action="ppaction://hlinksldjump" r:id="rId21"/>
          </p:cNvPr>
          <p:cNvSpPr txBox="1"/>
          <p:nvPr/>
        </p:nvSpPr>
        <p:spPr>
          <a:xfrm>
            <a:off x="539948" y="6565021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42-35</a:t>
            </a:r>
          </a:p>
        </p:txBody>
      </p:sp>
      <p:sp>
        <p:nvSpPr>
          <p:cNvPr id="138" name="TextBox 137">
            <a:hlinkClick action="ppaction://hlinksldjump" r:id="rId21"/>
          </p:cNvPr>
          <p:cNvSpPr txBox="1"/>
          <p:nvPr/>
        </p:nvSpPr>
        <p:spPr>
          <a:xfrm>
            <a:off x="1295697" y="6565021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139" name="TextBox 138">
            <a:hlinkClick action="ppaction://hlinksldjump" r:id="rId21"/>
          </p:cNvPr>
          <p:cNvSpPr txBox="1"/>
          <p:nvPr/>
        </p:nvSpPr>
        <p:spPr>
          <a:xfrm>
            <a:off x="2309851" y="656502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40" name="TextBox 139">
            <a:hlinkClick action="ppaction://hlinksldjump" r:id="rId21"/>
          </p:cNvPr>
          <p:cNvSpPr txBox="1"/>
          <p:nvPr/>
        </p:nvSpPr>
        <p:spPr>
          <a:xfrm>
            <a:off x="539948" y="6691823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42-36</a:t>
            </a:r>
          </a:p>
        </p:txBody>
      </p:sp>
      <p:sp>
        <p:nvSpPr>
          <p:cNvPr id="141" name="TextBox 140">
            <a:hlinkClick action="ppaction://hlinksldjump" r:id="rId21"/>
          </p:cNvPr>
          <p:cNvSpPr txBox="1"/>
          <p:nvPr/>
        </p:nvSpPr>
        <p:spPr>
          <a:xfrm>
            <a:off x="1295697" y="6691823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142" name="TextBox 141">
            <a:hlinkClick action="ppaction://hlinksldjump" r:id="rId21"/>
          </p:cNvPr>
          <p:cNvSpPr txBox="1"/>
          <p:nvPr/>
        </p:nvSpPr>
        <p:spPr>
          <a:xfrm>
            <a:off x="2309851" y="669182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43" name="TextBox 142">
            <a:hlinkClick action="ppaction://hlinksldjump" r:id="rId21"/>
          </p:cNvPr>
          <p:cNvSpPr txBox="1"/>
          <p:nvPr/>
        </p:nvSpPr>
        <p:spPr>
          <a:xfrm>
            <a:off x="539948" y="6818625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42-37</a:t>
            </a:r>
          </a:p>
        </p:txBody>
      </p:sp>
      <p:sp>
        <p:nvSpPr>
          <p:cNvPr id="144" name="TextBox 143">
            <a:hlinkClick action="ppaction://hlinksldjump" r:id="rId21"/>
          </p:cNvPr>
          <p:cNvSpPr txBox="1"/>
          <p:nvPr/>
        </p:nvSpPr>
        <p:spPr>
          <a:xfrm>
            <a:off x="1295697" y="6818625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145" name="TextBox 144">
            <a:hlinkClick action="ppaction://hlinksldjump" r:id="rId21"/>
          </p:cNvPr>
          <p:cNvSpPr txBox="1"/>
          <p:nvPr/>
        </p:nvSpPr>
        <p:spPr>
          <a:xfrm>
            <a:off x="2309851" y="681862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46" name="TextBox 145">
            <a:hlinkClick action="ppaction://hlinksldjump" r:id="rId21"/>
          </p:cNvPr>
          <p:cNvSpPr txBox="1"/>
          <p:nvPr/>
        </p:nvSpPr>
        <p:spPr>
          <a:xfrm>
            <a:off x="539948" y="6945426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42-38</a:t>
            </a:r>
          </a:p>
        </p:txBody>
      </p:sp>
      <p:sp>
        <p:nvSpPr>
          <p:cNvPr id="147" name="TextBox 146">
            <a:hlinkClick action="ppaction://hlinksldjump" r:id="rId21"/>
          </p:cNvPr>
          <p:cNvSpPr txBox="1"/>
          <p:nvPr/>
        </p:nvSpPr>
        <p:spPr>
          <a:xfrm>
            <a:off x="1295697" y="6945426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148" name="TextBox 147">
            <a:hlinkClick action="ppaction://hlinksldjump" r:id="rId21"/>
          </p:cNvPr>
          <p:cNvSpPr txBox="1"/>
          <p:nvPr/>
        </p:nvSpPr>
        <p:spPr>
          <a:xfrm>
            <a:off x="2309851" y="694542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49" name="TextBox 148">
            <a:hlinkClick action="ppaction://hlinksldjump" r:id="rId21"/>
          </p:cNvPr>
          <p:cNvSpPr txBox="1"/>
          <p:nvPr/>
        </p:nvSpPr>
        <p:spPr>
          <a:xfrm>
            <a:off x="539948" y="707222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42-39</a:t>
            </a:r>
          </a:p>
        </p:txBody>
      </p:sp>
      <p:sp>
        <p:nvSpPr>
          <p:cNvPr id="150" name="TextBox 149">
            <a:hlinkClick action="ppaction://hlinksldjump" r:id="rId21"/>
          </p:cNvPr>
          <p:cNvSpPr txBox="1"/>
          <p:nvPr/>
        </p:nvSpPr>
        <p:spPr>
          <a:xfrm>
            <a:off x="1295697" y="7072228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151" name="TextBox 150">
            <a:hlinkClick action="ppaction://hlinksldjump" r:id="rId21"/>
          </p:cNvPr>
          <p:cNvSpPr txBox="1"/>
          <p:nvPr/>
        </p:nvSpPr>
        <p:spPr>
          <a:xfrm>
            <a:off x="2309851" y="707222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52" name="TextBox 151">
            <a:hlinkClick action="ppaction://hlinksldjump" r:id="rId21"/>
          </p:cNvPr>
          <p:cNvSpPr txBox="1"/>
          <p:nvPr/>
        </p:nvSpPr>
        <p:spPr>
          <a:xfrm>
            <a:off x="539948" y="7199029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42-40</a:t>
            </a:r>
          </a:p>
        </p:txBody>
      </p:sp>
      <p:sp>
        <p:nvSpPr>
          <p:cNvPr id="153" name="TextBox 152">
            <a:hlinkClick action="ppaction://hlinksldjump" r:id="rId21"/>
          </p:cNvPr>
          <p:cNvSpPr txBox="1"/>
          <p:nvPr/>
        </p:nvSpPr>
        <p:spPr>
          <a:xfrm>
            <a:off x="1295697" y="7199029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154" name="TextBox 153">
            <a:hlinkClick action="ppaction://hlinksldjump" r:id="rId21"/>
          </p:cNvPr>
          <p:cNvSpPr txBox="1"/>
          <p:nvPr/>
        </p:nvSpPr>
        <p:spPr>
          <a:xfrm>
            <a:off x="2309851" y="719902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55" name="TextBox 154">
            <a:hlinkClick action="ppaction://hlinksldjump" r:id="rId21"/>
          </p:cNvPr>
          <p:cNvSpPr txBox="1"/>
          <p:nvPr/>
        </p:nvSpPr>
        <p:spPr>
          <a:xfrm>
            <a:off x="539948" y="7325831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42-41</a:t>
            </a:r>
          </a:p>
        </p:txBody>
      </p:sp>
      <p:sp>
        <p:nvSpPr>
          <p:cNvPr id="156" name="TextBox 155">
            <a:hlinkClick action="ppaction://hlinksldjump" r:id="rId21"/>
          </p:cNvPr>
          <p:cNvSpPr txBox="1"/>
          <p:nvPr/>
        </p:nvSpPr>
        <p:spPr>
          <a:xfrm>
            <a:off x="1295697" y="7325831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157" name="TextBox 156">
            <a:hlinkClick action="ppaction://hlinksldjump" r:id="rId21"/>
          </p:cNvPr>
          <p:cNvSpPr txBox="1"/>
          <p:nvPr/>
        </p:nvSpPr>
        <p:spPr>
          <a:xfrm>
            <a:off x="2309851" y="732583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58" name="TextBox 157">
            <a:hlinkClick action="ppaction://hlinksldjump" r:id="rId21"/>
          </p:cNvPr>
          <p:cNvSpPr txBox="1"/>
          <p:nvPr/>
        </p:nvSpPr>
        <p:spPr>
          <a:xfrm>
            <a:off x="539948" y="7452632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42-42</a:t>
            </a:r>
          </a:p>
        </p:txBody>
      </p:sp>
      <p:sp>
        <p:nvSpPr>
          <p:cNvPr id="159" name="TextBox 158">
            <a:hlinkClick action="ppaction://hlinksldjump" r:id="rId21"/>
          </p:cNvPr>
          <p:cNvSpPr txBox="1"/>
          <p:nvPr/>
        </p:nvSpPr>
        <p:spPr>
          <a:xfrm>
            <a:off x="1295697" y="7452632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scollato</a:t>
            </a:r>
          </a:p>
        </p:txBody>
      </p:sp>
      <p:sp>
        <p:nvSpPr>
          <p:cNvPr id="160" name="TextBox 159">
            <a:hlinkClick action="ppaction://hlinksldjump" r:id="rId21"/>
          </p:cNvPr>
          <p:cNvSpPr txBox="1"/>
          <p:nvPr/>
        </p:nvSpPr>
        <p:spPr>
          <a:xfrm>
            <a:off x="2309851" y="745263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161" name="TextBox 160">
            <a:hlinkClick action="ppaction://hlinksldjump" r:id="rId22"/>
          </p:cNvPr>
          <p:cNvSpPr txBox="1"/>
          <p:nvPr/>
        </p:nvSpPr>
        <p:spPr>
          <a:xfrm>
            <a:off x="539948" y="757943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42-102</a:t>
            </a:r>
          </a:p>
        </p:txBody>
      </p:sp>
      <p:sp>
        <p:nvSpPr>
          <p:cNvPr id="162" name="TextBox 161">
            <a:hlinkClick action="ppaction://hlinksldjump" r:id="rId22"/>
          </p:cNvPr>
          <p:cNvSpPr txBox="1"/>
          <p:nvPr/>
        </p:nvSpPr>
        <p:spPr>
          <a:xfrm>
            <a:off x="1295697" y="7579434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163" name="TextBox 162">
            <a:hlinkClick action="ppaction://hlinksldjump" r:id="rId22"/>
          </p:cNvPr>
          <p:cNvSpPr txBox="1"/>
          <p:nvPr/>
        </p:nvSpPr>
        <p:spPr>
          <a:xfrm>
            <a:off x="2319661" y="757943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164" name="TextBox 163">
            <a:hlinkClick action="ppaction://hlinksldjump" r:id="rId23"/>
          </p:cNvPr>
          <p:cNvSpPr txBox="1"/>
          <p:nvPr/>
        </p:nvSpPr>
        <p:spPr>
          <a:xfrm>
            <a:off x="539948" y="770623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42-129</a:t>
            </a:r>
          </a:p>
        </p:txBody>
      </p:sp>
      <p:sp>
        <p:nvSpPr>
          <p:cNvPr id="165" name="TextBox 164">
            <a:hlinkClick action="ppaction://hlinksldjump" r:id="rId23"/>
          </p:cNvPr>
          <p:cNvSpPr txBox="1"/>
          <p:nvPr/>
        </p:nvSpPr>
        <p:spPr>
          <a:xfrm>
            <a:off x="1295697" y="7706235"/>
            <a:ext cx="12293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pastiera e porta tronch…</a:t>
            </a:r>
          </a:p>
        </p:txBody>
      </p:sp>
      <p:sp>
        <p:nvSpPr>
          <p:cNvPr id="166" name="TextBox 165">
            <a:hlinkClick action="ppaction://hlinksldjump" r:id="rId23"/>
          </p:cNvPr>
          <p:cNvSpPr txBox="1"/>
          <p:nvPr/>
        </p:nvSpPr>
        <p:spPr>
          <a:xfrm>
            <a:off x="2319661" y="770623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167" name="TextBox 166">
            <a:hlinkClick action="ppaction://hlinksldjump" r:id="rId24"/>
          </p:cNvPr>
          <p:cNvSpPr txBox="1"/>
          <p:nvPr/>
        </p:nvSpPr>
        <p:spPr>
          <a:xfrm>
            <a:off x="539948" y="783303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42-142</a:t>
            </a:r>
          </a:p>
        </p:txBody>
      </p:sp>
      <p:sp>
        <p:nvSpPr>
          <p:cNvPr id="168" name="TextBox 167">
            <a:hlinkClick action="ppaction://hlinksldjump" r:id="rId24"/>
          </p:cNvPr>
          <p:cNvSpPr txBox="1"/>
          <p:nvPr/>
        </p:nvSpPr>
        <p:spPr>
          <a:xfrm>
            <a:off x="1295697" y="7833037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6 angoli</a:t>
            </a:r>
          </a:p>
        </p:txBody>
      </p:sp>
      <p:sp>
        <p:nvSpPr>
          <p:cNvPr id="169" name="TextBox 168">
            <a:hlinkClick action="ppaction://hlinksldjump" r:id="rId24"/>
          </p:cNvPr>
          <p:cNvSpPr txBox="1"/>
          <p:nvPr/>
        </p:nvSpPr>
        <p:spPr>
          <a:xfrm>
            <a:off x="2319661" y="783303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170" name="TextBox 169">
            <a:hlinkClick action="ppaction://hlinksldjump" r:id="rId22"/>
          </p:cNvPr>
          <p:cNvSpPr txBox="1"/>
          <p:nvPr/>
        </p:nvSpPr>
        <p:spPr>
          <a:xfrm>
            <a:off x="539948" y="7959839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42-146</a:t>
            </a:r>
          </a:p>
        </p:txBody>
      </p:sp>
      <p:sp>
        <p:nvSpPr>
          <p:cNvPr id="171" name="TextBox 170">
            <a:hlinkClick action="ppaction://hlinksldjump" r:id="rId22"/>
          </p:cNvPr>
          <p:cNvSpPr txBox="1"/>
          <p:nvPr/>
        </p:nvSpPr>
        <p:spPr>
          <a:xfrm>
            <a:off x="1295697" y="7959839"/>
            <a:ext cx="10134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in teso</a:t>
            </a:r>
          </a:p>
        </p:txBody>
      </p:sp>
      <p:sp>
        <p:nvSpPr>
          <p:cNvPr id="172" name="TextBox 171">
            <a:hlinkClick action="ppaction://hlinksldjump" r:id="rId22"/>
          </p:cNvPr>
          <p:cNvSpPr txBox="1"/>
          <p:nvPr/>
        </p:nvSpPr>
        <p:spPr>
          <a:xfrm>
            <a:off x="2319661" y="795983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173" name="TextBox 172">
            <a:hlinkClick action="ppaction://hlinksldjump" r:id="rId22"/>
          </p:cNvPr>
          <p:cNvSpPr txBox="1"/>
          <p:nvPr/>
        </p:nvSpPr>
        <p:spPr>
          <a:xfrm>
            <a:off x="539948" y="808664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42-147</a:t>
            </a:r>
          </a:p>
        </p:txBody>
      </p:sp>
      <p:sp>
        <p:nvSpPr>
          <p:cNvPr id="174" name="TextBox 173">
            <a:hlinkClick action="ppaction://hlinksldjump" r:id="rId22"/>
          </p:cNvPr>
          <p:cNvSpPr txBox="1"/>
          <p:nvPr/>
        </p:nvSpPr>
        <p:spPr>
          <a:xfrm>
            <a:off x="1295697" y="8086640"/>
            <a:ext cx="10134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in teso</a:t>
            </a:r>
          </a:p>
        </p:txBody>
      </p:sp>
      <p:sp>
        <p:nvSpPr>
          <p:cNvPr id="175" name="TextBox 174">
            <a:hlinkClick action="ppaction://hlinksldjump" r:id="rId22"/>
          </p:cNvPr>
          <p:cNvSpPr txBox="1"/>
          <p:nvPr/>
        </p:nvSpPr>
        <p:spPr>
          <a:xfrm>
            <a:off x="2319661" y="808664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176" name="TextBox 175">
            <a:hlinkClick action="ppaction://hlinksldjump" r:id="rId22"/>
          </p:cNvPr>
          <p:cNvSpPr txBox="1"/>
          <p:nvPr/>
        </p:nvSpPr>
        <p:spPr>
          <a:xfrm>
            <a:off x="539948" y="821344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42-154</a:t>
            </a:r>
          </a:p>
        </p:txBody>
      </p:sp>
      <p:sp>
        <p:nvSpPr>
          <p:cNvPr id="177" name="TextBox 176">
            <a:hlinkClick action="ppaction://hlinksldjump" r:id="rId22"/>
          </p:cNvPr>
          <p:cNvSpPr txBox="1"/>
          <p:nvPr/>
        </p:nvSpPr>
        <p:spPr>
          <a:xfrm>
            <a:off x="1295697" y="8213442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178" name="TextBox 177">
            <a:hlinkClick action="ppaction://hlinksldjump" r:id="rId22"/>
          </p:cNvPr>
          <p:cNvSpPr txBox="1"/>
          <p:nvPr/>
        </p:nvSpPr>
        <p:spPr>
          <a:xfrm>
            <a:off x="2319661" y="821344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179" name="TextBox 178">
            <a:hlinkClick action="ppaction://hlinksldjump" r:id="rId19"/>
          </p:cNvPr>
          <p:cNvSpPr txBox="1"/>
          <p:nvPr/>
        </p:nvSpPr>
        <p:spPr>
          <a:xfrm>
            <a:off x="539948" y="8340243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42-154 A</a:t>
            </a:r>
          </a:p>
        </p:txBody>
      </p:sp>
      <p:sp>
        <p:nvSpPr>
          <p:cNvPr id="180" name="TextBox 179">
            <a:hlinkClick action="ppaction://hlinksldjump" r:id="rId19"/>
          </p:cNvPr>
          <p:cNvSpPr txBox="1"/>
          <p:nvPr/>
        </p:nvSpPr>
        <p:spPr>
          <a:xfrm>
            <a:off x="1295697" y="8340243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bottiglie da 6</a:t>
            </a:r>
          </a:p>
        </p:txBody>
      </p:sp>
      <p:sp>
        <p:nvSpPr>
          <p:cNvPr id="181" name="TextBox 180">
            <a:hlinkClick action="ppaction://hlinksldjump" r:id="rId19"/>
          </p:cNvPr>
          <p:cNvSpPr txBox="1"/>
          <p:nvPr/>
        </p:nvSpPr>
        <p:spPr>
          <a:xfrm>
            <a:off x="2309851" y="834024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182" name="TextBox 181">
            <a:hlinkClick action="ppaction://hlinksldjump" r:id="rId22"/>
          </p:cNvPr>
          <p:cNvSpPr txBox="1"/>
          <p:nvPr/>
        </p:nvSpPr>
        <p:spPr>
          <a:xfrm>
            <a:off x="539948" y="846704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42-166</a:t>
            </a:r>
          </a:p>
        </p:txBody>
      </p:sp>
      <p:sp>
        <p:nvSpPr>
          <p:cNvPr id="183" name="TextBox 182">
            <a:hlinkClick action="ppaction://hlinksldjump" r:id="rId22"/>
          </p:cNvPr>
          <p:cNvSpPr txBox="1"/>
          <p:nvPr/>
        </p:nvSpPr>
        <p:spPr>
          <a:xfrm>
            <a:off x="1295697" y="8467045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184" name="TextBox 183">
            <a:hlinkClick action="ppaction://hlinksldjump" r:id="rId22"/>
          </p:cNvPr>
          <p:cNvSpPr txBox="1"/>
          <p:nvPr/>
        </p:nvSpPr>
        <p:spPr>
          <a:xfrm>
            <a:off x="2319661" y="846704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185" name="TextBox 184">
            <a:hlinkClick action="ppaction://hlinksldjump" r:id="rId19"/>
          </p:cNvPr>
          <p:cNvSpPr txBox="1"/>
          <p:nvPr/>
        </p:nvSpPr>
        <p:spPr>
          <a:xfrm>
            <a:off x="539948" y="8593846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42-173</a:t>
            </a:r>
          </a:p>
        </p:txBody>
      </p:sp>
      <p:sp>
        <p:nvSpPr>
          <p:cNvPr id="186" name="TextBox 185">
            <a:hlinkClick action="ppaction://hlinksldjump" r:id="rId19"/>
          </p:cNvPr>
          <p:cNvSpPr txBox="1"/>
          <p:nvPr/>
        </p:nvSpPr>
        <p:spPr>
          <a:xfrm>
            <a:off x="1295697" y="8593846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bottiglie da 6</a:t>
            </a:r>
          </a:p>
        </p:txBody>
      </p:sp>
      <p:sp>
        <p:nvSpPr>
          <p:cNvPr id="187" name="TextBox 186">
            <a:hlinkClick action="ppaction://hlinksldjump" r:id="rId19"/>
          </p:cNvPr>
          <p:cNvSpPr txBox="1"/>
          <p:nvPr/>
        </p:nvSpPr>
        <p:spPr>
          <a:xfrm>
            <a:off x="2309851" y="859384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188" name="TextBox 187">
            <a:hlinkClick action="ppaction://hlinksldjump" r:id="rId23"/>
          </p:cNvPr>
          <p:cNvSpPr txBox="1"/>
          <p:nvPr/>
        </p:nvSpPr>
        <p:spPr>
          <a:xfrm>
            <a:off x="539948" y="872064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42-187</a:t>
            </a:r>
          </a:p>
        </p:txBody>
      </p:sp>
      <p:sp>
        <p:nvSpPr>
          <p:cNvPr id="189" name="TextBox 188">
            <a:hlinkClick action="ppaction://hlinksldjump" r:id="rId23"/>
          </p:cNvPr>
          <p:cNvSpPr txBox="1"/>
          <p:nvPr/>
        </p:nvSpPr>
        <p:spPr>
          <a:xfrm>
            <a:off x="1295697" y="8720648"/>
            <a:ext cx="54255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crêpes</a:t>
            </a:r>
          </a:p>
        </p:txBody>
      </p:sp>
      <p:sp>
        <p:nvSpPr>
          <p:cNvPr id="190" name="TextBox 189">
            <a:hlinkClick action="ppaction://hlinksldjump" r:id="rId23"/>
          </p:cNvPr>
          <p:cNvSpPr txBox="1"/>
          <p:nvPr/>
        </p:nvSpPr>
        <p:spPr>
          <a:xfrm>
            <a:off x="2319661" y="872064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191" name="TextBox 190">
            <a:hlinkClick action="ppaction://hlinksldjump" r:id="rId20"/>
          </p:cNvPr>
          <p:cNvSpPr txBox="1"/>
          <p:nvPr/>
        </p:nvSpPr>
        <p:spPr>
          <a:xfrm>
            <a:off x="539948" y="8847450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42-188</a:t>
            </a:r>
          </a:p>
        </p:txBody>
      </p:sp>
      <p:sp>
        <p:nvSpPr>
          <p:cNvPr id="192" name="TextBox 191">
            <a:hlinkClick action="ppaction://hlinksldjump" r:id="rId20"/>
          </p:cNvPr>
          <p:cNvSpPr txBox="1"/>
          <p:nvPr/>
        </p:nvSpPr>
        <p:spPr>
          <a:xfrm>
            <a:off x="1295697" y="8847450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porta tacos</a:t>
            </a:r>
          </a:p>
        </p:txBody>
      </p:sp>
      <p:sp>
        <p:nvSpPr>
          <p:cNvPr id="193" name="TextBox 192">
            <a:hlinkClick action="ppaction://hlinksldjump" r:id="rId20"/>
          </p:cNvPr>
          <p:cNvSpPr txBox="1"/>
          <p:nvPr/>
        </p:nvSpPr>
        <p:spPr>
          <a:xfrm>
            <a:off x="2309851" y="884745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</a:t>
            </a:r>
          </a:p>
        </p:txBody>
      </p:sp>
      <p:sp>
        <p:nvSpPr>
          <p:cNvPr id="194" name="TextBox 193">
            <a:hlinkClick action="ppaction://hlinksldjump" r:id="rId15"/>
          </p:cNvPr>
          <p:cNvSpPr txBox="1"/>
          <p:nvPr/>
        </p:nvSpPr>
        <p:spPr>
          <a:xfrm>
            <a:off x="539948" y="8974251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42-270</a:t>
            </a:r>
          </a:p>
        </p:txBody>
      </p:sp>
      <p:sp>
        <p:nvSpPr>
          <p:cNvPr id="195" name="TextBox 194">
            <a:hlinkClick action="ppaction://hlinksldjump" r:id="rId15"/>
          </p:cNvPr>
          <p:cNvSpPr txBox="1"/>
          <p:nvPr/>
        </p:nvSpPr>
        <p:spPr>
          <a:xfrm>
            <a:off x="1295697" y="8974251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Food box</a:t>
            </a:r>
          </a:p>
        </p:txBody>
      </p:sp>
      <p:sp>
        <p:nvSpPr>
          <p:cNvPr id="196" name="TextBox 195">
            <a:hlinkClick action="ppaction://hlinksldjump" r:id="rId15"/>
          </p:cNvPr>
          <p:cNvSpPr txBox="1"/>
          <p:nvPr/>
        </p:nvSpPr>
        <p:spPr>
          <a:xfrm>
            <a:off x="2309851" y="897425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197" name="TextBox 196">
            <a:hlinkClick action="ppaction://hlinksldjump" r:id="rId18"/>
          </p:cNvPr>
          <p:cNvSpPr txBox="1"/>
          <p:nvPr/>
        </p:nvSpPr>
        <p:spPr>
          <a:xfrm>
            <a:off x="539948" y="9101053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42-273</a:t>
            </a:r>
          </a:p>
        </p:txBody>
      </p:sp>
      <p:sp>
        <p:nvSpPr>
          <p:cNvPr id="198" name="TextBox 197">
            <a:hlinkClick action="ppaction://hlinksldjump" r:id="rId18"/>
          </p:cNvPr>
          <p:cNvSpPr txBox="1"/>
          <p:nvPr/>
        </p:nvSpPr>
        <p:spPr>
          <a:xfrm>
            <a:off x="1295697" y="9101053"/>
            <a:ext cx="23842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Cono</a:t>
            </a:r>
          </a:p>
        </p:txBody>
      </p:sp>
      <p:sp>
        <p:nvSpPr>
          <p:cNvPr id="199" name="TextBox 198">
            <a:hlinkClick action="ppaction://hlinksldjump" r:id="rId18"/>
          </p:cNvPr>
          <p:cNvSpPr txBox="1"/>
          <p:nvPr/>
        </p:nvSpPr>
        <p:spPr>
          <a:xfrm>
            <a:off x="2319661" y="910105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65</a:t>
            </a:r>
          </a:p>
        </p:txBody>
      </p:sp>
      <p:sp>
        <p:nvSpPr>
          <p:cNvPr id="200" name="TextBox 199">
            <a:hlinkClick action="ppaction://hlinksldjump" r:id="rId18"/>
          </p:cNvPr>
          <p:cNvSpPr txBox="1"/>
          <p:nvPr/>
        </p:nvSpPr>
        <p:spPr>
          <a:xfrm>
            <a:off x="539948" y="922785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42-274</a:t>
            </a:r>
          </a:p>
        </p:txBody>
      </p:sp>
      <p:sp>
        <p:nvSpPr>
          <p:cNvPr id="201" name="TextBox 200">
            <a:hlinkClick action="ppaction://hlinksldjump" r:id="rId18"/>
          </p:cNvPr>
          <p:cNvSpPr txBox="1"/>
          <p:nvPr/>
        </p:nvSpPr>
        <p:spPr>
          <a:xfrm>
            <a:off x="1295697" y="9227854"/>
            <a:ext cx="23842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Cono</a:t>
            </a:r>
          </a:p>
        </p:txBody>
      </p:sp>
      <p:sp>
        <p:nvSpPr>
          <p:cNvPr id="202" name="TextBox 201">
            <a:hlinkClick action="ppaction://hlinksldjump" r:id="rId18"/>
          </p:cNvPr>
          <p:cNvSpPr txBox="1"/>
          <p:nvPr/>
        </p:nvSpPr>
        <p:spPr>
          <a:xfrm>
            <a:off x="2319661" y="922785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65</a:t>
            </a:r>
          </a:p>
        </p:txBody>
      </p:sp>
      <p:sp>
        <p:nvSpPr>
          <p:cNvPr id="203" name="TextBox 202">
            <a:hlinkClick action="ppaction://hlinksldjump" r:id="rId23"/>
          </p:cNvPr>
          <p:cNvSpPr txBox="1"/>
          <p:nvPr/>
        </p:nvSpPr>
        <p:spPr>
          <a:xfrm>
            <a:off x="539948" y="9354656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42-279</a:t>
            </a:r>
          </a:p>
        </p:txBody>
      </p:sp>
      <p:sp>
        <p:nvSpPr>
          <p:cNvPr id="204" name="TextBox 203">
            <a:hlinkClick action="ppaction://hlinksldjump" r:id="rId23"/>
          </p:cNvPr>
          <p:cNvSpPr txBox="1"/>
          <p:nvPr/>
        </p:nvSpPr>
        <p:spPr>
          <a:xfrm>
            <a:off x="1295697" y="9354656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fetta di torta</a:t>
            </a:r>
          </a:p>
        </p:txBody>
      </p:sp>
      <p:sp>
        <p:nvSpPr>
          <p:cNvPr id="205" name="TextBox 204">
            <a:hlinkClick action="ppaction://hlinksldjump" r:id="rId23"/>
          </p:cNvPr>
          <p:cNvSpPr txBox="1"/>
          <p:nvPr/>
        </p:nvSpPr>
        <p:spPr>
          <a:xfrm>
            <a:off x="2319661" y="935465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206" name="TextBox 205">
            <a:hlinkClick action="ppaction://hlinksldjump" r:id="rId22"/>
          </p:cNvPr>
          <p:cNvSpPr txBox="1"/>
          <p:nvPr/>
        </p:nvSpPr>
        <p:spPr>
          <a:xfrm>
            <a:off x="2711946" y="1366157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42-284</a:t>
            </a:r>
          </a:p>
        </p:txBody>
      </p:sp>
      <p:sp>
        <p:nvSpPr>
          <p:cNvPr id="207" name="TextBox 206">
            <a:hlinkClick action="ppaction://hlinksldjump" r:id="rId22"/>
          </p:cNvPr>
          <p:cNvSpPr txBox="1"/>
          <p:nvPr/>
        </p:nvSpPr>
        <p:spPr>
          <a:xfrm>
            <a:off x="3467695" y="1366157"/>
            <a:ext cx="58180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vivande</a:t>
            </a:r>
          </a:p>
        </p:txBody>
      </p:sp>
      <p:sp>
        <p:nvSpPr>
          <p:cNvPr id="208" name="TextBox 207">
            <a:hlinkClick action="ppaction://hlinksldjump" r:id="rId22"/>
          </p:cNvPr>
          <p:cNvSpPr txBox="1"/>
          <p:nvPr/>
        </p:nvSpPr>
        <p:spPr>
          <a:xfrm>
            <a:off x="4491659" y="136615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09" name="TextBox 208">
            <a:hlinkClick action="ppaction://hlinksldjump" r:id="rId22"/>
          </p:cNvPr>
          <p:cNvSpPr txBox="1"/>
          <p:nvPr/>
        </p:nvSpPr>
        <p:spPr>
          <a:xfrm>
            <a:off x="2711946" y="1492959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42-285</a:t>
            </a:r>
          </a:p>
        </p:txBody>
      </p:sp>
      <p:sp>
        <p:nvSpPr>
          <p:cNvPr id="210" name="TextBox 209">
            <a:hlinkClick action="ppaction://hlinksldjump" r:id="rId22"/>
          </p:cNvPr>
          <p:cNvSpPr txBox="1"/>
          <p:nvPr/>
        </p:nvSpPr>
        <p:spPr>
          <a:xfrm>
            <a:off x="3467695" y="1492959"/>
            <a:ext cx="58180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vivande</a:t>
            </a:r>
          </a:p>
        </p:txBody>
      </p:sp>
      <p:sp>
        <p:nvSpPr>
          <p:cNvPr id="211" name="TextBox 210">
            <a:hlinkClick action="ppaction://hlinksldjump" r:id="rId22"/>
          </p:cNvPr>
          <p:cNvSpPr txBox="1"/>
          <p:nvPr/>
        </p:nvSpPr>
        <p:spPr>
          <a:xfrm>
            <a:off x="4491659" y="149295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12" name="TextBox 211">
            <a:hlinkClick action="ppaction://hlinksldjump" r:id="rId25"/>
          </p:cNvPr>
          <p:cNvSpPr txBox="1"/>
          <p:nvPr/>
        </p:nvSpPr>
        <p:spPr>
          <a:xfrm>
            <a:off x="2711946" y="161976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42-293</a:t>
            </a:r>
          </a:p>
        </p:txBody>
      </p:sp>
      <p:sp>
        <p:nvSpPr>
          <p:cNvPr id="213" name="TextBox 212">
            <a:hlinkClick action="ppaction://hlinksldjump" r:id="rId25"/>
          </p:cNvPr>
          <p:cNvSpPr txBox="1"/>
          <p:nvPr/>
        </p:nvSpPr>
        <p:spPr>
          <a:xfrm>
            <a:off x="3467695" y="1619760"/>
            <a:ext cx="11704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paperino</a:t>
            </a:r>
          </a:p>
        </p:txBody>
      </p:sp>
      <p:sp>
        <p:nvSpPr>
          <p:cNvPr id="214" name="TextBox 213">
            <a:hlinkClick action="ppaction://hlinksldjump" r:id="rId25"/>
          </p:cNvPr>
          <p:cNvSpPr txBox="1"/>
          <p:nvPr/>
        </p:nvSpPr>
        <p:spPr>
          <a:xfrm>
            <a:off x="4501470" y="161976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215" name="TextBox 214">
            <a:hlinkClick action="ppaction://hlinksldjump" r:id="rId25"/>
          </p:cNvPr>
          <p:cNvSpPr txBox="1"/>
          <p:nvPr/>
        </p:nvSpPr>
        <p:spPr>
          <a:xfrm>
            <a:off x="2711946" y="174656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42-294</a:t>
            </a:r>
          </a:p>
        </p:txBody>
      </p:sp>
      <p:sp>
        <p:nvSpPr>
          <p:cNvPr id="216" name="TextBox 215">
            <a:hlinkClick action="ppaction://hlinksldjump" r:id="rId25"/>
          </p:cNvPr>
          <p:cNvSpPr txBox="1"/>
          <p:nvPr/>
        </p:nvSpPr>
        <p:spPr>
          <a:xfrm>
            <a:off x="3467695" y="1746562"/>
            <a:ext cx="11704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paperino</a:t>
            </a:r>
          </a:p>
        </p:txBody>
      </p:sp>
      <p:sp>
        <p:nvSpPr>
          <p:cNvPr id="217" name="TextBox 216">
            <a:hlinkClick action="ppaction://hlinksldjump" r:id="rId25"/>
          </p:cNvPr>
          <p:cNvSpPr txBox="1"/>
          <p:nvPr/>
        </p:nvSpPr>
        <p:spPr>
          <a:xfrm>
            <a:off x="4501470" y="174656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218" name="TextBox 217">
            <a:hlinkClick action="ppaction://hlinksldjump" r:id="rId25"/>
          </p:cNvPr>
          <p:cNvSpPr txBox="1"/>
          <p:nvPr/>
        </p:nvSpPr>
        <p:spPr>
          <a:xfrm>
            <a:off x="2711946" y="1873364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42-300</a:t>
            </a:r>
          </a:p>
        </p:txBody>
      </p:sp>
      <p:sp>
        <p:nvSpPr>
          <p:cNvPr id="219" name="TextBox 218">
            <a:hlinkClick action="ppaction://hlinksldjump" r:id="rId25"/>
          </p:cNvPr>
          <p:cNvSpPr txBox="1"/>
          <p:nvPr/>
        </p:nvSpPr>
        <p:spPr>
          <a:xfrm>
            <a:off x="3467695" y="1873364"/>
            <a:ext cx="11704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paperino</a:t>
            </a:r>
          </a:p>
        </p:txBody>
      </p:sp>
      <p:sp>
        <p:nvSpPr>
          <p:cNvPr id="220" name="TextBox 219">
            <a:hlinkClick action="ppaction://hlinksldjump" r:id="rId25"/>
          </p:cNvPr>
          <p:cNvSpPr txBox="1"/>
          <p:nvPr/>
        </p:nvSpPr>
        <p:spPr>
          <a:xfrm>
            <a:off x="4501470" y="187336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221" name="TextBox 220">
            <a:hlinkClick action="ppaction://hlinksldjump" r:id="rId21"/>
          </p:cNvPr>
          <p:cNvSpPr txBox="1"/>
          <p:nvPr/>
        </p:nvSpPr>
        <p:spPr>
          <a:xfrm>
            <a:off x="2711946" y="200016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42-303</a:t>
            </a:r>
          </a:p>
        </p:txBody>
      </p:sp>
      <p:sp>
        <p:nvSpPr>
          <p:cNvPr id="222" name="TextBox 221">
            <a:hlinkClick action="ppaction://hlinksldjump" r:id="rId21"/>
          </p:cNvPr>
          <p:cNvSpPr txBox="1"/>
          <p:nvPr/>
        </p:nvSpPr>
        <p:spPr>
          <a:xfrm>
            <a:off x="3467695" y="2000165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incollato</a:t>
            </a:r>
          </a:p>
        </p:txBody>
      </p:sp>
      <p:sp>
        <p:nvSpPr>
          <p:cNvPr id="223" name="TextBox 222">
            <a:hlinkClick action="ppaction://hlinksldjump" r:id="rId21"/>
          </p:cNvPr>
          <p:cNvSpPr txBox="1"/>
          <p:nvPr/>
        </p:nvSpPr>
        <p:spPr>
          <a:xfrm>
            <a:off x="4481848" y="200016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224" name="TextBox 223">
            <a:hlinkClick action="ppaction://hlinksldjump" r:id="rId21"/>
          </p:cNvPr>
          <p:cNvSpPr txBox="1"/>
          <p:nvPr/>
        </p:nvSpPr>
        <p:spPr>
          <a:xfrm>
            <a:off x="2711946" y="212696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42-304</a:t>
            </a:r>
          </a:p>
        </p:txBody>
      </p:sp>
      <p:sp>
        <p:nvSpPr>
          <p:cNvPr id="225" name="TextBox 224">
            <a:hlinkClick action="ppaction://hlinksldjump" r:id="rId21"/>
          </p:cNvPr>
          <p:cNvSpPr txBox="1"/>
          <p:nvPr/>
        </p:nvSpPr>
        <p:spPr>
          <a:xfrm>
            <a:off x="3467695" y="2126967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incollato</a:t>
            </a:r>
          </a:p>
        </p:txBody>
      </p:sp>
      <p:sp>
        <p:nvSpPr>
          <p:cNvPr id="226" name="TextBox 225">
            <a:hlinkClick action="ppaction://hlinksldjump" r:id="rId21"/>
          </p:cNvPr>
          <p:cNvSpPr txBox="1"/>
          <p:nvPr/>
        </p:nvSpPr>
        <p:spPr>
          <a:xfrm>
            <a:off x="4481848" y="212696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227" name="TextBox 226">
            <a:hlinkClick action="ppaction://hlinksldjump" r:id="rId16"/>
          </p:cNvPr>
          <p:cNvSpPr txBox="1"/>
          <p:nvPr/>
        </p:nvSpPr>
        <p:spPr>
          <a:xfrm>
            <a:off x="2711946" y="2253768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42-318</a:t>
            </a:r>
          </a:p>
        </p:txBody>
      </p:sp>
      <p:sp>
        <p:nvSpPr>
          <p:cNvPr id="228" name="TextBox 227">
            <a:hlinkClick action="ppaction://hlinksldjump" r:id="rId16"/>
          </p:cNvPr>
          <p:cNvSpPr txBox="1"/>
          <p:nvPr/>
        </p:nvSpPr>
        <p:spPr>
          <a:xfrm>
            <a:off x="3467695" y="2253768"/>
            <a:ext cx="10232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panino a conchiglia</a:t>
            </a:r>
          </a:p>
        </p:txBody>
      </p:sp>
      <p:sp>
        <p:nvSpPr>
          <p:cNvPr id="229" name="TextBox 228">
            <a:hlinkClick action="ppaction://hlinksldjump" r:id="rId16"/>
          </p:cNvPr>
          <p:cNvSpPr txBox="1"/>
          <p:nvPr/>
        </p:nvSpPr>
        <p:spPr>
          <a:xfrm>
            <a:off x="4481848" y="225376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</a:t>
            </a:r>
          </a:p>
        </p:txBody>
      </p:sp>
      <p:sp>
        <p:nvSpPr>
          <p:cNvPr id="230" name="TextBox 229">
            <a:hlinkClick action="ppaction://hlinksldjump" r:id="rId24"/>
          </p:cNvPr>
          <p:cNvSpPr txBox="1"/>
          <p:nvPr/>
        </p:nvSpPr>
        <p:spPr>
          <a:xfrm>
            <a:off x="2711946" y="238057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42-321</a:t>
            </a:r>
          </a:p>
        </p:txBody>
      </p:sp>
      <p:sp>
        <p:nvSpPr>
          <p:cNvPr id="231" name="TextBox 230">
            <a:hlinkClick action="ppaction://hlinksldjump" r:id="rId24"/>
          </p:cNvPr>
          <p:cNvSpPr txBox="1"/>
          <p:nvPr/>
        </p:nvSpPr>
        <p:spPr>
          <a:xfrm>
            <a:off x="3467695" y="2380570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32" name="TextBox 231">
            <a:hlinkClick action="ppaction://hlinksldjump" r:id="rId24"/>
          </p:cNvPr>
          <p:cNvSpPr txBox="1"/>
          <p:nvPr/>
        </p:nvSpPr>
        <p:spPr>
          <a:xfrm>
            <a:off x="4491659" y="238057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33" name="TextBox 232">
            <a:hlinkClick action="ppaction://hlinksldjump" r:id="rId15"/>
          </p:cNvPr>
          <p:cNvSpPr txBox="1"/>
          <p:nvPr/>
        </p:nvSpPr>
        <p:spPr>
          <a:xfrm>
            <a:off x="2711946" y="2507371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42-325</a:t>
            </a:r>
          </a:p>
        </p:txBody>
      </p:sp>
      <p:sp>
        <p:nvSpPr>
          <p:cNvPr id="234" name="TextBox 233">
            <a:hlinkClick action="ppaction://hlinksldjump" r:id="rId15"/>
          </p:cNvPr>
          <p:cNvSpPr txBox="1"/>
          <p:nvPr/>
        </p:nvSpPr>
        <p:spPr>
          <a:xfrm>
            <a:off x="3467695" y="2507371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fritti</a:t>
            </a:r>
          </a:p>
        </p:txBody>
      </p:sp>
      <p:sp>
        <p:nvSpPr>
          <p:cNvPr id="235" name="TextBox 234">
            <a:hlinkClick action="ppaction://hlinksldjump" r:id="rId15"/>
          </p:cNvPr>
          <p:cNvSpPr txBox="1"/>
          <p:nvPr/>
        </p:nvSpPr>
        <p:spPr>
          <a:xfrm>
            <a:off x="4481848" y="250737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236" name="TextBox 235">
            <a:hlinkClick action="ppaction://hlinksldjump" r:id="rId22"/>
          </p:cNvPr>
          <p:cNvSpPr txBox="1"/>
          <p:nvPr/>
        </p:nvSpPr>
        <p:spPr>
          <a:xfrm>
            <a:off x="2711946" y="263417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42-334</a:t>
            </a:r>
          </a:p>
        </p:txBody>
      </p:sp>
      <p:sp>
        <p:nvSpPr>
          <p:cNvPr id="237" name="TextBox 236">
            <a:hlinkClick action="ppaction://hlinksldjump" r:id="rId22"/>
          </p:cNvPr>
          <p:cNvSpPr txBox="1"/>
          <p:nvPr/>
        </p:nvSpPr>
        <p:spPr>
          <a:xfrm>
            <a:off x="3467695" y="2634173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238" name="TextBox 237">
            <a:hlinkClick action="ppaction://hlinksldjump" r:id="rId22"/>
          </p:cNvPr>
          <p:cNvSpPr txBox="1"/>
          <p:nvPr/>
        </p:nvSpPr>
        <p:spPr>
          <a:xfrm>
            <a:off x="4491659" y="263417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39" name="TextBox 238">
            <a:hlinkClick action="ppaction://hlinksldjump" r:id="rId17"/>
          </p:cNvPr>
          <p:cNvSpPr txBox="1"/>
          <p:nvPr/>
        </p:nvSpPr>
        <p:spPr>
          <a:xfrm>
            <a:off x="2711946" y="2760975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42-375A</a:t>
            </a:r>
          </a:p>
        </p:txBody>
      </p:sp>
      <p:sp>
        <p:nvSpPr>
          <p:cNvPr id="240" name="TextBox 239">
            <a:hlinkClick action="ppaction://hlinksldjump" r:id="rId17"/>
          </p:cNvPr>
          <p:cNvSpPr txBox="1"/>
          <p:nvPr/>
        </p:nvSpPr>
        <p:spPr>
          <a:xfrm>
            <a:off x="3467695" y="2760975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Bauletto colazione</a:t>
            </a:r>
          </a:p>
        </p:txBody>
      </p:sp>
      <p:sp>
        <p:nvSpPr>
          <p:cNvPr id="241" name="TextBox 240">
            <a:hlinkClick action="ppaction://hlinksldjump" r:id="rId17"/>
          </p:cNvPr>
          <p:cNvSpPr txBox="1"/>
          <p:nvPr/>
        </p:nvSpPr>
        <p:spPr>
          <a:xfrm>
            <a:off x="4481848" y="276097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66</a:t>
            </a:r>
          </a:p>
        </p:txBody>
      </p:sp>
      <p:sp>
        <p:nvSpPr>
          <p:cNvPr id="242" name="TextBox 241">
            <a:hlinkClick action="ppaction://hlinksldjump" r:id="rId22"/>
          </p:cNvPr>
          <p:cNvSpPr txBox="1"/>
          <p:nvPr/>
        </p:nvSpPr>
        <p:spPr>
          <a:xfrm>
            <a:off x="2711946" y="2887776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42-377</a:t>
            </a:r>
          </a:p>
        </p:txBody>
      </p:sp>
      <p:sp>
        <p:nvSpPr>
          <p:cNvPr id="243" name="TextBox 242">
            <a:hlinkClick action="ppaction://hlinksldjump" r:id="rId22"/>
          </p:cNvPr>
          <p:cNvSpPr txBox="1"/>
          <p:nvPr/>
        </p:nvSpPr>
        <p:spPr>
          <a:xfrm>
            <a:off x="3467695" y="2887776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244" name="TextBox 243">
            <a:hlinkClick action="ppaction://hlinksldjump" r:id="rId22"/>
          </p:cNvPr>
          <p:cNvSpPr txBox="1"/>
          <p:nvPr/>
        </p:nvSpPr>
        <p:spPr>
          <a:xfrm>
            <a:off x="4491659" y="288777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45" name="TextBox 244">
            <a:hlinkClick action="ppaction://hlinksldjump" r:id="rId22"/>
          </p:cNvPr>
          <p:cNvSpPr txBox="1"/>
          <p:nvPr/>
        </p:nvSpPr>
        <p:spPr>
          <a:xfrm>
            <a:off x="2711946" y="301457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42-378</a:t>
            </a:r>
          </a:p>
        </p:txBody>
      </p:sp>
      <p:sp>
        <p:nvSpPr>
          <p:cNvPr id="246" name="TextBox 245">
            <a:hlinkClick action="ppaction://hlinksldjump" r:id="rId22"/>
          </p:cNvPr>
          <p:cNvSpPr txBox="1"/>
          <p:nvPr/>
        </p:nvSpPr>
        <p:spPr>
          <a:xfrm>
            <a:off x="3467695" y="3014578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247" name="TextBox 246">
            <a:hlinkClick action="ppaction://hlinksldjump" r:id="rId22"/>
          </p:cNvPr>
          <p:cNvSpPr txBox="1"/>
          <p:nvPr/>
        </p:nvSpPr>
        <p:spPr>
          <a:xfrm>
            <a:off x="4491659" y="301457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48" name="TextBox 247">
            <a:hlinkClick action="ppaction://hlinksldjump" r:id="rId22"/>
          </p:cNvPr>
          <p:cNvSpPr txBox="1"/>
          <p:nvPr/>
        </p:nvSpPr>
        <p:spPr>
          <a:xfrm>
            <a:off x="2711946" y="314137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42-395</a:t>
            </a:r>
          </a:p>
        </p:txBody>
      </p:sp>
      <p:sp>
        <p:nvSpPr>
          <p:cNvPr id="249" name="TextBox 248">
            <a:hlinkClick action="ppaction://hlinksldjump" r:id="rId22"/>
          </p:cNvPr>
          <p:cNvSpPr txBox="1"/>
          <p:nvPr/>
        </p:nvSpPr>
        <p:spPr>
          <a:xfrm>
            <a:off x="3467695" y="3141379"/>
            <a:ext cx="58180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vivande</a:t>
            </a:r>
          </a:p>
        </p:txBody>
      </p:sp>
      <p:sp>
        <p:nvSpPr>
          <p:cNvPr id="250" name="TextBox 249">
            <a:hlinkClick action="ppaction://hlinksldjump" r:id="rId22"/>
          </p:cNvPr>
          <p:cNvSpPr txBox="1"/>
          <p:nvPr/>
        </p:nvSpPr>
        <p:spPr>
          <a:xfrm>
            <a:off x="4491659" y="314137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51" name="TextBox 250">
            <a:hlinkClick action="ppaction://hlinksldjump" r:id="rId21"/>
          </p:cNvPr>
          <p:cNvSpPr txBox="1"/>
          <p:nvPr/>
        </p:nvSpPr>
        <p:spPr>
          <a:xfrm>
            <a:off x="2711946" y="3268181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42-397</a:t>
            </a:r>
          </a:p>
        </p:txBody>
      </p:sp>
      <p:sp>
        <p:nvSpPr>
          <p:cNvPr id="252" name="TextBox 251">
            <a:hlinkClick action="ppaction://hlinksldjump" r:id="rId21"/>
          </p:cNvPr>
          <p:cNvSpPr txBox="1"/>
          <p:nvPr/>
        </p:nvSpPr>
        <p:spPr>
          <a:xfrm>
            <a:off x="3467695" y="3268181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incollato</a:t>
            </a:r>
          </a:p>
        </p:txBody>
      </p:sp>
      <p:sp>
        <p:nvSpPr>
          <p:cNvPr id="253" name="TextBox 252">
            <a:hlinkClick action="ppaction://hlinksldjump" r:id="rId21"/>
          </p:cNvPr>
          <p:cNvSpPr txBox="1"/>
          <p:nvPr/>
        </p:nvSpPr>
        <p:spPr>
          <a:xfrm>
            <a:off x="4481848" y="326818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</a:t>
            </a:r>
          </a:p>
        </p:txBody>
      </p:sp>
      <p:sp>
        <p:nvSpPr>
          <p:cNvPr id="254" name="TextBox 253">
            <a:hlinkClick action="ppaction://hlinksldjump" r:id="rId22"/>
          </p:cNvPr>
          <p:cNvSpPr txBox="1"/>
          <p:nvPr/>
        </p:nvSpPr>
        <p:spPr>
          <a:xfrm>
            <a:off x="2711946" y="339498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42-413</a:t>
            </a:r>
          </a:p>
        </p:txBody>
      </p:sp>
      <p:sp>
        <p:nvSpPr>
          <p:cNvPr id="255" name="TextBox 254">
            <a:hlinkClick action="ppaction://hlinksldjump" r:id="rId22"/>
          </p:cNvPr>
          <p:cNvSpPr txBox="1"/>
          <p:nvPr/>
        </p:nvSpPr>
        <p:spPr>
          <a:xfrm>
            <a:off x="3467695" y="3394982"/>
            <a:ext cx="10134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in teso</a:t>
            </a:r>
          </a:p>
        </p:txBody>
      </p:sp>
      <p:sp>
        <p:nvSpPr>
          <p:cNvPr id="256" name="TextBox 255">
            <a:hlinkClick action="ppaction://hlinksldjump" r:id="rId22"/>
          </p:cNvPr>
          <p:cNvSpPr txBox="1"/>
          <p:nvPr/>
        </p:nvSpPr>
        <p:spPr>
          <a:xfrm>
            <a:off x="4491659" y="339498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57" name="TextBox 256">
            <a:hlinkClick action="ppaction://hlinksldjump" r:id="rId19"/>
          </p:cNvPr>
          <p:cNvSpPr txBox="1"/>
          <p:nvPr/>
        </p:nvSpPr>
        <p:spPr>
          <a:xfrm>
            <a:off x="2711946" y="3521784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42-414</a:t>
            </a:r>
          </a:p>
        </p:txBody>
      </p:sp>
      <p:sp>
        <p:nvSpPr>
          <p:cNvPr id="258" name="TextBox 257">
            <a:hlinkClick action="ppaction://hlinksldjump" r:id="rId19"/>
          </p:cNvPr>
          <p:cNvSpPr txBox="1"/>
          <p:nvPr/>
        </p:nvSpPr>
        <p:spPr>
          <a:xfrm>
            <a:off x="3467695" y="3521784"/>
            <a:ext cx="50331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Bauletto big</a:t>
            </a:r>
          </a:p>
        </p:txBody>
      </p:sp>
      <p:sp>
        <p:nvSpPr>
          <p:cNvPr id="259" name="TextBox 258">
            <a:hlinkClick action="ppaction://hlinksldjump" r:id="rId19"/>
          </p:cNvPr>
          <p:cNvSpPr txBox="1"/>
          <p:nvPr/>
        </p:nvSpPr>
        <p:spPr>
          <a:xfrm>
            <a:off x="4481848" y="352178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260" name="TextBox 259">
            <a:hlinkClick action="ppaction://hlinksldjump" r:id="rId22"/>
          </p:cNvPr>
          <p:cNvSpPr txBox="1"/>
          <p:nvPr/>
        </p:nvSpPr>
        <p:spPr>
          <a:xfrm>
            <a:off x="2711946" y="364858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42-422</a:t>
            </a:r>
          </a:p>
        </p:txBody>
      </p:sp>
      <p:sp>
        <p:nvSpPr>
          <p:cNvPr id="261" name="TextBox 260">
            <a:hlinkClick action="ppaction://hlinksldjump" r:id="rId22"/>
          </p:cNvPr>
          <p:cNvSpPr txBox="1"/>
          <p:nvPr/>
        </p:nvSpPr>
        <p:spPr>
          <a:xfrm>
            <a:off x="3467695" y="3648585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262" name="TextBox 261">
            <a:hlinkClick action="ppaction://hlinksldjump" r:id="rId22"/>
          </p:cNvPr>
          <p:cNvSpPr txBox="1"/>
          <p:nvPr/>
        </p:nvSpPr>
        <p:spPr>
          <a:xfrm>
            <a:off x="4491659" y="364858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63" name="TextBox 262">
            <a:hlinkClick action="ppaction://hlinksldjump" r:id="rId22"/>
          </p:cNvPr>
          <p:cNvSpPr txBox="1"/>
          <p:nvPr/>
        </p:nvSpPr>
        <p:spPr>
          <a:xfrm>
            <a:off x="2711946" y="3775387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42-423A</a:t>
            </a:r>
          </a:p>
        </p:txBody>
      </p:sp>
      <p:sp>
        <p:nvSpPr>
          <p:cNvPr id="264" name="TextBox 263">
            <a:hlinkClick action="ppaction://hlinksldjump" r:id="rId22"/>
          </p:cNvPr>
          <p:cNvSpPr txBox="1"/>
          <p:nvPr/>
        </p:nvSpPr>
        <p:spPr>
          <a:xfrm>
            <a:off x="3467695" y="3775387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265" name="TextBox 264">
            <a:hlinkClick action="ppaction://hlinksldjump" r:id="rId22"/>
          </p:cNvPr>
          <p:cNvSpPr txBox="1"/>
          <p:nvPr/>
        </p:nvSpPr>
        <p:spPr>
          <a:xfrm>
            <a:off x="4491659" y="377538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266" name="TextBox 265">
            <a:hlinkClick action="ppaction://hlinksldjump" r:id="rId24"/>
          </p:cNvPr>
          <p:cNvSpPr txBox="1"/>
          <p:nvPr/>
        </p:nvSpPr>
        <p:spPr>
          <a:xfrm>
            <a:off x="2711946" y="390218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42-428</a:t>
            </a:r>
          </a:p>
        </p:txBody>
      </p:sp>
      <p:sp>
        <p:nvSpPr>
          <p:cNvPr id="267" name="TextBox 266">
            <a:hlinkClick action="ppaction://hlinksldjump" r:id="rId24"/>
          </p:cNvPr>
          <p:cNvSpPr txBox="1"/>
          <p:nvPr/>
        </p:nvSpPr>
        <p:spPr>
          <a:xfrm>
            <a:off x="3467695" y="3902189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68" name="TextBox 267">
            <a:hlinkClick action="ppaction://hlinksldjump" r:id="rId24"/>
          </p:cNvPr>
          <p:cNvSpPr txBox="1"/>
          <p:nvPr/>
        </p:nvSpPr>
        <p:spPr>
          <a:xfrm>
            <a:off x="4491659" y="390218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69" name="TextBox 268">
            <a:hlinkClick action="ppaction://hlinksldjump" r:id="rId24"/>
          </p:cNvPr>
          <p:cNvSpPr txBox="1"/>
          <p:nvPr/>
        </p:nvSpPr>
        <p:spPr>
          <a:xfrm>
            <a:off x="2711946" y="402899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42-429</a:t>
            </a:r>
          </a:p>
        </p:txBody>
      </p:sp>
      <p:sp>
        <p:nvSpPr>
          <p:cNvPr id="270" name="TextBox 269">
            <a:hlinkClick action="ppaction://hlinksldjump" r:id="rId24"/>
          </p:cNvPr>
          <p:cNvSpPr txBox="1"/>
          <p:nvPr/>
        </p:nvSpPr>
        <p:spPr>
          <a:xfrm>
            <a:off x="3467695" y="4028990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71" name="TextBox 270">
            <a:hlinkClick action="ppaction://hlinksldjump" r:id="rId24"/>
          </p:cNvPr>
          <p:cNvSpPr txBox="1"/>
          <p:nvPr/>
        </p:nvSpPr>
        <p:spPr>
          <a:xfrm>
            <a:off x="4491659" y="402899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72" name="TextBox 271">
            <a:hlinkClick action="ppaction://hlinksldjump" r:id="rId24"/>
          </p:cNvPr>
          <p:cNvSpPr txBox="1"/>
          <p:nvPr/>
        </p:nvSpPr>
        <p:spPr>
          <a:xfrm>
            <a:off x="2711946" y="415579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42-430</a:t>
            </a:r>
          </a:p>
        </p:txBody>
      </p:sp>
      <p:sp>
        <p:nvSpPr>
          <p:cNvPr id="273" name="TextBox 272">
            <a:hlinkClick action="ppaction://hlinksldjump" r:id="rId24"/>
          </p:cNvPr>
          <p:cNvSpPr txBox="1"/>
          <p:nvPr/>
        </p:nvSpPr>
        <p:spPr>
          <a:xfrm>
            <a:off x="3467695" y="4155792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74" name="TextBox 273">
            <a:hlinkClick action="ppaction://hlinksldjump" r:id="rId24"/>
          </p:cNvPr>
          <p:cNvSpPr txBox="1"/>
          <p:nvPr/>
        </p:nvSpPr>
        <p:spPr>
          <a:xfrm>
            <a:off x="4491659" y="415579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75" name="TextBox 274">
            <a:hlinkClick action="ppaction://hlinksldjump" r:id="rId24"/>
          </p:cNvPr>
          <p:cNvSpPr txBox="1"/>
          <p:nvPr/>
        </p:nvSpPr>
        <p:spPr>
          <a:xfrm>
            <a:off x="2711946" y="4282593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42-431</a:t>
            </a:r>
          </a:p>
        </p:txBody>
      </p:sp>
      <p:sp>
        <p:nvSpPr>
          <p:cNvPr id="276" name="TextBox 275">
            <a:hlinkClick action="ppaction://hlinksldjump" r:id="rId24"/>
          </p:cNvPr>
          <p:cNvSpPr txBox="1"/>
          <p:nvPr/>
        </p:nvSpPr>
        <p:spPr>
          <a:xfrm>
            <a:off x="3467695" y="4282593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77" name="TextBox 276">
            <a:hlinkClick action="ppaction://hlinksldjump" r:id="rId24"/>
          </p:cNvPr>
          <p:cNvSpPr txBox="1"/>
          <p:nvPr/>
        </p:nvSpPr>
        <p:spPr>
          <a:xfrm>
            <a:off x="4491659" y="428259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78" name="TextBox 277">
            <a:hlinkClick action="ppaction://hlinksldjump" r:id="rId24"/>
          </p:cNvPr>
          <p:cNvSpPr txBox="1"/>
          <p:nvPr/>
        </p:nvSpPr>
        <p:spPr>
          <a:xfrm>
            <a:off x="2711946" y="4409395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42-432</a:t>
            </a:r>
          </a:p>
        </p:txBody>
      </p:sp>
      <p:sp>
        <p:nvSpPr>
          <p:cNvPr id="279" name="TextBox 278">
            <a:hlinkClick action="ppaction://hlinksldjump" r:id="rId24"/>
          </p:cNvPr>
          <p:cNvSpPr txBox="1"/>
          <p:nvPr/>
        </p:nvSpPr>
        <p:spPr>
          <a:xfrm>
            <a:off x="3467695" y="4409395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80" name="TextBox 279">
            <a:hlinkClick action="ppaction://hlinksldjump" r:id="rId24"/>
          </p:cNvPr>
          <p:cNvSpPr txBox="1"/>
          <p:nvPr/>
        </p:nvSpPr>
        <p:spPr>
          <a:xfrm>
            <a:off x="4491659" y="440939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81" name="TextBox 280">
            <a:hlinkClick action="ppaction://hlinksldjump" r:id="rId24"/>
          </p:cNvPr>
          <p:cNvSpPr txBox="1"/>
          <p:nvPr/>
        </p:nvSpPr>
        <p:spPr>
          <a:xfrm>
            <a:off x="2711946" y="453619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42-433</a:t>
            </a:r>
          </a:p>
        </p:txBody>
      </p:sp>
      <p:sp>
        <p:nvSpPr>
          <p:cNvPr id="282" name="TextBox 281">
            <a:hlinkClick action="ppaction://hlinksldjump" r:id="rId24"/>
          </p:cNvPr>
          <p:cNvSpPr txBox="1"/>
          <p:nvPr/>
        </p:nvSpPr>
        <p:spPr>
          <a:xfrm>
            <a:off x="3467695" y="4536196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83" name="TextBox 282">
            <a:hlinkClick action="ppaction://hlinksldjump" r:id="rId24"/>
          </p:cNvPr>
          <p:cNvSpPr txBox="1"/>
          <p:nvPr/>
        </p:nvSpPr>
        <p:spPr>
          <a:xfrm>
            <a:off x="4491659" y="453619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84" name="TextBox 283">
            <a:hlinkClick action="ppaction://hlinksldjump" r:id="rId24"/>
          </p:cNvPr>
          <p:cNvSpPr txBox="1"/>
          <p:nvPr/>
        </p:nvSpPr>
        <p:spPr>
          <a:xfrm>
            <a:off x="2711946" y="4662998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42-434</a:t>
            </a:r>
          </a:p>
        </p:txBody>
      </p:sp>
      <p:sp>
        <p:nvSpPr>
          <p:cNvPr id="285" name="TextBox 284">
            <a:hlinkClick action="ppaction://hlinksldjump" r:id="rId24"/>
          </p:cNvPr>
          <p:cNvSpPr txBox="1"/>
          <p:nvPr/>
        </p:nvSpPr>
        <p:spPr>
          <a:xfrm>
            <a:off x="3467695" y="4662998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86" name="TextBox 285">
            <a:hlinkClick action="ppaction://hlinksldjump" r:id="rId24"/>
          </p:cNvPr>
          <p:cNvSpPr txBox="1"/>
          <p:nvPr/>
        </p:nvSpPr>
        <p:spPr>
          <a:xfrm>
            <a:off x="4491659" y="466299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87" name="TextBox 286">
            <a:hlinkClick action="ppaction://hlinksldjump" r:id="rId24"/>
          </p:cNvPr>
          <p:cNvSpPr txBox="1"/>
          <p:nvPr/>
        </p:nvSpPr>
        <p:spPr>
          <a:xfrm>
            <a:off x="2711946" y="478979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42-435</a:t>
            </a:r>
          </a:p>
        </p:txBody>
      </p:sp>
      <p:sp>
        <p:nvSpPr>
          <p:cNvPr id="288" name="TextBox 287">
            <a:hlinkClick action="ppaction://hlinksldjump" r:id="rId24"/>
          </p:cNvPr>
          <p:cNvSpPr txBox="1"/>
          <p:nvPr/>
        </p:nvSpPr>
        <p:spPr>
          <a:xfrm>
            <a:off x="3467695" y="4789799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89" name="TextBox 288">
            <a:hlinkClick action="ppaction://hlinksldjump" r:id="rId24"/>
          </p:cNvPr>
          <p:cNvSpPr txBox="1"/>
          <p:nvPr/>
        </p:nvSpPr>
        <p:spPr>
          <a:xfrm>
            <a:off x="4491659" y="478979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90" name="TextBox 289">
            <a:hlinkClick action="ppaction://hlinksldjump" r:id="rId24"/>
          </p:cNvPr>
          <p:cNvSpPr txBox="1"/>
          <p:nvPr/>
        </p:nvSpPr>
        <p:spPr>
          <a:xfrm>
            <a:off x="2711946" y="491660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42-436</a:t>
            </a:r>
          </a:p>
        </p:txBody>
      </p:sp>
      <p:sp>
        <p:nvSpPr>
          <p:cNvPr id="291" name="TextBox 290">
            <a:hlinkClick action="ppaction://hlinksldjump" r:id="rId24"/>
          </p:cNvPr>
          <p:cNvSpPr txBox="1"/>
          <p:nvPr/>
        </p:nvSpPr>
        <p:spPr>
          <a:xfrm>
            <a:off x="3467695" y="4916601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92" name="TextBox 291">
            <a:hlinkClick action="ppaction://hlinksldjump" r:id="rId24"/>
          </p:cNvPr>
          <p:cNvSpPr txBox="1"/>
          <p:nvPr/>
        </p:nvSpPr>
        <p:spPr>
          <a:xfrm>
            <a:off x="4491659" y="491660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93" name="TextBox 292">
            <a:hlinkClick action="ppaction://hlinksldjump" r:id="rId24"/>
          </p:cNvPr>
          <p:cNvSpPr txBox="1"/>
          <p:nvPr/>
        </p:nvSpPr>
        <p:spPr>
          <a:xfrm>
            <a:off x="2711946" y="5043403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42-437</a:t>
            </a:r>
          </a:p>
        </p:txBody>
      </p:sp>
      <p:sp>
        <p:nvSpPr>
          <p:cNvPr id="294" name="TextBox 293">
            <a:hlinkClick action="ppaction://hlinksldjump" r:id="rId24"/>
          </p:cNvPr>
          <p:cNvSpPr txBox="1"/>
          <p:nvPr/>
        </p:nvSpPr>
        <p:spPr>
          <a:xfrm>
            <a:off x="3467695" y="5043403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6 angoli</a:t>
            </a:r>
          </a:p>
        </p:txBody>
      </p:sp>
      <p:sp>
        <p:nvSpPr>
          <p:cNvPr id="295" name="TextBox 294">
            <a:hlinkClick action="ppaction://hlinksldjump" r:id="rId24"/>
          </p:cNvPr>
          <p:cNvSpPr txBox="1"/>
          <p:nvPr/>
        </p:nvSpPr>
        <p:spPr>
          <a:xfrm>
            <a:off x="4491659" y="504340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96" name="TextBox 295">
            <a:hlinkClick action="ppaction://hlinksldjump" r:id="rId24"/>
          </p:cNvPr>
          <p:cNvSpPr txBox="1"/>
          <p:nvPr/>
        </p:nvSpPr>
        <p:spPr>
          <a:xfrm>
            <a:off x="2711946" y="5170204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42-438</a:t>
            </a:r>
          </a:p>
        </p:txBody>
      </p:sp>
      <p:sp>
        <p:nvSpPr>
          <p:cNvPr id="297" name="TextBox 296">
            <a:hlinkClick action="ppaction://hlinksldjump" r:id="rId24"/>
          </p:cNvPr>
          <p:cNvSpPr txBox="1"/>
          <p:nvPr/>
        </p:nvSpPr>
        <p:spPr>
          <a:xfrm>
            <a:off x="3467695" y="5170204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6 angoli</a:t>
            </a:r>
          </a:p>
        </p:txBody>
      </p:sp>
      <p:sp>
        <p:nvSpPr>
          <p:cNvPr id="298" name="TextBox 297">
            <a:hlinkClick action="ppaction://hlinksldjump" r:id="rId24"/>
          </p:cNvPr>
          <p:cNvSpPr txBox="1"/>
          <p:nvPr/>
        </p:nvSpPr>
        <p:spPr>
          <a:xfrm>
            <a:off x="4491659" y="517020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299" name="TextBox 298">
            <a:hlinkClick action="ppaction://hlinksldjump" r:id="rId24"/>
          </p:cNvPr>
          <p:cNvSpPr txBox="1"/>
          <p:nvPr/>
        </p:nvSpPr>
        <p:spPr>
          <a:xfrm>
            <a:off x="2711946" y="529700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42-439</a:t>
            </a:r>
          </a:p>
        </p:txBody>
      </p:sp>
      <p:sp>
        <p:nvSpPr>
          <p:cNvPr id="300" name="TextBox 299">
            <a:hlinkClick action="ppaction://hlinksldjump" r:id="rId24"/>
          </p:cNvPr>
          <p:cNvSpPr txBox="1"/>
          <p:nvPr/>
        </p:nvSpPr>
        <p:spPr>
          <a:xfrm>
            <a:off x="3467695" y="5297006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6 angoli</a:t>
            </a:r>
          </a:p>
        </p:txBody>
      </p:sp>
      <p:sp>
        <p:nvSpPr>
          <p:cNvPr id="301" name="TextBox 300">
            <a:hlinkClick action="ppaction://hlinksldjump" r:id="rId24"/>
          </p:cNvPr>
          <p:cNvSpPr txBox="1"/>
          <p:nvPr/>
        </p:nvSpPr>
        <p:spPr>
          <a:xfrm>
            <a:off x="4491659" y="529700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302" name="TextBox 301">
            <a:hlinkClick action="ppaction://hlinksldjump" r:id="rId24"/>
          </p:cNvPr>
          <p:cNvSpPr txBox="1"/>
          <p:nvPr/>
        </p:nvSpPr>
        <p:spPr>
          <a:xfrm>
            <a:off x="2711946" y="542380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42-440</a:t>
            </a:r>
          </a:p>
        </p:txBody>
      </p:sp>
      <p:sp>
        <p:nvSpPr>
          <p:cNvPr id="303" name="TextBox 302">
            <a:hlinkClick action="ppaction://hlinksldjump" r:id="rId24"/>
          </p:cNvPr>
          <p:cNvSpPr txBox="1"/>
          <p:nvPr/>
        </p:nvSpPr>
        <p:spPr>
          <a:xfrm>
            <a:off x="3467695" y="5423807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6 angoli</a:t>
            </a:r>
          </a:p>
        </p:txBody>
      </p:sp>
      <p:sp>
        <p:nvSpPr>
          <p:cNvPr id="304" name="TextBox 303">
            <a:hlinkClick action="ppaction://hlinksldjump" r:id="rId24"/>
          </p:cNvPr>
          <p:cNvSpPr txBox="1"/>
          <p:nvPr/>
        </p:nvSpPr>
        <p:spPr>
          <a:xfrm>
            <a:off x="4491659" y="542380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305" name="TextBox 304">
            <a:hlinkClick action="ppaction://hlinksldjump" r:id="rId24"/>
          </p:cNvPr>
          <p:cNvSpPr txBox="1"/>
          <p:nvPr/>
        </p:nvSpPr>
        <p:spPr>
          <a:xfrm>
            <a:off x="2711946" y="555060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42-442</a:t>
            </a:r>
          </a:p>
        </p:txBody>
      </p:sp>
      <p:sp>
        <p:nvSpPr>
          <p:cNvPr id="306" name="TextBox 305">
            <a:hlinkClick action="ppaction://hlinksldjump" r:id="rId24"/>
          </p:cNvPr>
          <p:cNvSpPr txBox="1"/>
          <p:nvPr/>
        </p:nvSpPr>
        <p:spPr>
          <a:xfrm>
            <a:off x="3467695" y="5550609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6 angoli</a:t>
            </a:r>
          </a:p>
        </p:txBody>
      </p:sp>
      <p:sp>
        <p:nvSpPr>
          <p:cNvPr id="307" name="TextBox 306">
            <a:hlinkClick action="ppaction://hlinksldjump" r:id="rId24"/>
          </p:cNvPr>
          <p:cNvSpPr txBox="1"/>
          <p:nvPr/>
        </p:nvSpPr>
        <p:spPr>
          <a:xfrm>
            <a:off x="4491659" y="555060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</a:t>
            </a:r>
          </a:p>
        </p:txBody>
      </p:sp>
      <p:sp>
        <p:nvSpPr>
          <p:cNvPr id="308" name="TextBox 307">
            <a:hlinkClick action="ppaction://hlinksldjump" r:id="rId25"/>
          </p:cNvPr>
          <p:cNvSpPr txBox="1"/>
          <p:nvPr/>
        </p:nvSpPr>
        <p:spPr>
          <a:xfrm>
            <a:off x="2711946" y="5677410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42-453 a</a:t>
            </a:r>
          </a:p>
        </p:txBody>
      </p:sp>
      <p:sp>
        <p:nvSpPr>
          <p:cNvPr id="309" name="TextBox 308">
            <a:hlinkClick action="ppaction://hlinksldjump" r:id="rId25"/>
          </p:cNvPr>
          <p:cNvSpPr txBox="1"/>
          <p:nvPr/>
        </p:nvSpPr>
        <p:spPr>
          <a:xfrm>
            <a:off x="3467695" y="5677410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Cake box</a:t>
            </a:r>
          </a:p>
        </p:txBody>
      </p:sp>
      <p:sp>
        <p:nvSpPr>
          <p:cNvPr id="310" name="TextBox 309">
            <a:hlinkClick action="ppaction://hlinksldjump" r:id="rId25"/>
          </p:cNvPr>
          <p:cNvSpPr txBox="1"/>
          <p:nvPr/>
        </p:nvSpPr>
        <p:spPr>
          <a:xfrm>
            <a:off x="4501470" y="567741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311" name="TextBox 310">
            <a:hlinkClick action="ppaction://hlinksldjump" r:id="rId25"/>
          </p:cNvPr>
          <p:cNvSpPr txBox="1"/>
          <p:nvPr/>
        </p:nvSpPr>
        <p:spPr>
          <a:xfrm>
            <a:off x="2711946" y="5804212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42-454 a</a:t>
            </a:r>
          </a:p>
        </p:txBody>
      </p:sp>
      <p:sp>
        <p:nvSpPr>
          <p:cNvPr id="312" name="TextBox 311">
            <a:hlinkClick action="ppaction://hlinksldjump" r:id="rId25"/>
          </p:cNvPr>
          <p:cNvSpPr txBox="1"/>
          <p:nvPr/>
        </p:nvSpPr>
        <p:spPr>
          <a:xfrm>
            <a:off x="3467695" y="5804212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Cake box</a:t>
            </a:r>
          </a:p>
        </p:txBody>
      </p:sp>
      <p:sp>
        <p:nvSpPr>
          <p:cNvPr id="313" name="TextBox 312">
            <a:hlinkClick action="ppaction://hlinksldjump" r:id="rId25"/>
          </p:cNvPr>
          <p:cNvSpPr txBox="1"/>
          <p:nvPr/>
        </p:nvSpPr>
        <p:spPr>
          <a:xfrm>
            <a:off x="4501470" y="580421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314" name="TextBox 313">
            <a:hlinkClick action="ppaction://hlinksldjump" r:id="rId25"/>
          </p:cNvPr>
          <p:cNvSpPr txBox="1"/>
          <p:nvPr/>
        </p:nvSpPr>
        <p:spPr>
          <a:xfrm>
            <a:off x="2711946" y="5931014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42-455 a</a:t>
            </a:r>
          </a:p>
        </p:txBody>
      </p:sp>
      <p:sp>
        <p:nvSpPr>
          <p:cNvPr id="315" name="TextBox 314">
            <a:hlinkClick action="ppaction://hlinksldjump" r:id="rId25"/>
          </p:cNvPr>
          <p:cNvSpPr txBox="1"/>
          <p:nvPr/>
        </p:nvSpPr>
        <p:spPr>
          <a:xfrm>
            <a:off x="3467695" y="5931014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Cake box</a:t>
            </a:r>
          </a:p>
        </p:txBody>
      </p:sp>
      <p:sp>
        <p:nvSpPr>
          <p:cNvPr id="316" name="TextBox 315">
            <a:hlinkClick action="ppaction://hlinksldjump" r:id="rId25"/>
          </p:cNvPr>
          <p:cNvSpPr txBox="1"/>
          <p:nvPr/>
        </p:nvSpPr>
        <p:spPr>
          <a:xfrm>
            <a:off x="4501470" y="593101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317" name="TextBox 316">
            <a:hlinkClick action="ppaction://hlinksldjump" r:id="rId26"/>
          </p:cNvPr>
          <p:cNvSpPr txBox="1"/>
          <p:nvPr/>
        </p:nvSpPr>
        <p:spPr>
          <a:xfrm>
            <a:off x="2711946" y="6057815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42-SCOR</a:t>
            </a:r>
          </a:p>
        </p:txBody>
      </p:sp>
      <p:sp>
        <p:nvSpPr>
          <p:cNvPr id="318" name="TextBox 317">
            <a:hlinkClick action="ppaction://hlinksldjump" r:id="rId26"/>
          </p:cNvPr>
          <p:cNvSpPr txBox="1"/>
          <p:nvPr/>
        </p:nvSpPr>
        <p:spPr>
          <a:xfrm>
            <a:off x="3467695" y="6057815"/>
            <a:ext cx="11606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colazione a scorrimento</a:t>
            </a:r>
          </a:p>
        </p:txBody>
      </p:sp>
      <p:sp>
        <p:nvSpPr>
          <p:cNvPr id="319" name="TextBox 318">
            <a:hlinkClick action="ppaction://hlinksldjump" r:id="rId26"/>
          </p:cNvPr>
          <p:cNvSpPr txBox="1"/>
          <p:nvPr/>
        </p:nvSpPr>
        <p:spPr>
          <a:xfrm>
            <a:off x="4491659" y="605781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320" name="TextBox 319">
            <a:hlinkClick action="ppaction://hlinksldjump" r:id="rId13"/>
          </p:cNvPr>
          <p:cNvSpPr txBox="1"/>
          <p:nvPr/>
        </p:nvSpPr>
        <p:spPr>
          <a:xfrm>
            <a:off x="2711946" y="6184617"/>
            <a:ext cx="21880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42M</a:t>
            </a:r>
          </a:p>
        </p:txBody>
      </p:sp>
      <p:sp>
        <p:nvSpPr>
          <p:cNvPr id="321" name="TextBox 320">
            <a:hlinkClick action="ppaction://hlinksldjump" r:id="rId13"/>
          </p:cNvPr>
          <p:cNvSpPr txBox="1"/>
          <p:nvPr/>
        </p:nvSpPr>
        <p:spPr>
          <a:xfrm>
            <a:off x="3467695" y="6184617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322" name="TextBox 321">
            <a:hlinkClick action="ppaction://hlinksldjump" r:id="rId13"/>
          </p:cNvPr>
          <p:cNvSpPr txBox="1"/>
          <p:nvPr/>
        </p:nvSpPr>
        <p:spPr>
          <a:xfrm>
            <a:off x="4491659" y="618461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323" name="TextBox 322">
            <a:hlinkClick action="ppaction://hlinksldjump" r:id="rId14"/>
          </p:cNvPr>
          <p:cNvSpPr txBox="1"/>
          <p:nvPr/>
        </p:nvSpPr>
        <p:spPr>
          <a:xfrm>
            <a:off x="2711946" y="6311418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42M - COP</a:t>
            </a:r>
          </a:p>
        </p:txBody>
      </p:sp>
      <p:sp>
        <p:nvSpPr>
          <p:cNvPr id="324" name="TextBox 323">
            <a:hlinkClick action="ppaction://hlinksldjump" r:id="rId14"/>
          </p:cNvPr>
          <p:cNvSpPr txBox="1"/>
          <p:nvPr/>
        </p:nvSpPr>
        <p:spPr>
          <a:xfrm>
            <a:off x="3467695" y="6311418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325" name="TextBox 324">
            <a:hlinkClick action="ppaction://hlinksldjump" r:id="rId14"/>
          </p:cNvPr>
          <p:cNvSpPr txBox="1"/>
          <p:nvPr/>
        </p:nvSpPr>
        <p:spPr>
          <a:xfrm>
            <a:off x="4491659" y="631141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326" name="TextBox 325">
            <a:hlinkClick action="ppaction://hlinksldjump" r:id="rId13"/>
          </p:cNvPr>
          <p:cNvSpPr txBox="1"/>
          <p:nvPr/>
        </p:nvSpPr>
        <p:spPr>
          <a:xfrm>
            <a:off x="2711946" y="6438220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45W</a:t>
            </a:r>
          </a:p>
        </p:txBody>
      </p:sp>
      <p:sp>
        <p:nvSpPr>
          <p:cNvPr id="327" name="TextBox 326">
            <a:hlinkClick action="ppaction://hlinksldjump" r:id="rId13"/>
          </p:cNvPr>
          <p:cNvSpPr txBox="1"/>
          <p:nvPr/>
        </p:nvSpPr>
        <p:spPr>
          <a:xfrm>
            <a:off x="3467695" y="6438220"/>
            <a:ext cx="90555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cartoncino</a:t>
            </a:r>
          </a:p>
        </p:txBody>
      </p:sp>
      <p:sp>
        <p:nvSpPr>
          <p:cNvPr id="328" name="TextBox 327">
            <a:hlinkClick action="ppaction://hlinksldjump" r:id="rId13"/>
          </p:cNvPr>
          <p:cNvSpPr txBox="1"/>
          <p:nvPr/>
        </p:nvSpPr>
        <p:spPr>
          <a:xfrm>
            <a:off x="4491659" y="643822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329" name="TextBox 328">
            <a:hlinkClick action="ppaction://hlinksldjump" r:id="rId14"/>
          </p:cNvPr>
          <p:cNvSpPr txBox="1"/>
          <p:nvPr/>
        </p:nvSpPr>
        <p:spPr>
          <a:xfrm>
            <a:off x="2711946" y="6565021"/>
            <a:ext cx="4935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45W - COP</a:t>
            </a:r>
          </a:p>
        </p:txBody>
      </p:sp>
      <p:sp>
        <p:nvSpPr>
          <p:cNvPr id="330" name="TextBox 329">
            <a:hlinkClick action="ppaction://hlinksldjump" r:id="rId14"/>
          </p:cNvPr>
          <p:cNvSpPr txBox="1"/>
          <p:nvPr/>
        </p:nvSpPr>
        <p:spPr>
          <a:xfrm>
            <a:off x="3467695" y="6565021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331" name="TextBox 330">
            <a:hlinkClick action="ppaction://hlinksldjump" r:id="rId14"/>
          </p:cNvPr>
          <p:cNvSpPr txBox="1"/>
          <p:nvPr/>
        </p:nvSpPr>
        <p:spPr>
          <a:xfrm>
            <a:off x="4491659" y="656502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332" name="TextBox 331">
            <a:hlinkClick action="ppaction://hlinksldjump" r:id="rId27"/>
          </p:cNvPr>
          <p:cNvSpPr txBox="1"/>
          <p:nvPr/>
        </p:nvSpPr>
        <p:spPr>
          <a:xfrm>
            <a:off x="2711946" y="6691823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60-01</a:t>
            </a:r>
          </a:p>
        </p:txBody>
      </p:sp>
      <p:sp>
        <p:nvSpPr>
          <p:cNvPr id="333" name="TextBox 332">
            <a:hlinkClick action="ppaction://hlinksldjump" r:id="rId27"/>
          </p:cNvPr>
          <p:cNvSpPr txBox="1"/>
          <p:nvPr/>
        </p:nvSpPr>
        <p:spPr>
          <a:xfrm>
            <a:off x="3467695" y="6691823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classico</a:t>
            </a:r>
          </a:p>
        </p:txBody>
      </p:sp>
      <p:sp>
        <p:nvSpPr>
          <p:cNvPr id="334" name="TextBox 333">
            <a:hlinkClick action="ppaction://hlinksldjump" r:id="rId27"/>
          </p:cNvPr>
          <p:cNvSpPr txBox="1"/>
          <p:nvPr/>
        </p:nvSpPr>
        <p:spPr>
          <a:xfrm>
            <a:off x="4501470" y="669182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335" name="TextBox 334">
            <a:hlinkClick action="ppaction://hlinksldjump" r:id="rId27"/>
          </p:cNvPr>
          <p:cNvSpPr txBox="1"/>
          <p:nvPr/>
        </p:nvSpPr>
        <p:spPr>
          <a:xfrm>
            <a:off x="2711946" y="6818625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60-02</a:t>
            </a:r>
          </a:p>
        </p:txBody>
      </p:sp>
      <p:sp>
        <p:nvSpPr>
          <p:cNvPr id="336" name="TextBox 335">
            <a:hlinkClick action="ppaction://hlinksldjump" r:id="rId27"/>
          </p:cNvPr>
          <p:cNvSpPr txBox="1"/>
          <p:nvPr/>
        </p:nvSpPr>
        <p:spPr>
          <a:xfrm>
            <a:off x="3467695" y="6818625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classico</a:t>
            </a:r>
          </a:p>
        </p:txBody>
      </p:sp>
      <p:sp>
        <p:nvSpPr>
          <p:cNvPr id="337" name="TextBox 336">
            <a:hlinkClick action="ppaction://hlinksldjump" r:id="rId27"/>
          </p:cNvPr>
          <p:cNvSpPr txBox="1"/>
          <p:nvPr/>
        </p:nvSpPr>
        <p:spPr>
          <a:xfrm>
            <a:off x="4501470" y="681862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338" name="TextBox 337">
            <a:hlinkClick action="ppaction://hlinksldjump" r:id="rId27"/>
          </p:cNvPr>
          <p:cNvSpPr txBox="1"/>
          <p:nvPr/>
        </p:nvSpPr>
        <p:spPr>
          <a:xfrm>
            <a:off x="2711946" y="694542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60-03</a:t>
            </a:r>
          </a:p>
        </p:txBody>
      </p:sp>
      <p:sp>
        <p:nvSpPr>
          <p:cNvPr id="339" name="TextBox 338">
            <a:hlinkClick action="ppaction://hlinksldjump" r:id="rId27"/>
          </p:cNvPr>
          <p:cNvSpPr txBox="1"/>
          <p:nvPr/>
        </p:nvSpPr>
        <p:spPr>
          <a:xfrm>
            <a:off x="3467695" y="6945426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classico</a:t>
            </a:r>
          </a:p>
        </p:txBody>
      </p:sp>
      <p:sp>
        <p:nvSpPr>
          <p:cNvPr id="340" name="TextBox 339">
            <a:hlinkClick action="ppaction://hlinksldjump" r:id="rId27"/>
          </p:cNvPr>
          <p:cNvSpPr txBox="1"/>
          <p:nvPr/>
        </p:nvSpPr>
        <p:spPr>
          <a:xfrm>
            <a:off x="4501470" y="694542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341" name="TextBox 340">
            <a:hlinkClick action="ppaction://hlinksldjump" r:id="rId27"/>
          </p:cNvPr>
          <p:cNvSpPr txBox="1"/>
          <p:nvPr/>
        </p:nvSpPr>
        <p:spPr>
          <a:xfrm>
            <a:off x="2711946" y="707222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60-04</a:t>
            </a:r>
          </a:p>
        </p:txBody>
      </p:sp>
      <p:sp>
        <p:nvSpPr>
          <p:cNvPr id="342" name="TextBox 341">
            <a:hlinkClick action="ppaction://hlinksldjump" r:id="rId27"/>
          </p:cNvPr>
          <p:cNvSpPr txBox="1"/>
          <p:nvPr/>
        </p:nvSpPr>
        <p:spPr>
          <a:xfrm>
            <a:off x="3467695" y="7072228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paste classico</a:t>
            </a:r>
          </a:p>
        </p:txBody>
      </p:sp>
      <p:sp>
        <p:nvSpPr>
          <p:cNvPr id="343" name="TextBox 342">
            <a:hlinkClick action="ppaction://hlinksldjump" r:id="rId27"/>
          </p:cNvPr>
          <p:cNvSpPr txBox="1"/>
          <p:nvPr/>
        </p:nvSpPr>
        <p:spPr>
          <a:xfrm>
            <a:off x="4501470" y="707222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344" name="TextBox 343">
            <a:hlinkClick action="ppaction://hlinksldjump" r:id="rId26"/>
          </p:cNvPr>
          <p:cNvSpPr txBox="1"/>
          <p:nvPr/>
        </p:nvSpPr>
        <p:spPr>
          <a:xfrm>
            <a:off x="2711946" y="7199029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680-14A</a:t>
            </a:r>
          </a:p>
        </p:txBody>
      </p:sp>
      <p:sp>
        <p:nvSpPr>
          <p:cNvPr id="345" name="TextBox 344">
            <a:hlinkClick action="ppaction://hlinksldjump" r:id="rId26"/>
          </p:cNvPr>
          <p:cNvSpPr txBox="1"/>
          <p:nvPr/>
        </p:nvSpPr>
        <p:spPr>
          <a:xfrm>
            <a:off x="3467695" y="7199029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sushi con divisorio</a:t>
            </a:r>
          </a:p>
        </p:txBody>
      </p:sp>
      <p:sp>
        <p:nvSpPr>
          <p:cNvPr id="346" name="TextBox 345">
            <a:hlinkClick action="ppaction://hlinksldjump" r:id="rId26"/>
          </p:cNvPr>
          <p:cNvSpPr txBox="1"/>
          <p:nvPr/>
        </p:nvSpPr>
        <p:spPr>
          <a:xfrm>
            <a:off x="4491659" y="719902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347" name="TextBox 346">
            <a:hlinkClick action="ppaction://hlinksldjump" r:id="rId26"/>
          </p:cNvPr>
          <p:cNvSpPr txBox="1"/>
          <p:nvPr/>
        </p:nvSpPr>
        <p:spPr>
          <a:xfrm>
            <a:off x="2711946" y="7325831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680-17</a:t>
            </a:r>
          </a:p>
        </p:txBody>
      </p:sp>
      <p:sp>
        <p:nvSpPr>
          <p:cNvPr id="348" name="TextBox 347">
            <a:hlinkClick action="ppaction://hlinksldjump" r:id="rId26"/>
          </p:cNvPr>
          <p:cNvSpPr txBox="1"/>
          <p:nvPr/>
        </p:nvSpPr>
        <p:spPr>
          <a:xfrm>
            <a:off x="3467695" y="7325831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sushi con divisorio</a:t>
            </a:r>
          </a:p>
        </p:txBody>
      </p:sp>
      <p:sp>
        <p:nvSpPr>
          <p:cNvPr id="349" name="TextBox 348">
            <a:hlinkClick action="ppaction://hlinksldjump" r:id="rId26"/>
          </p:cNvPr>
          <p:cNvSpPr txBox="1"/>
          <p:nvPr/>
        </p:nvSpPr>
        <p:spPr>
          <a:xfrm>
            <a:off x="4491659" y="732583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350" name="TextBox 349">
            <a:hlinkClick action="ppaction://hlinksldjump" r:id="rId20"/>
          </p:cNvPr>
          <p:cNvSpPr txBox="1"/>
          <p:nvPr/>
        </p:nvSpPr>
        <p:spPr>
          <a:xfrm>
            <a:off x="2711946" y="745263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680-35</a:t>
            </a:r>
          </a:p>
        </p:txBody>
      </p:sp>
      <p:sp>
        <p:nvSpPr>
          <p:cNvPr id="351" name="TextBox 350">
            <a:hlinkClick action="ppaction://hlinksldjump" r:id="rId20"/>
          </p:cNvPr>
          <p:cNvSpPr txBox="1"/>
          <p:nvPr/>
        </p:nvSpPr>
        <p:spPr>
          <a:xfrm>
            <a:off x="3467695" y="7452632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sushi a scorrimento</a:t>
            </a:r>
          </a:p>
        </p:txBody>
      </p:sp>
      <p:sp>
        <p:nvSpPr>
          <p:cNvPr id="352" name="TextBox 351">
            <a:hlinkClick action="ppaction://hlinksldjump" r:id="rId20"/>
          </p:cNvPr>
          <p:cNvSpPr txBox="1"/>
          <p:nvPr/>
        </p:nvSpPr>
        <p:spPr>
          <a:xfrm>
            <a:off x="4481848" y="745263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</a:t>
            </a:r>
          </a:p>
        </p:txBody>
      </p:sp>
      <p:sp>
        <p:nvSpPr>
          <p:cNvPr id="353" name="TextBox 352">
            <a:hlinkClick action="ppaction://hlinksldjump" r:id="rId26"/>
          </p:cNvPr>
          <p:cNvSpPr txBox="1"/>
          <p:nvPr/>
        </p:nvSpPr>
        <p:spPr>
          <a:xfrm>
            <a:off x="2711946" y="7579434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680-38</a:t>
            </a:r>
          </a:p>
        </p:txBody>
      </p:sp>
      <p:sp>
        <p:nvSpPr>
          <p:cNvPr id="354" name="TextBox 353">
            <a:hlinkClick action="ppaction://hlinksldjump" r:id="rId26"/>
          </p:cNvPr>
          <p:cNvSpPr txBox="1"/>
          <p:nvPr/>
        </p:nvSpPr>
        <p:spPr>
          <a:xfrm>
            <a:off x="3467695" y="7579434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sushi con divisorio</a:t>
            </a:r>
          </a:p>
        </p:txBody>
      </p:sp>
      <p:sp>
        <p:nvSpPr>
          <p:cNvPr id="355" name="TextBox 354">
            <a:hlinkClick action="ppaction://hlinksldjump" r:id="rId26"/>
          </p:cNvPr>
          <p:cNvSpPr txBox="1"/>
          <p:nvPr/>
        </p:nvSpPr>
        <p:spPr>
          <a:xfrm>
            <a:off x="4491659" y="757943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356" name="TextBox 355">
            <a:hlinkClick action="ppaction://hlinksldjump" r:id="rId18"/>
          </p:cNvPr>
          <p:cNvSpPr txBox="1"/>
          <p:nvPr/>
        </p:nvSpPr>
        <p:spPr>
          <a:xfrm>
            <a:off x="2711946" y="770623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680-50</a:t>
            </a:r>
          </a:p>
        </p:txBody>
      </p:sp>
      <p:sp>
        <p:nvSpPr>
          <p:cNvPr id="357" name="TextBox 356">
            <a:hlinkClick action="ppaction://hlinksldjump" r:id="rId18"/>
          </p:cNvPr>
          <p:cNvSpPr txBox="1"/>
          <p:nvPr/>
        </p:nvSpPr>
        <p:spPr>
          <a:xfrm>
            <a:off x="3467695" y="7706235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pollo</a:t>
            </a:r>
          </a:p>
        </p:txBody>
      </p:sp>
      <p:sp>
        <p:nvSpPr>
          <p:cNvPr id="358" name="TextBox 357">
            <a:hlinkClick action="ppaction://hlinksldjump" r:id="rId18"/>
          </p:cNvPr>
          <p:cNvSpPr txBox="1"/>
          <p:nvPr/>
        </p:nvSpPr>
        <p:spPr>
          <a:xfrm>
            <a:off x="4491659" y="770623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65</a:t>
            </a:r>
          </a:p>
        </p:txBody>
      </p:sp>
      <p:sp>
        <p:nvSpPr>
          <p:cNvPr id="359" name="TextBox 358">
            <a:hlinkClick action="ppaction://hlinksldjump" r:id="rId18"/>
          </p:cNvPr>
          <p:cNvSpPr txBox="1"/>
          <p:nvPr/>
        </p:nvSpPr>
        <p:spPr>
          <a:xfrm>
            <a:off x="2711946" y="7833037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680-51</a:t>
            </a:r>
          </a:p>
        </p:txBody>
      </p:sp>
      <p:sp>
        <p:nvSpPr>
          <p:cNvPr id="360" name="TextBox 359">
            <a:hlinkClick action="ppaction://hlinksldjump" r:id="rId18"/>
          </p:cNvPr>
          <p:cNvSpPr txBox="1"/>
          <p:nvPr/>
        </p:nvSpPr>
        <p:spPr>
          <a:xfrm>
            <a:off x="3467695" y="7833037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pollo</a:t>
            </a:r>
          </a:p>
        </p:txBody>
      </p:sp>
      <p:sp>
        <p:nvSpPr>
          <p:cNvPr id="361" name="TextBox 360">
            <a:hlinkClick action="ppaction://hlinksldjump" r:id="rId18"/>
          </p:cNvPr>
          <p:cNvSpPr txBox="1"/>
          <p:nvPr/>
        </p:nvSpPr>
        <p:spPr>
          <a:xfrm>
            <a:off x="4491659" y="783303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65</a:t>
            </a:r>
          </a:p>
        </p:txBody>
      </p:sp>
      <p:sp>
        <p:nvSpPr>
          <p:cNvPr id="362" name="TextBox 361">
            <a:hlinkClick action="ppaction://hlinksldjump" r:id="rId18"/>
          </p:cNvPr>
          <p:cNvSpPr txBox="1"/>
          <p:nvPr/>
        </p:nvSpPr>
        <p:spPr>
          <a:xfrm>
            <a:off x="2711946" y="795983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680-52</a:t>
            </a:r>
          </a:p>
        </p:txBody>
      </p:sp>
      <p:sp>
        <p:nvSpPr>
          <p:cNvPr id="363" name="TextBox 362">
            <a:hlinkClick action="ppaction://hlinksldjump" r:id="rId18"/>
          </p:cNvPr>
          <p:cNvSpPr txBox="1"/>
          <p:nvPr/>
        </p:nvSpPr>
        <p:spPr>
          <a:xfrm>
            <a:off x="3467695" y="7959839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pollo</a:t>
            </a:r>
          </a:p>
        </p:txBody>
      </p:sp>
      <p:sp>
        <p:nvSpPr>
          <p:cNvPr id="364" name="TextBox 363">
            <a:hlinkClick action="ppaction://hlinksldjump" r:id="rId18"/>
          </p:cNvPr>
          <p:cNvSpPr txBox="1"/>
          <p:nvPr/>
        </p:nvSpPr>
        <p:spPr>
          <a:xfrm>
            <a:off x="4491659" y="795983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65</a:t>
            </a:r>
          </a:p>
        </p:txBody>
      </p:sp>
      <p:sp>
        <p:nvSpPr>
          <p:cNvPr id="365" name="TextBox 364">
            <a:hlinkClick action="ppaction://hlinksldjump" r:id="rId26"/>
          </p:cNvPr>
          <p:cNvSpPr txBox="1"/>
          <p:nvPr/>
        </p:nvSpPr>
        <p:spPr>
          <a:xfrm>
            <a:off x="2711946" y="808664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680-79</a:t>
            </a:r>
          </a:p>
        </p:txBody>
      </p:sp>
      <p:sp>
        <p:nvSpPr>
          <p:cNvPr id="366" name="TextBox 365">
            <a:hlinkClick action="ppaction://hlinksldjump" r:id="rId26"/>
          </p:cNvPr>
          <p:cNvSpPr txBox="1"/>
          <p:nvPr/>
        </p:nvSpPr>
        <p:spPr>
          <a:xfrm>
            <a:off x="3467695" y="8086640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Bauletto Happy Meal</a:t>
            </a:r>
          </a:p>
        </p:txBody>
      </p:sp>
      <p:sp>
        <p:nvSpPr>
          <p:cNvPr id="367" name="TextBox 366">
            <a:hlinkClick action="ppaction://hlinksldjump" r:id="rId26"/>
          </p:cNvPr>
          <p:cNvSpPr txBox="1"/>
          <p:nvPr/>
        </p:nvSpPr>
        <p:spPr>
          <a:xfrm>
            <a:off x="4491659" y="808664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368" name="TextBox 367">
            <a:hlinkClick action="ppaction://hlinksldjump" r:id="rId25"/>
          </p:cNvPr>
          <p:cNvSpPr txBox="1"/>
          <p:nvPr/>
        </p:nvSpPr>
        <p:spPr>
          <a:xfrm>
            <a:off x="2711946" y="821344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680-81</a:t>
            </a:r>
          </a:p>
        </p:txBody>
      </p:sp>
      <p:sp>
        <p:nvSpPr>
          <p:cNvPr id="369" name="TextBox 368">
            <a:hlinkClick action="ppaction://hlinksldjump" r:id="rId25"/>
          </p:cNvPr>
          <p:cNvSpPr txBox="1"/>
          <p:nvPr/>
        </p:nvSpPr>
        <p:spPr>
          <a:xfrm>
            <a:off x="3467695" y="8213442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Monoporzione</a:t>
            </a:r>
          </a:p>
        </p:txBody>
      </p:sp>
      <p:sp>
        <p:nvSpPr>
          <p:cNvPr id="370" name="TextBox 369">
            <a:hlinkClick action="ppaction://hlinksldjump" r:id="rId25"/>
          </p:cNvPr>
          <p:cNvSpPr txBox="1"/>
          <p:nvPr/>
        </p:nvSpPr>
        <p:spPr>
          <a:xfrm>
            <a:off x="4501470" y="821344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371" name="TextBox 370">
            <a:hlinkClick action="ppaction://hlinksldjump" r:id="rId23"/>
          </p:cNvPr>
          <p:cNvSpPr txBox="1"/>
          <p:nvPr/>
        </p:nvSpPr>
        <p:spPr>
          <a:xfrm>
            <a:off x="2711946" y="8340243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680-90</a:t>
            </a:r>
          </a:p>
        </p:txBody>
      </p:sp>
      <p:sp>
        <p:nvSpPr>
          <p:cNvPr id="372" name="TextBox 371">
            <a:hlinkClick action="ppaction://hlinksldjump" r:id="rId23"/>
          </p:cNvPr>
          <p:cNvSpPr txBox="1"/>
          <p:nvPr/>
        </p:nvSpPr>
        <p:spPr>
          <a:xfrm>
            <a:off x="3467695" y="8340243"/>
            <a:ext cx="12293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pastiera e porta tronch…</a:t>
            </a:r>
          </a:p>
        </p:txBody>
      </p:sp>
      <p:sp>
        <p:nvSpPr>
          <p:cNvPr id="373" name="TextBox 372">
            <a:hlinkClick action="ppaction://hlinksldjump" r:id="rId23"/>
          </p:cNvPr>
          <p:cNvSpPr txBox="1"/>
          <p:nvPr/>
        </p:nvSpPr>
        <p:spPr>
          <a:xfrm>
            <a:off x="4491659" y="834024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374" name="TextBox 373">
            <a:hlinkClick action="ppaction://hlinksldjump" r:id="rId25"/>
          </p:cNvPr>
          <p:cNvSpPr txBox="1"/>
          <p:nvPr/>
        </p:nvSpPr>
        <p:spPr>
          <a:xfrm>
            <a:off x="2711946" y="8467045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680-182</a:t>
            </a:r>
          </a:p>
        </p:txBody>
      </p:sp>
      <p:sp>
        <p:nvSpPr>
          <p:cNvPr id="375" name="TextBox 374">
            <a:hlinkClick action="ppaction://hlinksldjump" r:id="rId25"/>
          </p:cNvPr>
          <p:cNvSpPr txBox="1"/>
          <p:nvPr/>
        </p:nvSpPr>
        <p:spPr>
          <a:xfrm>
            <a:off x="3467695" y="8467045"/>
            <a:ext cx="11704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paperino</a:t>
            </a:r>
          </a:p>
        </p:txBody>
      </p:sp>
      <p:sp>
        <p:nvSpPr>
          <p:cNvPr id="376" name="TextBox 375">
            <a:hlinkClick action="ppaction://hlinksldjump" r:id="rId25"/>
          </p:cNvPr>
          <p:cNvSpPr txBox="1"/>
          <p:nvPr/>
        </p:nvSpPr>
        <p:spPr>
          <a:xfrm>
            <a:off x="4501470" y="846704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377" name="TextBox 376">
            <a:hlinkClick action="ppaction://hlinksldjump" r:id="rId25"/>
          </p:cNvPr>
          <p:cNvSpPr txBox="1"/>
          <p:nvPr/>
        </p:nvSpPr>
        <p:spPr>
          <a:xfrm>
            <a:off x="2711946" y="8593846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680-183</a:t>
            </a:r>
          </a:p>
        </p:txBody>
      </p:sp>
      <p:sp>
        <p:nvSpPr>
          <p:cNvPr id="378" name="TextBox 377">
            <a:hlinkClick action="ppaction://hlinksldjump" r:id="rId25"/>
          </p:cNvPr>
          <p:cNvSpPr txBox="1"/>
          <p:nvPr/>
        </p:nvSpPr>
        <p:spPr>
          <a:xfrm>
            <a:off x="3467695" y="8593846"/>
            <a:ext cx="11704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torta classico paperino</a:t>
            </a:r>
          </a:p>
        </p:txBody>
      </p:sp>
      <p:sp>
        <p:nvSpPr>
          <p:cNvPr id="379" name="TextBox 378">
            <a:hlinkClick action="ppaction://hlinksldjump" r:id="rId25"/>
          </p:cNvPr>
          <p:cNvSpPr txBox="1"/>
          <p:nvPr/>
        </p:nvSpPr>
        <p:spPr>
          <a:xfrm>
            <a:off x="4501470" y="859384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380" name="TextBox 379">
            <a:hlinkClick action="ppaction://hlinksldjump" r:id="rId19"/>
          </p:cNvPr>
          <p:cNvSpPr txBox="1"/>
          <p:nvPr/>
        </p:nvSpPr>
        <p:spPr>
          <a:xfrm>
            <a:off x="2711946" y="8720648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680-209</a:t>
            </a:r>
          </a:p>
        </p:txBody>
      </p:sp>
      <p:sp>
        <p:nvSpPr>
          <p:cNvPr id="381" name="TextBox 380">
            <a:hlinkClick action="ppaction://hlinksldjump" r:id="rId19"/>
          </p:cNvPr>
          <p:cNvSpPr txBox="1"/>
          <p:nvPr/>
        </p:nvSpPr>
        <p:spPr>
          <a:xfrm>
            <a:off x="3467695" y="8720648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Bauletto con manico</a:t>
            </a:r>
          </a:p>
        </p:txBody>
      </p:sp>
      <p:sp>
        <p:nvSpPr>
          <p:cNvPr id="382" name="TextBox 381">
            <a:hlinkClick action="ppaction://hlinksldjump" r:id="rId19"/>
          </p:cNvPr>
          <p:cNvSpPr txBox="1"/>
          <p:nvPr/>
        </p:nvSpPr>
        <p:spPr>
          <a:xfrm>
            <a:off x="4481848" y="872064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383" name="TextBox 382">
            <a:hlinkClick action="ppaction://hlinksldjump" r:id="rId22"/>
          </p:cNvPr>
          <p:cNvSpPr txBox="1"/>
          <p:nvPr/>
        </p:nvSpPr>
        <p:spPr>
          <a:xfrm>
            <a:off x="2711946" y="8847450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680-214</a:t>
            </a:r>
          </a:p>
        </p:txBody>
      </p:sp>
      <p:sp>
        <p:nvSpPr>
          <p:cNvPr id="384" name="TextBox 383">
            <a:hlinkClick action="ppaction://hlinksldjump" r:id="rId22"/>
          </p:cNvPr>
          <p:cNvSpPr txBox="1"/>
          <p:nvPr/>
        </p:nvSpPr>
        <p:spPr>
          <a:xfrm>
            <a:off x="3467695" y="8847450"/>
            <a:ext cx="10134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in teso</a:t>
            </a:r>
          </a:p>
        </p:txBody>
      </p:sp>
      <p:sp>
        <p:nvSpPr>
          <p:cNvPr id="385" name="TextBox 384">
            <a:hlinkClick action="ppaction://hlinksldjump" r:id="rId22"/>
          </p:cNvPr>
          <p:cNvSpPr txBox="1"/>
          <p:nvPr/>
        </p:nvSpPr>
        <p:spPr>
          <a:xfrm>
            <a:off x="4491659" y="884745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386" name="TextBox 385">
            <a:hlinkClick action="ppaction://hlinksldjump" r:id="rId22"/>
          </p:cNvPr>
          <p:cNvSpPr txBox="1"/>
          <p:nvPr/>
        </p:nvSpPr>
        <p:spPr>
          <a:xfrm>
            <a:off x="2711946" y="8974251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680-224</a:t>
            </a:r>
          </a:p>
        </p:txBody>
      </p:sp>
      <p:sp>
        <p:nvSpPr>
          <p:cNvPr id="387" name="TextBox 386">
            <a:hlinkClick action="ppaction://hlinksldjump" r:id="rId22"/>
          </p:cNvPr>
          <p:cNvSpPr txBox="1"/>
          <p:nvPr/>
        </p:nvSpPr>
        <p:spPr>
          <a:xfrm>
            <a:off x="3467695" y="8974251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388" name="TextBox 387">
            <a:hlinkClick action="ppaction://hlinksldjump" r:id="rId22"/>
          </p:cNvPr>
          <p:cNvSpPr txBox="1"/>
          <p:nvPr/>
        </p:nvSpPr>
        <p:spPr>
          <a:xfrm>
            <a:off x="4491659" y="897425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389" name="TextBox 388">
            <a:hlinkClick action="ppaction://hlinksldjump" r:id="rId15"/>
          </p:cNvPr>
          <p:cNvSpPr txBox="1"/>
          <p:nvPr/>
        </p:nvSpPr>
        <p:spPr>
          <a:xfrm>
            <a:off x="2711946" y="9101053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700-424</a:t>
            </a:r>
          </a:p>
        </p:txBody>
      </p:sp>
      <p:sp>
        <p:nvSpPr>
          <p:cNvPr id="390" name="TextBox 389">
            <a:hlinkClick action="ppaction://hlinksldjump" r:id="rId15"/>
          </p:cNvPr>
          <p:cNvSpPr txBox="1"/>
          <p:nvPr/>
        </p:nvSpPr>
        <p:spPr>
          <a:xfrm>
            <a:off x="3467695" y="9101053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Food box</a:t>
            </a:r>
          </a:p>
        </p:txBody>
      </p:sp>
      <p:sp>
        <p:nvSpPr>
          <p:cNvPr id="391" name="TextBox 390">
            <a:hlinkClick action="ppaction://hlinksldjump" r:id="rId15"/>
          </p:cNvPr>
          <p:cNvSpPr txBox="1"/>
          <p:nvPr/>
        </p:nvSpPr>
        <p:spPr>
          <a:xfrm>
            <a:off x="4481848" y="910105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392" name="TextBox 391">
            <a:hlinkClick action="ppaction://hlinksldjump" r:id="rId17"/>
          </p:cNvPr>
          <p:cNvSpPr txBox="1"/>
          <p:nvPr/>
        </p:nvSpPr>
        <p:spPr>
          <a:xfrm>
            <a:off x="2711946" y="9227854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955-3</a:t>
            </a:r>
          </a:p>
        </p:txBody>
      </p:sp>
      <p:sp>
        <p:nvSpPr>
          <p:cNvPr id="393" name="TextBox 392">
            <a:hlinkClick action="ppaction://hlinksldjump" r:id="rId17"/>
          </p:cNvPr>
          <p:cNvSpPr txBox="1"/>
          <p:nvPr/>
        </p:nvSpPr>
        <p:spPr>
          <a:xfrm>
            <a:off x="3467695" y="9227854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bicchieri</a:t>
            </a:r>
          </a:p>
        </p:txBody>
      </p:sp>
      <p:sp>
        <p:nvSpPr>
          <p:cNvPr id="394" name="TextBox 393">
            <a:hlinkClick action="ppaction://hlinksldjump" r:id="rId17"/>
          </p:cNvPr>
          <p:cNvSpPr txBox="1"/>
          <p:nvPr/>
        </p:nvSpPr>
        <p:spPr>
          <a:xfrm>
            <a:off x="4481848" y="922785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66</a:t>
            </a:r>
          </a:p>
        </p:txBody>
      </p:sp>
      <p:sp>
        <p:nvSpPr>
          <p:cNvPr id="395" name="TextBox 394">
            <a:hlinkClick action="ppaction://hlinksldjump" r:id="rId22"/>
          </p:cNvPr>
          <p:cNvSpPr txBox="1"/>
          <p:nvPr/>
        </p:nvSpPr>
        <p:spPr>
          <a:xfrm>
            <a:off x="2711946" y="9354656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955-7</a:t>
            </a:r>
          </a:p>
        </p:txBody>
      </p:sp>
      <p:sp>
        <p:nvSpPr>
          <p:cNvPr id="396" name="TextBox 395">
            <a:hlinkClick action="ppaction://hlinksldjump" r:id="rId22"/>
          </p:cNvPr>
          <p:cNvSpPr txBox="1"/>
          <p:nvPr/>
        </p:nvSpPr>
        <p:spPr>
          <a:xfrm>
            <a:off x="3467695" y="9354656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397" name="TextBox 396">
            <a:hlinkClick action="ppaction://hlinksldjump" r:id="rId22"/>
          </p:cNvPr>
          <p:cNvSpPr txBox="1"/>
          <p:nvPr/>
        </p:nvSpPr>
        <p:spPr>
          <a:xfrm>
            <a:off x="4491659" y="935465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398" name="TextBox 397">
            <a:hlinkClick action="ppaction://hlinksldjump" r:id="rId17"/>
          </p:cNvPr>
          <p:cNvSpPr txBox="1"/>
          <p:nvPr/>
        </p:nvSpPr>
        <p:spPr>
          <a:xfrm>
            <a:off x="4883943" y="136615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955-11</a:t>
            </a:r>
          </a:p>
        </p:txBody>
      </p:sp>
      <p:sp>
        <p:nvSpPr>
          <p:cNvPr id="399" name="TextBox 398">
            <a:hlinkClick action="ppaction://hlinksldjump" r:id="rId17"/>
          </p:cNvPr>
          <p:cNvSpPr txBox="1"/>
          <p:nvPr/>
        </p:nvSpPr>
        <p:spPr>
          <a:xfrm>
            <a:off x="5639692" y="1366157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bicchieri</a:t>
            </a:r>
          </a:p>
        </p:txBody>
      </p:sp>
      <p:sp>
        <p:nvSpPr>
          <p:cNvPr id="400" name="TextBox 399">
            <a:hlinkClick action="ppaction://hlinksldjump" r:id="rId17"/>
          </p:cNvPr>
          <p:cNvSpPr txBox="1"/>
          <p:nvPr/>
        </p:nvSpPr>
        <p:spPr>
          <a:xfrm>
            <a:off x="6653846" y="136615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66</a:t>
            </a:r>
          </a:p>
        </p:txBody>
      </p:sp>
      <p:sp>
        <p:nvSpPr>
          <p:cNvPr id="401" name="TextBox 400">
            <a:hlinkClick action="ppaction://hlinksldjump" r:id="rId28"/>
          </p:cNvPr>
          <p:cNvSpPr txBox="1"/>
          <p:nvPr/>
        </p:nvSpPr>
        <p:spPr>
          <a:xfrm>
            <a:off x="4883943" y="1492959"/>
            <a:ext cx="2580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0985</a:t>
            </a:r>
          </a:p>
        </p:txBody>
      </p:sp>
      <p:sp>
        <p:nvSpPr>
          <p:cNvPr id="402" name="TextBox 401">
            <a:hlinkClick action="ppaction://hlinksldjump" r:id="rId28"/>
          </p:cNvPr>
          <p:cNvSpPr txBox="1"/>
          <p:nvPr/>
        </p:nvSpPr>
        <p:spPr>
          <a:xfrm>
            <a:off x="5639692" y="1492959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Cappelli in TNT</a:t>
            </a:r>
          </a:p>
        </p:txBody>
      </p:sp>
      <p:sp>
        <p:nvSpPr>
          <p:cNvPr id="403" name="TextBox 402">
            <a:hlinkClick action="ppaction://hlinksldjump" r:id="rId28"/>
          </p:cNvPr>
          <p:cNvSpPr txBox="1"/>
          <p:nvPr/>
        </p:nvSpPr>
        <p:spPr>
          <a:xfrm>
            <a:off x="6653846" y="149295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96</a:t>
            </a:r>
          </a:p>
        </p:txBody>
      </p:sp>
      <p:sp>
        <p:nvSpPr>
          <p:cNvPr id="404" name="TextBox 403">
            <a:hlinkClick action="ppaction://hlinksldjump" r:id="rId28"/>
          </p:cNvPr>
          <p:cNvSpPr txBox="1"/>
          <p:nvPr/>
        </p:nvSpPr>
        <p:spPr>
          <a:xfrm>
            <a:off x="4883943" y="1619760"/>
            <a:ext cx="2580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0987</a:t>
            </a:r>
          </a:p>
        </p:txBody>
      </p:sp>
      <p:sp>
        <p:nvSpPr>
          <p:cNvPr id="405" name="TextBox 404">
            <a:hlinkClick action="ppaction://hlinksldjump" r:id="rId28"/>
          </p:cNvPr>
          <p:cNvSpPr txBox="1"/>
          <p:nvPr/>
        </p:nvSpPr>
        <p:spPr>
          <a:xfrm>
            <a:off x="5639692" y="1619760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Cappelli da cucina</a:t>
            </a:r>
          </a:p>
        </p:txBody>
      </p:sp>
      <p:sp>
        <p:nvSpPr>
          <p:cNvPr id="406" name="TextBox 405">
            <a:hlinkClick action="ppaction://hlinksldjump" r:id="rId28"/>
          </p:cNvPr>
          <p:cNvSpPr txBox="1"/>
          <p:nvPr/>
        </p:nvSpPr>
        <p:spPr>
          <a:xfrm>
            <a:off x="6653846" y="161976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96</a:t>
            </a:r>
          </a:p>
        </p:txBody>
      </p:sp>
      <p:sp>
        <p:nvSpPr>
          <p:cNvPr id="407" name="TextBox 406">
            <a:hlinkClick action="ppaction://hlinksldjump" r:id="rId29"/>
          </p:cNvPr>
          <p:cNvSpPr txBox="1"/>
          <p:nvPr/>
        </p:nvSpPr>
        <p:spPr>
          <a:xfrm>
            <a:off x="4883943" y="1746562"/>
            <a:ext cx="2482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3190</a:t>
            </a:r>
          </a:p>
        </p:txBody>
      </p:sp>
      <p:sp>
        <p:nvSpPr>
          <p:cNvPr id="408" name="TextBox 407">
            <a:hlinkClick action="ppaction://hlinksldjump" r:id="rId29"/>
          </p:cNvPr>
          <p:cNvSpPr txBox="1"/>
          <p:nvPr/>
        </p:nvSpPr>
        <p:spPr>
          <a:xfrm>
            <a:off x="5639692" y="1746562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Filtri alimentari</a:t>
            </a:r>
          </a:p>
        </p:txBody>
      </p:sp>
      <p:sp>
        <p:nvSpPr>
          <p:cNvPr id="409" name="TextBox 408">
            <a:hlinkClick action="ppaction://hlinksldjump" r:id="rId29"/>
          </p:cNvPr>
          <p:cNvSpPr txBox="1"/>
          <p:nvPr/>
        </p:nvSpPr>
        <p:spPr>
          <a:xfrm>
            <a:off x="6673467" y="174656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410" name="TextBox 409">
            <a:hlinkClick action="ppaction://hlinksldjump" r:id="rId28"/>
          </p:cNvPr>
          <p:cNvSpPr txBox="1"/>
          <p:nvPr/>
        </p:nvSpPr>
        <p:spPr>
          <a:xfrm>
            <a:off x="4883943" y="187336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10964</a:t>
            </a:r>
          </a:p>
        </p:txBody>
      </p:sp>
      <p:sp>
        <p:nvSpPr>
          <p:cNvPr id="411" name="TextBox 410">
            <a:hlinkClick action="ppaction://hlinksldjump" r:id="rId28"/>
          </p:cNvPr>
          <p:cNvSpPr txBox="1"/>
          <p:nvPr/>
        </p:nvSpPr>
        <p:spPr>
          <a:xfrm>
            <a:off x="5639692" y="1873364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Cappelli da cucina</a:t>
            </a:r>
          </a:p>
        </p:txBody>
      </p:sp>
      <p:sp>
        <p:nvSpPr>
          <p:cNvPr id="412" name="TextBox 411">
            <a:hlinkClick action="ppaction://hlinksldjump" r:id="rId28"/>
          </p:cNvPr>
          <p:cNvSpPr txBox="1"/>
          <p:nvPr/>
        </p:nvSpPr>
        <p:spPr>
          <a:xfrm>
            <a:off x="6653846" y="187336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96</a:t>
            </a:r>
          </a:p>
        </p:txBody>
      </p:sp>
      <p:sp>
        <p:nvSpPr>
          <p:cNvPr id="413" name="TextBox 412">
            <a:hlinkClick action="ppaction://hlinksldjump" r:id="rId30"/>
          </p:cNvPr>
          <p:cNvSpPr txBox="1"/>
          <p:nvPr/>
        </p:nvSpPr>
        <p:spPr>
          <a:xfrm>
            <a:off x="4883943" y="2000165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012685</a:t>
            </a:r>
          </a:p>
        </p:txBody>
      </p:sp>
      <p:sp>
        <p:nvSpPr>
          <p:cNvPr id="414" name="TextBox 413">
            <a:hlinkClick action="ppaction://hlinksldjump" r:id="rId30"/>
          </p:cNvPr>
          <p:cNvSpPr txBox="1"/>
          <p:nvPr/>
        </p:nvSpPr>
        <p:spPr>
          <a:xfrm>
            <a:off x="5639692" y="2000165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15" name="TextBox 414">
            <a:hlinkClick action="ppaction://hlinksldjump" r:id="rId30"/>
          </p:cNvPr>
          <p:cNvSpPr txBox="1"/>
          <p:nvPr/>
        </p:nvSpPr>
        <p:spPr>
          <a:xfrm>
            <a:off x="6663657" y="200016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16" name="TextBox 415">
            <a:hlinkClick action="ppaction://hlinksldjump" r:id="rId30"/>
          </p:cNvPr>
          <p:cNvSpPr txBox="1"/>
          <p:nvPr/>
        </p:nvSpPr>
        <p:spPr>
          <a:xfrm>
            <a:off x="4883943" y="212696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012686</a:t>
            </a:r>
          </a:p>
        </p:txBody>
      </p:sp>
      <p:sp>
        <p:nvSpPr>
          <p:cNvPr id="417" name="TextBox 416">
            <a:hlinkClick action="ppaction://hlinksldjump" r:id="rId30"/>
          </p:cNvPr>
          <p:cNvSpPr txBox="1"/>
          <p:nvPr/>
        </p:nvSpPr>
        <p:spPr>
          <a:xfrm>
            <a:off x="5639692" y="2126967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18" name="TextBox 417">
            <a:hlinkClick action="ppaction://hlinksldjump" r:id="rId30"/>
          </p:cNvPr>
          <p:cNvSpPr txBox="1"/>
          <p:nvPr/>
        </p:nvSpPr>
        <p:spPr>
          <a:xfrm>
            <a:off x="6663657" y="212696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19" name="TextBox 418">
            <a:hlinkClick action="ppaction://hlinksldjump" r:id="rId30"/>
          </p:cNvPr>
          <p:cNvSpPr txBox="1"/>
          <p:nvPr/>
        </p:nvSpPr>
        <p:spPr>
          <a:xfrm>
            <a:off x="4883943" y="225376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012687</a:t>
            </a:r>
          </a:p>
        </p:txBody>
      </p:sp>
      <p:sp>
        <p:nvSpPr>
          <p:cNvPr id="420" name="TextBox 419">
            <a:hlinkClick action="ppaction://hlinksldjump" r:id="rId30"/>
          </p:cNvPr>
          <p:cNvSpPr txBox="1"/>
          <p:nvPr/>
        </p:nvSpPr>
        <p:spPr>
          <a:xfrm>
            <a:off x="5639692" y="2253768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21" name="TextBox 420">
            <a:hlinkClick action="ppaction://hlinksldjump" r:id="rId30"/>
          </p:cNvPr>
          <p:cNvSpPr txBox="1"/>
          <p:nvPr/>
        </p:nvSpPr>
        <p:spPr>
          <a:xfrm>
            <a:off x="6663657" y="225376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22" name="TextBox 421">
            <a:hlinkClick action="ppaction://hlinksldjump" r:id="rId30"/>
          </p:cNvPr>
          <p:cNvSpPr txBox="1"/>
          <p:nvPr/>
        </p:nvSpPr>
        <p:spPr>
          <a:xfrm>
            <a:off x="4883943" y="238057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012688</a:t>
            </a:r>
          </a:p>
        </p:txBody>
      </p:sp>
      <p:sp>
        <p:nvSpPr>
          <p:cNvPr id="423" name="TextBox 422">
            <a:hlinkClick action="ppaction://hlinksldjump" r:id="rId30"/>
          </p:cNvPr>
          <p:cNvSpPr txBox="1"/>
          <p:nvPr/>
        </p:nvSpPr>
        <p:spPr>
          <a:xfrm>
            <a:off x="5639692" y="2380570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24" name="TextBox 423">
            <a:hlinkClick action="ppaction://hlinksldjump" r:id="rId30"/>
          </p:cNvPr>
          <p:cNvSpPr txBox="1"/>
          <p:nvPr/>
        </p:nvSpPr>
        <p:spPr>
          <a:xfrm>
            <a:off x="6663657" y="238057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25" name="TextBox 424">
            <a:hlinkClick action="ppaction://hlinksldjump" r:id="rId30"/>
          </p:cNvPr>
          <p:cNvSpPr txBox="1"/>
          <p:nvPr/>
        </p:nvSpPr>
        <p:spPr>
          <a:xfrm>
            <a:off x="4883943" y="250737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015511</a:t>
            </a:r>
          </a:p>
        </p:txBody>
      </p:sp>
      <p:sp>
        <p:nvSpPr>
          <p:cNvPr id="426" name="TextBox 425">
            <a:hlinkClick action="ppaction://hlinksldjump" r:id="rId30"/>
          </p:cNvPr>
          <p:cNvSpPr txBox="1"/>
          <p:nvPr/>
        </p:nvSpPr>
        <p:spPr>
          <a:xfrm>
            <a:off x="5639692" y="2507371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27" name="TextBox 426">
            <a:hlinkClick action="ppaction://hlinksldjump" r:id="rId30"/>
          </p:cNvPr>
          <p:cNvSpPr txBox="1"/>
          <p:nvPr/>
        </p:nvSpPr>
        <p:spPr>
          <a:xfrm>
            <a:off x="6663657" y="250737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28" name="TextBox 427">
            <a:hlinkClick action="ppaction://hlinksldjump" r:id="rId30"/>
          </p:cNvPr>
          <p:cNvSpPr txBox="1"/>
          <p:nvPr/>
        </p:nvSpPr>
        <p:spPr>
          <a:xfrm>
            <a:off x="4883943" y="263417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015512</a:t>
            </a:r>
          </a:p>
        </p:txBody>
      </p:sp>
      <p:sp>
        <p:nvSpPr>
          <p:cNvPr id="429" name="TextBox 428">
            <a:hlinkClick action="ppaction://hlinksldjump" r:id="rId30"/>
          </p:cNvPr>
          <p:cNvSpPr txBox="1"/>
          <p:nvPr/>
        </p:nvSpPr>
        <p:spPr>
          <a:xfrm>
            <a:off x="5639692" y="2634173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30" name="TextBox 429">
            <a:hlinkClick action="ppaction://hlinksldjump" r:id="rId30"/>
          </p:cNvPr>
          <p:cNvSpPr txBox="1"/>
          <p:nvPr/>
        </p:nvSpPr>
        <p:spPr>
          <a:xfrm>
            <a:off x="6663657" y="263417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31" name="TextBox 430">
            <a:hlinkClick action="ppaction://hlinksldjump" r:id="rId30"/>
          </p:cNvPr>
          <p:cNvSpPr txBox="1"/>
          <p:nvPr/>
        </p:nvSpPr>
        <p:spPr>
          <a:xfrm>
            <a:off x="4883943" y="276097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016101</a:t>
            </a:r>
          </a:p>
        </p:txBody>
      </p:sp>
      <p:sp>
        <p:nvSpPr>
          <p:cNvPr id="432" name="TextBox 431">
            <a:hlinkClick action="ppaction://hlinksldjump" r:id="rId30"/>
          </p:cNvPr>
          <p:cNvSpPr txBox="1"/>
          <p:nvPr/>
        </p:nvSpPr>
        <p:spPr>
          <a:xfrm>
            <a:off x="5639692" y="2760975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33" name="TextBox 432">
            <a:hlinkClick action="ppaction://hlinksldjump" r:id="rId30"/>
          </p:cNvPr>
          <p:cNvSpPr txBox="1"/>
          <p:nvPr/>
        </p:nvSpPr>
        <p:spPr>
          <a:xfrm>
            <a:off x="6663657" y="276097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34" name="TextBox 433">
            <a:hlinkClick action="ppaction://hlinksldjump" r:id="rId30"/>
          </p:cNvPr>
          <p:cNvSpPr txBox="1"/>
          <p:nvPr/>
        </p:nvSpPr>
        <p:spPr>
          <a:xfrm>
            <a:off x="4883943" y="2887776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016102</a:t>
            </a:r>
          </a:p>
        </p:txBody>
      </p:sp>
      <p:sp>
        <p:nvSpPr>
          <p:cNvPr id="435" name="TextBox 434">
            <a:hlinkClick action="ppaction://hlinksldjump" r:id="rId30"/>
          </p:cNvPr>
          <p:cNvSpPr txBox="1"/>
          <p:nvPr/>
        </p:nvSpPr>
        <p:spPr>
          <a:xfrm>
            <a:off x="5639692" y="2887776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36" name="TextBox 435">
            <a:hlinkClick action="ppaction://hlinksldjump" r:id="rId30"/>
          </p:cNvPr>
          <p:cNvSpPr txBox="1"/>
          <p:nvPr/>
        </p:nvSpPr>
        <p:spPr>
          <a:xfrm>
            <a:off x="6663657" y="288777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37" name="TextBox 436">
            <a:hlinkClick action="ppaction://hlinksldjump" r:id="rId30"/>
          </p:cNvPr>
          <p:cNvSpPr txBox="1"/>
          <p:nvPr/>
        </p:nvSpPr>
        <p:spPr>
          <a:xfrm>
            <a:off x="4883943" y="301457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016103</a:t>
            </a:r>
          </a:p>
        </p:txBody>
      </p:sp>
      <p:sp>
        <p:nvSpPr>
          <p:cNvPr id="438" name="TextBox 437">
            <a:hlinkClick action="ppaction://hlinksldjump" r:id="rId30"/>
          </p:cNvPr>
          <p:cNvSpPr txBox="1"/>
          <p:nvPr/>
        </p:nvSpPr>
        <p:spPr>
          <a:xfrm>
            <a:off x="5639692" y="3014578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39" name="TextBox 438">
            <a:hlinkClick action="ppaction://hlinksldjump" r:id="rId30"/>
          </p:cNvPr>
          <p:cNvSpPr txBox="1"/>
          <p:nvPr/>
        </p:nvSpPr>
        <p:spPr>
          <a:xfrm>
            <a:off x="6663657" y="301457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40" name="TextBox 439">
            <a:hlinkClick action="ppaction://hlinksldjump" r:id="rId30"/>
          </p:cNvPr>
          <p:cNvSpPr txBox="1"/>
          <p:nvPr/>
        </p:nvSpPr>
        <p:spPr>
          <a:xfrm>
            <a:off x="4883943" y="314137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016104</a:t>
            </a:r>
          </a:p>
        </p:txBody>
      </p:sp>
      <p:sp>
        <p:nvSpPr>
          <p:cNvPr id="441" name="TextBox 440">
            <a:hlinkClick action="ppaction://hlinksldjump" r:id="rId30"/>
          </p:cNvPr>
          <p:cNvSpPr txBox="1"/>
          <p:nvPr/>
        </p:nvSpPr>
        <p:spPr>
          <a:xfrm>
            <a:off x="5639692" y="3141379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42" name="TextBox 441">
            <a:hlinkClick action="ppaction://hlinksldjump" r:id="rId30"/>
          </p:cNvPr>
          <p:cNvSpPr txBox="1"/>
          <p:nvPr/>
        </p:nvSpPr>
        <p:spPr>
          <a:xfrm>
            <a:off x="6663657" y="314137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43" name="TextBox 442">
            <a:hlinkClick action="ppaction://hlinksldjump" r:id="rId30"/>
          </p:cNvPr>
          <p:cNvSpPr txBox="1"/>
          <p:nvPr/>
        </p:nvSpPr>
        <p:spPr>
          <a:xfrm>
            <a:off x="4883943" y="3268181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016201</a:t>
            </a:r>
          </a:p>
        </p:txBody>
      </p:sp>
      <p:sp>
        <p:nvSpPr>
          <p:cNvPr id="444" name="TextBox 443">
            <a:hlinkClick action="ppaction://hlinksldjump" r:id="rId30"/>
          </p:cNvPr>
          <p:cNvSpPr txBox="1"/>
          <p:nvPr/>
        </p:nvSpPr>
        <p:spPr>
          <a:xfrm>
            <a:off x="5639692" y="3268181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45" name="TextBox 444">
            <a:hlinkClick action="ppaction://hlinksldjump" r:id="rId30"/>
          </p:cNvPr>
          <p:cNvSpPr txBox="1"/>
          <p:nvPr/>
        </p:nvSpPr>
        <p:spPr>
          <a:xfrm>
            <a:off x="6663657" y="326818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46" name="TextBox 445">
            <a:hlinkClick action="ppaction://hlinksldjump" r:id="rId30"/>
          </p:cNvPr>
          <p:cNvSpPr txBox="1"/>
          <p:nvPr/>
        </p:nvSpPr>
        <p:spPr>
          <a:xfrm>
            <a:off x="4883943" y="339498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016202</a:t>
            </a:r>
          </a:p>
        </p:txBody>
      </p:sp>
      <p:sp>
        <p:nvSpPr>
          <p:cNvPr id="447" name="TextBox 446">
            <a:hlinkClick action="ppaction://hlinksldjump" r:id="rId30"/>
          </p:cNvPr>
          <p:cNvSpPr txBox="1"/>
          <p:nvPr/>
        </p:nvSpPr>
        <p:spPr>
          <a:xfrm>
            <a:off x="5639692" y="3394982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48" name="TextBox 447">
            <a:hlinkClick action="ppaction://hlinksldjump" r:id="rId30"/>
          </p:cNvPr>
          <p:cNvSpPr txBox="1"/>
          <p:nvPr/>
        </p:nvSpPr>
        <p:spPr>
          <a:xfrm>
            <a:off x="6663657" y="339498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49" name="TextBox 448">
            <a:hlinkClick action="ppaction://hlinksldjump" r:id="rId30"/>
          </p:cNvPr>
          <p:cNvSpPr txBox="1"/>
          <p:nvPr/>
        </p:nvSpPr>
        <p:spPr>
          <a:xfrm>
            <a:off x="4883943" y="3521784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016203</a:t>
            </a:r>
          </a:p>
        </p:txBody>
      </p:sp>
      <p:sp>
        <p:nvSpPr>
          <p:cNvPr id="450" name="TextBox 449">
            <a:hlinkClick action="ppaction://hlinksldjump" r:id="rId30"/>
          </p:cNvPr>
          <p:cNvSpPr txBox="1"/>
          <p:nvPr/>
        </p:nvSpPr>
        <p:spPr>
          <a:xfrm>
            <a:off x="5639692" y="3521784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51" name="TextBox 450">
            <a:hlinkClick action="ppaction://hlinksldjump" r:id="rId30"/>
          </p:cNvPr>
          <p:cNvSpPr txBox="1"/>
          <p:nvPr/>
        </p:nvSpPr>
        <p:spPr>
          <a:xfrm>
            <a:off x="6663657" y="352178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52" name="TextBox 451">
            <a:hlinkClick action="ppaction://hlinksldjump" r:id="rId30"/>
          </p:cNvPr>
          <p:cNvSpPr txBox="1"/>
          <p:nvPr/>
        </p:nvSpPr>
        <p:spPr>
          <a:xfrm>
            <a:off x="4883943" y="364858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016204</a:t>
            </a:r>
          </a:p>
        </p:txBody>
      </p:sp>
      <p:sp>
        <p:nvSpPr>
          <p:cNvPr id="453" name="TextBox 452">
            <a:hlinkClick action="ppaction://hlinksldjump" r:id="rId30"/>
          </p:cNvPr>
          <p:cNvSpPr txBox="1"/>
          <p:nvPr/>
        </p:nvSpPr>
        <p:spPr>
          <a:xfrm>
            <a:off x="5639692" y="3648585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54" name="TextBox 453">
            <a:hlinkClick action="ppaction://hlinksldjump" r:id="rId30"/>
          </p:cNvPr>
          <p:cNvSpPr txBox="1"/>
          <p:nvPr/>
        </p:nvSpPr>
        <p:spPr>
          <a:xfrm>
            <a:off x="6663657" y="364858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55" name="TextBox 454">
            <a:hlinkClick action="ppaction://hlinksldjump" r:id="rId30"/>
          </p:cNvPr>
          <p:cNvSpPr txBox="1"/>
          <p:nvPr/>
        </p:nvSpPr>
        <p:spPr>
          <a:xfrm>
            <a:off x="4883943" y="3775387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016301</a:t>
            </a:r>
          </a:p>
        </p:txBody>
      </p:sp>
      <p:sp>
        <p:nvSpPr>
          <p:cNvPr id="456" name="TextBox 455">
            <a:hlinkClick action="ppaction://hlinksldjump" r:id="rId30"/>
          </p:cNvPr>
          <p:cNvSpPr txBox="1"/>
          <p:nvPr/>
        </p:nvSpPr>
        <p:spPr>
          <a:xfrm>
            <a:off x="5639692" y="3775387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57" name="TextBox 456">
            <a:hlinkClick action="ppaction://hlinksldjump" r:id="rId30"/>
          </p:cNvPr>
          <p:cNvSpPr txBox="1"/>
          <p:nvPr/>
        </p:nvSpPr>
        <p:spPr>
          <a:xfrm>
            <a:off x="6663657" y="377538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58" name="TextBox 457">
            <a:hlinkClick action="ppaction://hlinksldjump" r:id="rId30"/>
          </p:cNvPr>
          <p:cNvSpPr txBox="1"/>
          <p:nvPr/>
        </p:nvSpPr>
        <p:spPr>
          <a:xfrm>
            <a:off x="4883943" y="3902189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016302</a:t>
            </a:r>
          </a:p>
        </p:txBody>
      </p:sp>
      <p:sp>
        <p:nvSpPr>
          <p:cNvPr id="459" name="TextBox 458">
            <a:hlinkClick action="ppaction://hlinksldjump" r:id="rId30"/>
          </p:cNvPr>
          <p:cNvSpPr txBox="1"/>
          <p:nvPr/>
        </p:nvSpPr>
        <p:spPr>
          <a:xfrm>
            <a:off x="5639692" y="3902189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60" name="TextBox 459">
            <a:hlinkClick action="ppaction://hlinksldjump" r:id="rId30"/>
          </p:cNvPr>
          <p:cNvSpPr txBox="1"/>
          <p:nvPr/>
        </p:nvSpPr>
        <p:spPr>
          <a:xfrm>
            <a:off x="6663657" y="390218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61" name="TextBox 460">
            <a:hlinkClick action="ppaction://hlinksldjump" r:id="rId30"/>
          </p:cNvPr>
          <p:cNvSpPr txBox="1"/>
          <p:nvPr/>
        </p:nvSpPr>
        <p:spPr>
          <a:xfrm>
            <a:off x="4883943" y="4028990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016303</a:t>
            </a:r>
          </a:p>
        </p:txBody>
      </p:sp>
      <p:sp>
        <p:nvSpPr>
          <p:cNvPr id="462" name="TextBox 461">
            <a:hlinkClick action="ppaction://hlinksldjump" r:id="rId30"/>
          </p:cNvPr>
          <p:cNvSpPr txBox="1"/>
          <p:nvPr/>
        </p:nvSpPr>
        <p:spPr>
          <a:xfrm>
            <a:off x="5639692" y="4028990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63" name="TextBox 462">
            <a:hlinkClick action="ppaction://hlinksldjump" r:id="rId30"/>
          </p:cNvPr>
          <p:cNvSpPr txBox="1"/>
          <p:nvPr/>
        </p:nvSpPr>
        <p:spPr>
          <a:xfrm>
            <a:off x="6663657" y="402899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64" name="TextBox 463">
            <a:hlinkClick action="ppaction://hlinksldjump" r:id="rId30"/>
          </p:cNvPr>
          <p:cNvSpPr txBox="1"/>
          <p:nvPr/>
        </p:nvSpPr>
        <p:spPr>
          <a:xfrm>
            <a:off x="4883943" y="415579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016304</a:t>
            </a:r>
          </a:p>
        </p:txBody>
      </p:sp>
      <p:sp>
        <p:nvSpPr>
          <p:cNvPr id="465" name="TextBox 464">
            <a:hlinkClick action="ppaction://hlinksldjump" r:id="rId30"/>
          </p:cNvPr>
          <p:cNvSpPr txBox="1"/>
          <p:nvPr/>
        </p:nvSpPr>
        <p:spPr>
          <a:xfrm>
            <a:off x="5639692" y="4155792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Guanti monouso</a:t>
            </a:r>
          </a:p>
        </p:txBody>
      </p:sp>
      <p:sp>
        <p:nvSpPr>
          <p:cNvPr id="466" name="TextBox 465">
            <a:hlinkClick action="ppaction://hlinksldjump" r:id="rId30"/>
          </p:cNvPr>
          <p:cNvSpPr txBox="1"/>
          <p:nvPr/>
        </p:nvSpPr>
        <p:spPr>
          <a:xfrm>
            <a:off x="6663657" y="415579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</a:t>
            </a:r>
          </a:p>
        </p:txBody>
      </p:sp>
      <p:sp>
        <p:nvSpPr>
          <p:cNvPr id="467" name="TextBox 466">
            <a:hlinkClick action="ppaction://hlinksldjump" r:id="rId31"/>
          </p:cNvPr>
          <p:cNvSpPr txBox="1"/>
          <p:nvPr/>
        </p:nvSpPr>
        <p:spPr>
          <a:xfrm>
            <a:off x="4883943" y="4282593"/>
            <a:ext cx="26785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21179</a:t>
            </a:r>
          </a:p>
        </p:txBody>
      </p:sp>
      <p:sp>
        <p:nvSpPr>
          <p:cNvPr id="468" name="TextBox 467">
            <a:hlinkClick action="ppaction://hlinksldjump" r:id="rId31"/>
          </p:cNvPr>
          <p:cNvSpPr txBox="1"/>
          <p:nvPr/>
        </p:nvSpPr>
        <p:spPr>
          <a:xfrm>
            <a:off x="5639692" y="4282593"/>
            <a:ext cx="9742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Sottofritti in carta paglia</a:t>
            </a:r>
          </a:p>
        </p:txBody>
      </p:sp>
      <p:sp>
        <p:nvSpPr>
          <p:cNvPr id="469" name="TextBox 468">
            <a:hlinkClick action="ppaction://hlinksldjump" r:id="rId31"/>
          </p:cNvPr>
          <p:cNvSpPr txBox="1"/>
          <p:nvPr/>
        </p:nvSpPr>
        <p:spPr>
          <a:xfrm>
            <a:off x="6663657" y="428259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470" name="TextBox 469">
            <a:hlinkClick action="ppaction://hlinksldjump" r:id="rId31"/>
          </p:cNvPr>
          <p:cNvSpPr txBox="1"/>
          <p:nvPr/>
        </p:nvSpPr>
        <p:spPr>
          <a:xfrm>
            <a:off x="4883943" y="4409395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21186</a:t>
            </a:r>
          </a:p>
        </p:txBody>
      </p:sp>
      <p:sp>
        <p:nvSpPr>
          <p:cNvPr id="471" name="TextBox 470">
            <a:hlinkClick action="ppaction://hlinksldjump" r:id="rId31"/>
          </p:cNvPr>
          <p:cNvSpPr txBox="1"/>
          <p:nvPr/>
        </p:nvSpPr>
        <p:spPr>
          <a:xfrm>
            <a:off x="5639692" y="4409395"/>
            <a:ext cx="9742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Sottofritti in carta paglia</a:t>
            </a:r>
          </a:p>
        </p:txBody>
      </p:sp>
      <p:sp>
        <p:nvSpPr>
          <p:cNvPr id="472" name="TextBox 471">
            <a:hlinkClick action="ppaction://hlinksldjump" r:id="rId31"/>
          </p:cNvPr>
          <p:cNvSpPr txBox="1"/>
          <p:nvPr/>
        </p:nvSpPr>
        <p:spPr>
          <a:xfrm>
            <a:off x="6663657" y="440939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473" name="TextBox 472">
            <a:hlinkClick action="ppaction://hlinksldjump" r:id="rId31"/>
          </p:cNvPr>
          <p:cNvSpPr txBox="1"/>
          <p:nvPr/>
        </p:nvSpPr>
        <p:spPr>
          <a:xfrm>
            <a:off x="4883943" y="4536196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21193</a:t>
            </a:r>
          </a:p>
        </p:txBody>
      </p:sp>
      <p:sp>
        <p:nvSpPr>
          <p:cNvPr id="474" name="TextBox 473">
            <a:hlinkClick action="ppaction://hlinksldjump" r:id="rId31"/>
          </p:cNvPr>
          <p:cNvSpPr txBox="1"/>
          <p:nvPr/>
        </p:nvSpPr>
        <p:spPr>
          <a:xfrm>
            <a:off x="5639692" y="4536196"/>
            <a:ext cx="9742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Sottofritti in carta paglia</a:t>
            </a:r>
          </a:p>
        </p:txBody>
      </p:sp>
      <p:sp>
        <p:nvSpPr>
          <p:cNvPr id="475" name="TextBox 474">
            <a:hlinkClick action="ppaction://hlinksldjump" r:id="rId31"/>
          </p:cNvPr>
          <p:cNvSpPr txBox="1"/>
          <p:nvPr/>
        </p:nvSpPr>
        <p:spPr>
          <a:xfrm>
            <a:off x="6663657" y="453619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476" name="TextBox 475">
            <a:hlinkClick action="ppaction://hlinksldjump" r:id="rId31"/>
          </p:cNvPr>
          <p:cNvSpPr txBox="1"/>
          <p:nvPr/>
        </p:nvSpPr>
        <p:spPr>
          <a:xfrm>
            <a:off x="4883943" y="4662998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21278</a:t>
            </a:r>
          </a:p>
        </p:txBody>
      </p:sp>
      <p:sp>
        <p:nvSpPr>
          <p:cNvPr id="477" name="TextBox 476">
            <a:hlinkClick action="ppaction://hlinksldjump" r:id="rId31"/>
          </p:cNvPr>
          <p:cNvSpPr txBox="1"/>
          <p:nvPr/>
        </p:nvSpPr>
        <p:spPr>
          <a:xfrm>
            <a:off x="5639692" y="4662998"/>
            <a:ext cx="9742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Sottofritti in carta paglia</a:t>
            </a:r>
          </a:p>
        </p:txBody>
      </p:sp>
      <p:sp>
        <p:nvSpPr>
          <p:cNvPr id="478" name="TextBox 477">
            <a:hlinkClick action="ppaction://hlinksldjump" r:id="rId31"/>
          </p:cNvPr>
          <p:cNvSpPr txBox="1"/>
          <p:nvPr/>
        </p:nvSpPr>
        <p:spPr>
          <a:xfrm>
            <a:off x="6663657" y="466299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479" name="TextBox 478">
            <a:hlinkClick action="ppaction://hlinksldjump" r:id="rId27"/>
          </p:cNvPr>
          <p:cNvSpPr txBox="1"/>
          <p:nvPr/>
        </p:nvSpPr>
        <p:spPr>
          <a:xfrm>
            <a:off x="4883943" y="4789799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21601</a:t>
            </a:r>
          </a:p>
        </p:txBody>
      </p:sp>
      <p:sp>
        <p:nvSpPr>
          <p:cNvPr id="480" name="TextBox 479">
            <a:hlinkClick action="ppaction://hlinksldjump" r:id="rId27"/>
          </p:cNvPr>
          <p:cNvSpPr txBox="1"/>
          <p:nvPr/>
        </p:nvSpPr>
        <p:spPr>
          <a:xfrm>
            <a:off x="5639692" y="4789799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pasticceria oro</a:t>
            </a:r>
          </a:p>
        </p:txBody>
      </p:sp>
      <p:sp>
        <p:nvSpPr>
          <p:cNvPr id="481" name="TextBox 480">
            <a:hlinkClick action="ppaction://hlinksldjump" r:id="rId27"/>
          </p:cNvPr>
          <p:cNvSpPr txBox="1"/>
          <p:nvPr/>
        </p:nvSpPr>
        <p:spPr>
          <a:xfrm>
            <a:off x="6673467" y="478979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482" name="TextBox 481">
            <a:hlinkClick action="ppaction://hlinksldjump" r:id="rId27"/>
          </p:cNvPr>
          <p:cNvSpPr txBox="1"/>
          <p:nvPr/>
        </p:nvSpPr>
        <p:spPr>
          <a:xfrm>
            <a:off x="4883943" y="4916601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21618</a:t>
            </a:r>
          </a:p>
        </p:txBody>
      </p:sp>
      <p:sp>
        <p:nvSpPr>
          <p:cNvPr id="483" name="TextBox 482">
            <a:hlinkClick action="ppaction://hlinksldjump" r:id="rId27"/>
          </p:cNvPr>
          <p:cNvSpPr txBox="1"/>
          <p:nvPr/>
        </p:nvSpPr>
        <p:spPr>
          <a:xfrm>
            <a:off x="5639692" y="4916601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pasticceria oro</a:t>
            </a:r>
          </a:p>
        </p:txBody>
      </p:sp>
      <p:sp>
        <p:nvSpPr>
          <p:cNvPr id="484" name="TextBox 483">
            <a:hlinkClick action="ppaction://hlinksldjump" r:id="rId27"/>
          </p:cNvPr>
          <p:cNvSpPr txBox="1"/>
          <p:nvPr/>
        </p:nvSpPr>
        <p:spPr>
          <a:xfrm>
            <a:off x="6673467" y="491660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485" name="TextBox 484">
            <a:hlinkClick action="ppaction://hlinksldjump" r:id="rId27"/>
          </p:cNvPr>
          <p:cNvSpPr txBox="1"/>
          <p:nvPr/>
        </p:nvSpPr>
        <p:spPr>
          <a:xfrm>
            <a:off x="4883943" y="5043403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21625</a:t>
            </a:r>
          </a:p>
        </p:txBody>
      </p:sp>
      <p:sp>
        <p:nvSpPr>
          <p:cNvPr id="486" name="TextBox 485">
            <a:hlinkClick action="ppaction://hlinksldjump" r:id="rId27"/>
          </p:cNvPr>
          <p:cNvSpPr txBox="1"/>
          <p:nvPr/>
        </p:nvSpPr>
        <p:spPr>
          <a:xfrm>
            <a:off x="5639692" y="5043403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pasticceria oro</a:t>
            </a:r>
          </a:p>
        </p:txBody>
      </p:sp>
      <p:sp>
        <p:nvSpPr>
          <p:cNvPr id="487" name="TextBox 486">
            <a:hlinkClick action="ppaction://hlinksldjump" r:id="rId27"/>
          </p:cNvPr>
          <p:cNvSpPr txBox="1"/>
          <p:nvPr/>
        </p:nvSpPr>
        <p:spPr>
          <a:xfrm>
            <a:off x="6673467" y="504340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488" name="TextBox 487">
            <a:hlinkClick action="ppaction://hlinksldjump" r:id="rId27"/>
          </p:cNvPr>
          <p:cNvSpPr txBox="1"/>
          <p:nvPr/>
        </p:nvSpPr>
        <p:spPr>
          <a:xfrm>
            <a:off x="4883943" y="5170204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21632</a:t>
            </a:r>
          </a:p>
        </p:txBody>
      </p:sp>
      <p:sp>
        <p:nvSpPr>
          <p:cNvPr id="489" name="TextBox 488">
            <a:hlinkClick action="ppaction://hlinksldjump" r:id="rId27"/>
          </p:cNvPr>
          <p:cNvSpPr txBox="1"/>
          <p:nvPr/>
        </p:nvSpPr>
        <p:spPr>
          <a:xfrm>
            <a:off x="5639692" y="5170204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pasticceria oro</a:t>
            </a:r>
          </a:p>
        </p:txBody>
      </p:sp>
      <p:sp>
        <p:nvSpPr>
          <p:cNvPr id="490" name="TextBox 489">
            <a:hlinkClick action="ppaction://hlinksldjump" r:id="rId27"/>
          </p:cNvPr>
          <p:cNvSpPr txBox="1"/>
          <p:nvPr/>
        </p:nvSpPr>
        <p:spPr>
          <a:xfrm>
            <a:off x="6673467" y="517020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491" name="TextBox 490">
            <a:hlinkClick action="ppaction://hlinksldjump" r:id="rId27"/>
          </p:cNvPr>
          <p:cNvSpPr txBox="1"/>
          <p:nvPr/>
        </p:nvSpPr>
        <p:spPr>
          <a:xfrm>
            <a:off x="4883943" y="5297006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21649</a:t>
            </a:r>
          </a:p>
        </p:txBody>
      </p:sp>
      <p:sp>
        <p:nvSpPr>
          <p:cNvPr id="492" name="TextBox 491">
            <a:hlinkClick action="ppaction://hlinksldjump" r:id="rId27"/>
          </p:cNvPr>
          <p:cNvSpPr txBox="1"/>
          <p:nvPr/>
        </p:nvSpPr>
        <p:spPr>
          <a:xfrm>
            <a:off x="5639692" y="5297006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pasticceria oro</a:t>
            </a:r>
          </a:p>
        </p:txBody>
      </p:sp>
      <p:sp>
        <p:nvSpPr>
          <p:cNvPr id="493" name="TextBox 492">
            <a:hlinkClick action="ppaction://hlinksldjump" r:id="rId27"/>
          </p:cNvPr>
          <p:cNvSpPr txBox="1"/>
          <p:nvPr/>
        </p:nvSpPr>
        <p:spPr>
          <a:xfrm>
            <a:off x="6673467" y="529700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494" name="TextBox 493">
            <a:hlinkClick action="ppaction://hlinksldjump" r:id="rId27"/>
          </p:cNvPr>
          <p:cNvSpPr txBox="1"/>
          <p:nvPr/>
        </p:nvSpPr>
        <p:spPr>
          <a:xfrm>
            <a:off x="4883943" y="5423807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21656</a:t>
            </a:r>
          </a:p>
        </p:txBody>
      </p:sp>
      <p:sp>
        <p:nvSpPr>
          <p:cNvPr id="495" name="TextBox 494">
            <a:hlinkClick action="ppaction://hlinksldjump" r:id="rId27"/>
          </p:cNvPr>
          <p:cNvSpPr txBox="1"/>
          <p:nvPr/>
        </p:nvSpPr>
        <p:spPr>
          <a:xfrm>
            <a:off x="5639692" y="5423807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pasticceria oro</a:t>
            </a:r>
          </a:p>
        </p:txBody>
      </p:sp>
      <p:sp>
        <p:nvSpPr>
          <p:cNvPr id="496" name="TextBox 495">
            <a:hlinkClick action="ppaction://hlinksldjump" r:id="rId27"/>
          </p:cNvPr>
          <p:cNvSpPr txBox="1"/>
          <p:nvPr/>
        </p:nvSpPr>
        <p:spPr>
          <a:xfrm>
            <a:off x="6673467" y="542380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497" name="TextBox 496">
            <a:hlinkClick action="ppaction://hlinksldjump" r:id="rId27"/>
          </p:cNvPr>
          <p:cNvSpPr txBox="1"/>
          <p:nvPr/>
        </p:nvSpPr>
        <p:spPr>
          <a:xfrm>
            <a:off x="4883943" y="5550609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21663</a:t>
            </a:r>
          </a:p>
        </p:txBody>
      </p:sp>
      <p:sp>
        <p:nvSpPr>
          <p:cNvPr id="498" name="TextBox 497">
            <a:hlinkClick action="ppaction://hlinksldjump" r:id="rId27"/>
          </p:cNvPr>
          <p:cNvSpPr txBox="1"/>
          <p:nvPr/>
        </p:nvSpPr>
        <p:spPr>
          <a:xfrm>
            <a:off x="5639692" y="5550609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pasticceria oro</a:t>
            </a:r>
          </a:p>
        </p:txBody>
      </p:sp>
      <p:sp>
        <p:nvSpPr>
          <p:cNvPr id="499" name="TextBox 498">
            <a:hlinkClick action="ppaction://hlinksldjump" r:id="rId27"/>
          </p:cNvPr>
          <p:cNvSpPr txBox="1"/>
          <p:nvPr/>
        </p:nvSpPr>
        <p:spPr>
          <a:xfrm>
            <a:off x="6673467" y="555060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</a:t>
            </a:r>
          </a:p>
        </p:txBody>
      </p:sp>
      <p:sp>
        <p:nvSpPr>
          <p:cNvPr id="500" name="TextBox 499">
            <a:hlinkClick action="ppaction://hlinksldjump" r:id="rId32"/>
          </p:cNvPr>
          <p:cNvSpPr txBox="1"/>
          <p:nvPr/>
        </p:nvSpPr>
        <p:spPr>
          <a:xfrm>
            <a:off x="4883943" y="5677410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22268</a:t>
            </a:r>
          </a:p>
        </p:txBody>
      </p:sp>
      <p:sp>
        <p:nvSpPr>
          <p:cNvPr id="501" name="TextBox 500">
            <a:hlinkClick action="ppaction://hlinksldjump" r:id="rId32"/>
          </p:cNvPr>
          <p:cNvSpPr txBox="1"/>
          <p:nvPr/>
        </p:nvSpPr>
        <p:spPr>
          <a:xfrm>
            <a:off x="5639692" y="5677410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Portacrêpes</a:t>
            </a:r>
          </a:p>
        </p:txBody>
      </p:sp>
      <p:sp>
        <p:nvSpPr>
          <p:cNvPr id="502" name="TextBox 501">
            <a:hlinkClick action="ppaction://hlinksldjump" r:id="rId32"/>
          </p:cNvPr>
          <p:cNvSpPr txBox="1"/>
          <p:nvPr/>
        </p:nvSpPr>
        <p:spPr>
          <a:xfrm>
            <a:off x="6653846" y="567741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43</a:t>
            </a:r>
          </a:p>
        </p:txBody>
      </p:sp>
      <p:sp>
        <p:nvSpPr>
          <p:cNvPr id="503" name="TextBox 502">
            <a:hlinkClick action="ppaction://hlinksldjump" r:id="rId33"/>
          </p:cNvPr>
          <p:cNvSpPr txBox="1"/>
          <p:nvPr/>
        </p:nvSpPr>
        <p:spPr>
          <a:xfrm>
            <a:off x="4883943" y="580421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23446</a:t>
            </a:r>
          </a:p>
        </p:txBody>
      </p:sp>
      <p:sp>
        <p:nvSpPr>
          <p:cNvPr id="504" name="TextBox 503">
            <a:hlinkClick action="ppaction://hlinksldjump" r:id="rId33"/>
          </p:cNvPr>
          <p:cNvSpPr txBox="1"/>
          <p:nvPr/>
        </p:nvSpPr>
        <p:spPr>
          <a:xfrm>
            <a:off x="5639692" y="5804212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monouso</a:t>
            </a:r>
          </a:p>
        </p:txBody>
      </p:sp>
      <p:sp>
        <p:nvSpPr>
          <p:cNvPr id="505" name="TextBox 504">
            <a:hlinkClick action="ppaction://hlinksldjump" r:id="rId33"/>
          </p:cNvPr>
          <p:cNvSpPr txBox="1"/>
          <p:nvPr/>
        </p:nvSpPr>
        <p:spPr>
          <a:xfrm>
            <a:off x="6653846" y="580421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506" name="TextBox 505">
            <a:hlinkClick action="ppaction://hlinksldjump" r:id="rId34"/>
          </p:cNvPr>
          <p:cNvSpPr txBox="1"/>
          <p:nvPr/>
        </p:nvSpPr>
        <p:spPr>
          <a:xfrm>
            <a:off x="4883943" y="5931014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23616</a:t>
            </a:r>
          </a:p>
        </p:txBody>
      </p:sp>
      <p:sp>
        <p:nvSpPr>
          <p:cNvPr id="507" name="TextBox 506">
            <a:hlinkClick action="ppaction://hlinksldjump" r:id="rId34"/>
          </p:cNvPr>
          <p:cNvSpPr txBox="1"/>
          <p:nvPr/>
        </p:nvSpPr>
        <p:spPr>
          <a:xfrm>
            <a:off x="5639692" y="5931014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508" name="TextBox 507">
            <a:hlinkClick action="ppaction://hlinksldjump" r:id="rId34"/>
          </p:cNvPr>
          <p:cNvSpPr txBox="1"/>
          <p:nvPr/>
        </p:nvSpPr>
        <p:spPr>
          <a:xfrm>
            <a:off x="6663657" y="593101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509" name="TextBox 508">
            <a:hlinkClick action="ppaction://hlinksldjump" r:id="rId34"/>
          </p:cNvPr>
          <p:cNvSpPr txBox="1"/>
          <p:nvPr/>
        </p:nvSpPr>
        <p:spPr>
          <a:xfrm>
            <a:off x="4883943" y="605781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24460</a:t>
            </a:r>
          </a:p>
        </p:txBody>
      </p:sp>
      <p:sp>
        <p:nvSpPr>
          <p:cNvPr id="510" name="TextBox 509">
            <a:hlinkClick action="ppaction://hlinksldjump" r:id="rId34"/>
          </p:cNvPr>
          <p:cNvSpPr txBox="1"/>
          <p:nvPr/>
        </p:nvSpPr>
        <p:spPr>
          <a:xfrm>
            <a:off x="5639692" y="6057815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511" name="TextBox 510">
            <a:hlinkClick action="ppaction://hlinksldjump" r:id="rId34"/>
          </p:cNvPr>
          <p:cNvSpPr txBox="1"/>
          <p:nvPr/>
        </p:nvSpPr>
        <p:spPr>
          <a:xfrm>
            <a:off x="6663657" y="605781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512" name="TextBox 511">
            <a:hlinkClick action="ppaction://hlinksldjump" r:id="rId35"/>
          </p:cNvPr>
          <p:cNvSpPr txBox="1"/>
          <p:nvPr/>
        </p:nvSpPr>
        <p:spPr>
          <a:xfrm>
            <a:off x="4883943" y="6184617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24767</a:t>
            </a:r>
          </a:p>
        </p:txBody>
      </p:sp>
      <p:sp>
        <p:nvSpPr>
          <p:cNvPr id="513" name="TextBox 512">
            <a:hlinkClick action="ppaction://hlinksldjump" r:id="rId35"/>
          </p:cNvPr>
          <p:cNvSpPr txBox="1"/>
          <p:nvPr/>
        </p:nvSpPr>
        <p:spPr>
          <a:xfrm>
            <a:off x="5639692" y="618461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politenata</a:t>
            </a:r>
          </a:p>
        </p:txBody>
      </p:sp>
      <p:sp>
        <p:nvSpPr>
          <p:cNvPr id="514" name="TextBox 513">
            <a:hlinkClick action="ppaction://hlinksldjump" r:id="rId35"/>
          </p:cNvPr>
          <p:cNvSpPr txBox="1"/>
          <p:nvPr/>
        </p:nvSpPr>
        <p:spPr>
          <a:xfrm>
            <a:off x="6673467" y="618461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515" name="TextBox 514">
            <a:hlinkClick action="ppaction://hlinksldjump" r:id="rId34"/>
          </p:cNvPr>
          <p:cNvSpPr txBox="1"/>
          <p:nvPr/>
        </p:nvSpPr>
        <p:spPr>
          <a:xfrm>
            <a:off x="4883943" y="631141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24941</a:t>
            </a:r>
          </a:p>
        </p:txBody>
      </p:sp>
      <p:sp>
        <p:nvSpPr>
          <p:cNvPr id="516" name="TextBox 515">
            <a:hlinkClick action="ppaction://hlinksldjump" r:id="rId34"/>
          </p:cNvPr>
          <p:cNvSpPr txBox="1"/>
          <p:nvPr/>
        </p:nvSpPr>
        <p:spPr>
          <a:xfrm>
            <a:off x="5639692" y="6311418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517" name="TextBox 516">
            <a:hlinkClick action="ppaction://hlinksldjump" r:id="rId34"/>
          </p:cNvPr>
          <p:cNvSpPr txBox="1"/>
          <p:nvPr/>
        </p:nvSpPr>
        <p:spPr>
          <a:xfrm>
            <a:off x="6663657" y="631141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518" name="TextBox 517">
            <a:hlinkClick action="ppaction://hlinksldjump" r:id="rId34"/>
          </p:cNvPr>
          <p:cNvSpPr txBox="1"/>
          <p:nvPr/>
        </p:nvSpPr>
        <p:spPr>
          <a:xfrm>
            <a:off x="4883943" y="643822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24958</a:t>
            </a:r>
          </a:p>
        </p:txBody>
      </p:sp>
      <p:sp>
        <p:nvSpPr>
          <p:cNvPr id="519" name="TextBox 518">
            <a:hlinkClick action="ppaction://hlinksldjump" r:id="rId34"/>
          </p:cNvPr>
          <p:cNvSpPr txBox="1"/>
          <p:nvPr/>
        </p:nvSpPr>
        <p:spPr>
          <a:xfrm>
            <a:off x="5639692" y="6438220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520" name="TextBox 519">
            <a:hlinkClick action="ppaction://hlinksldjump" r:id="rId34"/>
          </p:cNvPr>
          <p:cNvSpPr txBox="1"/>
          <p:nvPr/>
        </p:nvSpPr>
        <p:spPr>
          <a:xfrm>
            <a:off x="6663657" y="643822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521" name="TextBox 520">
            <a:hlinkClick action="ppaction://hlinksldjump" r:id="rId34"/>
          </p:cNvPr>
          <p:cNvSpPr txBox="1"/>
          <p:nvPr/>
        </p:nvSpPr>
        <p:spPr>
          <a:xfrm>
            <a:off x="4883943" y="6565021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24972</a:t>
            </a:r>
          </a:p>
        </p:txBody>
      </p:sp>
      <p:sp>
        <p:nvSpPr>
          <p:cNvPr id="522" name="TextBox 521">
            <a:hlinkClick action="ppaction://hlinksldjump" r:id="rId34"/>
          </p:cNvPr>
          <p:cNvSpPr txBox="1"/>
          <p:nvPr/>
        </p:nvSpPr>
        <p:spPr>
          <a:xfrm>
            <a:off x="5639692" y="6565021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523" name="TextBox 522">
            <a:hlinkClick action="ppaction://hlinksldjump" r:id="rId34"/>
          </p:cNvPr>
          <p:cNvSpPr txBox="1"/>
          <p:nvPr/>
        </p:nvSpPr>
        <p:spPr>
          <a:xfrm>
            <a:off x="6663657" y="656502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524" name="TextBox 523">
            <a:hlinkClick action="ppaction://hlinksldjump" r:id="rId12"/>
          </p:cNvPr>
          <p:cNvSpPr txBox="1"/>
          <p:nvPr/>
        </p:nvSpPr>
        <p:spPr>
          <a:xfrm>
            <a:off x="4883943" y="6691823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25791</a:t>
            </a:r>
          </a:p>
        </p:txBody>
      </p:sp>
      <p:sp>
        <p:nvSpPr>
          <p:cNvPr id="525" name="TextBox 524">
            <a:hlinkClick action="ppaction://hlinksldjump" r:id="rId12"/>
          </p:cNvPr>
          <p:cNvSpPr txBox="1"/>
          <p:nvPr/>
        </p:nvSpPr>
        <p:spPr>
          <a:xfrm>
            <a:off x="5639692" y="6691823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Dischi sottotorta</a:t>
            </a:r>
          </a:p>
        </p:txBody>
      </p:sp>
      <p:sp>
        <p:nvSpPr>
          <p:cNvPr id="526" name="TextBox 525">
            <a:hlinkClick action="ppaction://hlinksldjump" r:id="rId12"/>
          </p:cNvPr>
          <p:cNvSpPr txBox="1"/>
          <p:nvPr/>
        </p:nvSpPr>
        <p:spPr>
          <a:xfrm>
            <a:off x="6663657" y="669182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27" name="TextBox 526">
            <a:hlinkClick action="ppaction://hlinksldjump" r:id="rId12"/>
          </p:cNvPr>
          <p:cNvSpPr txBox="1"/>
          <p:nvPr/>
        </p:nvSpPr>
        <p:spPr>
          <a:xfrm>
            <a:off x="4883943" y="6818625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25807</a:t>
            </a:r>
          </a:p>
        </p:txBody>
      </p:sp>
      <p:sp>
        <p:nvSpPr>
          <p:cNvPr id="528" name="TextBox 527">
            <a:hlinkClick action="ppaction://hlinksldjump" r:id="rId12"/>
          </p:cNvPr>
          <p:cNvSpPr txBox="1"/>
          <p:nvPr/>
        </p:nvSpPr>
        <p:spPr>
          <a:xfrm>
            <a:off x="5639692" y="6818625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Dischi sottotorta</a:t>
            </a:r>
          </a:p>
        </p:txBody>
      </p:sp>
      <p:sp>
        <p:nvSpPr>
          <p:cNvPr id="529" name="TextBox 528">
            <a:hlinkClick action="ppaction://hlinksldjump" r:id="rId12"/>
          </p:cNvPr>
          <p:cNvSpPr txBox="1"/>
          <p:nvPr/>
        </p:nvSpPr>
        <p:spPr>
          <a:xfrm>
            <a:off x="6663657" y="681862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30" name="TextBox 529">
            <a:hlinkClick action="ppaction://hlinksldjump" r:id="rId12"/>
          </p:cNvPr>
          <p:cNvSpPr txBox="1"/>
          <p:nvPr/>
        </p:nvSpPr>
        <p:spPr>
          <a:xfrm>
            <a:off x="4883943" y="6945426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25814</a:t>
            </a:r>
          </a:p>
        </p:txBody>
      </p:sp>
      <p:sp>
        <p:nvSpPr>
          <p:cNvPr id="531" name="TextBox 530">
            <a:hlinkClick action="ppaction://hlinksldjump" r:id="rId12"/>
          </p:cNvPr>
          <p:cNvSpPr txBox="1"/>
          <p:nvPr/>
        </p:nvSpPr>
        <p:spPr>
          <a:xfrm>
            <a:off x="5639692" y="6945426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Dischi sottotorta</a:t>
            </a:r>
          </a:p>
        </p:txBody>
      </p:sp>
      <p:sp>
        <p:nvSpPr>
          <p:cNvPr id="532" name="TextBox 531">
            <a:hlinkClick action="ppaction://hlinksldjump" r:id="rId12"/>
          </p:cNvPr>
          <p:cNvSpPr txBox="1"/>
          <p:nvPr/>
        </p:nvSpPr>
        <p:spPr>
          <a:xfrm>
            <a:off x="6663657" y="694542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33" name="TextBox 532">
            <a:hlinkClick action="ppaction://hlinksldjump" r:id="rId12"/>
          </p:cNvPr>
          <p:cNvSpPr txBox="1"/>
          <p:nvPr/>
        </p:nvSpPr>
        <p:spPr>
          <a:xfrm>
            <a:off x="4883943" y="7072228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25821</a:t>
            </a:r>
          </a:p>
        </p:txBody>
      </p:sp>
      <p:sp>
        <p:nvSpPr>
          <p:cNvPr id="534" name="TextBox 533">
            <a:hlinkClick action="ppaction://hlinksldjump" r:id="rId12"/>
          </p:cNvPr>
          <p:cNvSpPr txBox="1"/>
          <p:nvPr/>
        </p:nvSpPr>
        <p:spPr>
          <a:xfrm>
            <a:off x="5639692" y="7072228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Dischi sottotorta</a:t>
            </a:r>
          </a:p>
        </p:txBody>
      </p:sp>
      <p:sp>
        <p:nvSpPr>
          <p:cNvPr id="535" name="TextBox 534">
            <a:hlinkClick action="ppaction://hlinksldjump" r:id="rId12"/>
          </p:cNvPr>
          <p:cNvSpPr txBox="1"/>
          <p:nvPr/>
        </p:nvSpPr>
        <p:spPr>
          <a:xfrm>
            <a:off x="6663657" y="707222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36" name="TextBox 535">
            <a:hlinkClick action="ppaction://hlinksldjump" r:id="rId12"/>
          </p:cNvPr>
          <p:cNvSpPr txBox="1"/>
          <p:nvPr/>
        </p:nvSpPr>
        <p:spPr>
          <a:xfrm>
            <a:off x="4883943" y="719902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25838</a:t>
            </a:r>
          </a:p>
        </p:txBody>
      </p:sp>
      <p:sp>
        <p:nvSpPr>
          <p:cNvPr id="537" name="TextBox 536">
            <a:hlinkClick action="ppaction://hlinksldjump" r:id="rId12"/>
          </p:cNvPr>
          <p:cNvSpPr txBox="1"/>
          <p:nvPr/>
        </p:nvSpPr>
        <p:spPr>
          <a:xfrm>
            <a:off x="5639692" y="7199029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Dischi sottotorta</a:t>
            </a:r>
          </a:p>
        </p:txBody>
      </p:sp>
      <p:sp>
        <p:nvSpPr>
          <p:cNvPr id="538" name="TextBox 537">
            <a:hlinkClick action="ppaction://hlinksldjump" r:id="rId12"/>
          </p:cNvPr>
          <p:cNvSpPr txBox="1"/>
          <p:nvPr/>
        </p:nvSpPr>
        <p:spPr>
          <a:xfrm>
            <a:off x="6663657" y="719902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39" name="TextBox 538">
            <a:hlinkClick action="ppaction://hlinksldjump" r:id="rId12"/>
          </p:cNvPr>
          <p:cNvSpPr txBox="1"/>
          <p:nvPr/>
        </p:nvSpPr>
        <p:spPr>
          <a:xfrm>
            <a:off x="4883943" y="7325831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25845</a:t>
            </a:r>
          </a:p>
        </p:txBody>
      </p:sp>
      <p:sp>
        <p:nvSpPr>
          <p:cNvPr id="540" name="TextBox 539">
            <a:hlinkClick action="ppaction://hlinksldjump" r:id="rId12"/>
          </p:cNvPr>
          <p:cNvSpPr txBox="1"/>
          <p:nvPr/>
        </p:nvSpPr>
        <p:spPr>
          <a:xfrm>
            <a:off x="5639692" y="7325831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Dischi sottotorta</a:t>
            </a:r>
          </a:p>
        </p:txBody>
      </p:sp>
      <p:sp>
        <p:nvSpPr>
          <p:cNvPr id="541" name="TextBox 540">
            <a:hlinkClick action="ppaction://hlinksldjump" r:id="rId12"/>
          </p:cNvPr>
          <p:cNvSpPr txBox="1"/>
          <p:nvPr/>
        </p:nvSpPr>
        <p:spPr>
          <a:xfrm>
            <a:off x="6663657" y="732583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42" name="TextBox 541">
            <a:hlinkClick action="ppaction://hlinksldjump" r:id="rId12"/>
          </p:cNvPr>
          <p:cNvSpPr txBox="1"/>
          <p:nvPr/>
        </p:nvSpPr>
        <p:spPr>
          <a:xfrm>
            <a:off x="4883943" y="7452632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25852</a:t>
            </a:r>
          </a:p>
        </p:txBody>
      </p:sp>
      <p:sp>
        <p:nvSpPr>
          <p:cNvPr id="543" name="TextBox 542">
            <a:hlinkClick action="ppaction://hlinksldjump" r:id="rId12"/>
          </p:cNvPr>
          <p:cNvSpPr txBox="1"/>
          <p:nvPr/>
        </p:nvSpPr>
        <p:spPr>
          <a:xfrm>
            <a:off x="5639692" y="7452632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Dischi sottotorta</a:t>
            </a:r>
          </a:p>
        </p:txBody>
      </p:sp>
      <p:sp>
        <p:nvSpPr>
          <p:cNvPr id="544" name="TextBox 543">
            <a:hlinkClick action="ppaction://hlinksldjump" r:id="rId12"/>
          </p:cNvPr>
          <p:cNvSpPr txBox="1"/>
          <p:nvPr/>
        </p:nvSpPr>
        <p:spPr>
          <a:xfrm>
            <a:off x="6663657" y="745263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45" name="TextBox 544">
            <a:hlinkClick action="ppaction://hlinksldjump" r:id="rId32"/>
          </p:cNvPr>
          <p:cNvSpPr txBox="1"/>
          <p:nvPr/>
        </p:nvSpPr>
        <p:spPr>
          <a:xfrm>
            <a:off x="4883943" y="7579434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26143</a:t>
            </a:r>
          </a:p>
        </p:txBody>
      </p:sp>
      <p:sp>
        <p:nvSpPr>
          <p:cNvPr id="546" name="TextBox 545">
            <a:hlinkClick action="ppaction://hlinksldjump" r:id="rId32"/>
          </p:cNvPr>
          <p:cNvSpPr txBox="1"/>
          <p:nvPr/>
        </p:nvSpPr>
        <p:spPr>
          <a:xfrm>
            <a:off x="5639692" y="7579434"/>
            <a:ext cx="53274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per fritti</a:t>
            </a:r>
          </a:p>
        </p:txBody>
      </p:sp>
      <p:sp>
        <p:nvSpPr>
          <p:cNvPr id="547" name="TextBox 546">
            <a:hlinkClick action="ppaction://hlinksldjump" r:id="rId32"/>
          </p:cNvPr>
          <p:cNvSpPr txBox="1"/>
          <p:nvPr/>
        </p:nvSpPr>
        <p:spPr>
          <a:xfrm>
            <a:off x="6653846" y="757943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43</a:t>
            </a:r>
          </a:p>
        </p:txBody>
      </p:sp>
      <p:sp>
        <p:nvSpPr>
          <p:cNvPr id="548" name="TextBox 547">
            <a:hlinkClick action="ppaction://hlinksldjump" r:id="rId32"/>
          </p:cNvPr>
          <p:cNvSpPr txBox="1"/>
          <p:nvPr/>
        </p:nvSpPr>
        <p:spPr>
          <a:xfrm>
            <a:off x="4883943" y="7706235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26372</a:t>
            </a:r>
          </a:p>
        </p:txBody>
      </p:sp>
      <p:sp>
        <p:nvSpPr>
          <p:cNvPr id="549" name="TextBox 548">
            <a:hlinkClick action="ppaction://hlinksldjump" r:id="rId32"/>
          </p:cNvPr>
          <p:cNvSpPr txBox="1"/>
          <p:nvPr/>
        </p:nvSpPr>
        <p:spPr>
          <a:xfrm>
            <a:off x="5639692" y="7706235"/>
            <a:ext cx="53274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per fritti</a:t>
            </a:r>
          </a:p>
        </p:txBody>
      </p:sp>
      <p:sp>
        <p:nvSpPr>
          <p:cNvPr id="550" name="TextBox 549">
            <a:hlinkClick action="ppaction://hlinksldjump" r:id="rId32"/>
          </p:cNvPr>
          <p:cNvSpPr txBox="1"/>
          <p:nvPr/>
        </p:nvSpPr>
        <p:spPr>
          <a:xfrm>
            <a:off x="6653846" y="770623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43</a:t>
            </a:r>
          </a:p>
        </p:txBody>
      </p:sp>
      <p:sp>
        <p:nvSpPr>
          <p:cNvPr id="551" name="TextBox 550">
            <a:hlinkClick action="ppaction://hlinksldjump" r:id="rId35"/>
          </p:cNvPr>
          <p:cNvSpPr txBox="1"/>
          <p:nvPr/>
        </p:nvSpPr>
        <p:spPr>
          <a:xfrm>
            <a:off x="4883943" y="7833037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27102</a:t>
            </a:r>
          </a:p>
        </p:txBody>
      </p:sp>
      <p:sp>
        <p:nvSpPr>
          <p:cNvPr id="552" name="TextBox 551">
            <a:hlinkClick action="ppaction://hlinksldjump" r:id="rId35"/>
          </p:cNvPr>
          <p:cNvSpPr txBox="1"/>
          <p:nvPr/>
        </p:nvSpPr>
        <p:spPr>
          <a:xfrm>
            <a:off x="5639692" y="783303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Carte da incarto</a:t>
            </a:r>
          </a:p>
        </p:txBody>
      </p:sp>
      <p:sp>
        <p:nvSpPr>
          <p:cNvPr id="553" name="TextBox 552">
            <a:hlinkClick action="ppaction://hlinksldjump" r:id="rId35"/>
          </p:cNvPr>
          <p:cNvSpPr txBox="1"/>
          <p:nvPr/>
        </p:nvSpPr>
        <p:spPr>
          <a:xfrm>
            <a:off x="6673467" y="783303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554" name="TextBox 553">
            <a:hlinkClick action="ppaction://hlinksldjump" r:id="rId34"/>
          </p:cNvPr>
          <p:cNvSpPr txBox="1"/>
          <p:nvPr/>
        </p:nvSpPr>
        <p:spPr>
          <a:xfrm>
            <a:off x="4883943" y="7959839"/>
            <a:ext cx="26785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27157</a:t>
            </a:r>
          </a:p>
        </p:txBody>
      </p:sp>
      <p:sp>
        <p:nvSpPr>
          <p:cNvPr id="555" name="TextBox 554">
            <a:hlinkClick action="ppaction://hlinksldjump" r:id="rId34"/>
          </p:cNvPr>
          <p:cNvSpPr txBox="1"/>
          <p:nvPr/>
        </p:nvSpPr>
        <p:spPr>
          <a:xfrm>
            <a:off x="5639692" y="7959839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556" name="TextBox 555">
            <a:hlinkClick action="ppaction://hlinksldjump" r:id="rId34"/>
          </p:cNvPr>
          <p:cNvSpPr txBox="1"/>
          <p:nvPr/>
        </p:nvSpPr>
        <p:spPr>
          <a:xfrm>
            <a:off x="6663657" y="795983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557" name="TextBox 556">
            <a:hlinkClick action="ppaction://hlinksldjump" r:id="rId35"/>
          </p:cNvPr>
          <p:cNvSpPr txBox="1"/>
          <p:nvPr/>
        </p:nvSpPr>
        <p:spPr>
          <a:xfrm>
            <a:off x="4883943" y="8086640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27218</a:t>
            </a:r>
          </a:p>
        </p:txBody>
      </p:sp>
      <p:sp>
        <p:nvSpPr>
          <p:cNvPr id="558" name="TextBox 557">
            <a:hlinkClick action="ppaction://hlinksldjump" r:id="rId35"/>
          </p:cNvPr>
          <p:cNvSpPr txBox="1"/>
          <p:nvPr/>
        </p:nvSpPr>
        <p:spPr>
          <a:xfrm>
            <a:off x="5639692" y="8086640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politenata</a:t>
            </a:r>
          </a:p>
        </p:txBody>
      </p:sp>
      <p:sp>
        <p:nvSpPr>
          <p:cNvPr id="559" name="TextBox 558">
            <a:hlinkClick action="ppaction://hlinksldjump" r:id="rId35"/>
          </p:cNvPr>
          <p:cNvSpPr txBox="1"/>
          <p:nvPr/>
        </p:nvSpPr>
        <p:spPr>
          <a:xfrm>
            <a:off x="6673467" y="808664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560" name="TextBox 559">
            <a:hlinkClick action="ppaction://hlinksldjump" r:id="rId32"/>
          </p:cNvPr>
          <p:cNvSpPr txBox="1"/>
          <p:nvPr/>
        </p:nvSpPr>
        <p:spPr>
          <a:xfrm>
            <a:off x="4883943" y="8213442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27256</a:t>
            </a:r>
          </a:p>
        </p:txBody>
      </p:sp>
      <p:sp>
        <p:nvSpPr>
          <p:cNvPr id="561" name="TextBox 560">
            <a:hlinkClick action="ppaction://hlinksldjump" r:id="rId32"/>
          </p:cNvPr>
          <p:cNvSpPr txBox="1"/>
          <p:nvPr/>
        </p:nvSpPr>
        <p:spPr>
          <a:xfrm>
            <a:off x="5639692" y="8213442"/>
            <a:ext cx="53274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per fritti</a:t>
            </a:r>
          </a:p>
        </p:txBody>
      </p:sp>
      <p:sp>
        <p:nvSpPr>
          <p:cNvPr id="562" name="TextBox 561">
            <a:hlinkClick action="ppaction://hlinksldjump" r:id="rId32"/>
          </p:cNvPr>
          <p:cNvSpPr txBox="1"/>
          <p:nvPr/>
        </p:nvSpPr>
        <p:spPr>
          <a:xfrm>
            <a:off x="6653846" y="821344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43</a:t>
            </a:r>
          </a:p>
        </p:txBody>
      </p:sp>
      <p:sp>
        <p:nvSpPr>
          <p:cNvPr id="563" name="TextBox 562">
            <a:hlinkClick action="ppaction://hlinksldjump" r:id="rId36"/>
          </p:cNvPr>
          <p:cNvSpPr txBox="1"/>
          <p:nvPr/>
        </p:nvSpPr>
        <p:spPr>
          <a:xfrm>
            <a:off x="4883943" y="8340243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27768</a:t>
            </a:r>
          </a:p>
        </p:txBody>
      </p:sp>
      <p:sp>
        <p:nvSpPr>
          <p:cNvPr id="564" name="TextBox 563">
            <a:hlinkClick action="ppaction://hlinksldjump" r:id="rId36"/>
          </p:cNvPr>
          <p:cNvSpPr txBox="1"/>
          <p:nvPr/>
        </p:nvSpPr>
        <p:spPr>
          <a:xfrm>
            <a:off x="5639692" y="8340243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Sacchi lavanderia</a:t>
            </a:r>
          </a:p>
        </p:txBody>
      </p:sp>
      <p:sp>
        <p:nvSpPr>
          <p:cNvPr id="565" name="TextBox 564">
            <a:hlinkClick action="ppaction://hlinksldjump" r:id="rId36"/>
          </p:cNvPr>
          <p:cNvSpPr txBox="1"/>
          <p:nvPr/>
        </p:nvSpPr>
        <p:spPr>
          <a:xfrm>
            <a:off x="6673467" y="834024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74</a:t>
            </a:r>
          </a:p>
        </p:txBody>
      </p:sp>
      <p:sp>
        <p:nvSpPr>
          <p:cNvPr id="566" name="TextBox 565">
            <a:hlinkClick action="ppaction://hlinksldjump" r:id="rId34"/>
          </p:cNvPr>
          <p:cNvSpPr txBox="1"/>
          <p:nvPr/>
        </p:nvSpPr>
        <p:spPr>
          <a:xfrm>
            <a:off x="4883943" y="8467045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28321</a:t>
            </a:r>
          </a:p>
        </p:txBody>
      </p:sp>
      <p:sp>
        <p:nvSpPr>
          <p:cNvPr id="567" name="TextBox 566">
            <a:hlinkClick action="ppaction://hlinksldjump" r:id="rId34"/>
          </p:cNvPr>
          <p:cNvSpPr txBox="1"/>
          <p:nvPr/>
        </p:nvSpPr>
        <p:spPr>
          <a:xfrm>
            <a:off x="5639692" y="8467045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568" name="TextBox 567">
            <a:hlinkClick action="ppaction://hlinksldjump" r:id="rId34"/>
          </p:cNvPr>
          <p:cNvSpPr txBox="1"/>
          <p:nvPr/>
        </p:nvSpPr>
        <p:spPr>
          <a:xfrm>
            <a:off x="6663657" y="846704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569" name="TextBox 568">
            <a:hlinkClick action="ppaction://hlinksldjump" r:id="rId34"/>
          </p:cNvPr>
          <p:cNvSpPr txBox="1"/>
          <p:nvPr/>
        </p:nvSpPr>
        <p:spPr>
          <a:xfrm>
            <a:off x="4883943" y="8593846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28413</a:t>
            </a:r>
          </a:p>
        </p:txBody>
      </p:sp>
      <p:sp>
        <p:nvSpPr>
          <p:cNvPr id="570" name="TextBox 569">
            <a:hlinkClick action="ppaction://hlinksldjump" r:id="rId34"/>
          </p:cNvPr>
          <p:cNvSpPr txBox="1"/>
          <p:nvPr/>
        </p:nvSpPr>
        <p:spPr>
          <a:xfrm>
            <a:off x="5639692" y="8593846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a fondo largo</a:t>
            </a:r>
          </a:p>
        </p:txBody>
      </p:sp>
      <p:sp>
        <p:nvSpPr>
          <p:cNvPr id="571" name="TextBox 570">
            <a:hlinkClick action="ppaction://hlinksldjump" r:id="rId34"/>
          </p:cNvPr>
          <p:cNvSpPr txBox="1"/>
          <p:nvPr/>
        </p:nvSpPr>
        <p:spPr>
          <a:xfrm>
            <a:off x="6663657" y="859384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76</a:t>
            </a:r>
          </a:p>
        </p:txBody>
      </p:sp>
      <p:sp>
        <p:nvSpPr>
          <p:cNvPr id="572" name="TextBox 571">
            <a:hlinkClick action="ppaction://hlinksldjump" r:id="rId35"/>
          </p:cNvPr>
          <p:cNvSpPr txBox="1"/>
          <p:nvPr/>
        </p:nvSpPr>
        <p:spPr>
          <a:xfrm>
            <a:off x="4883943" y="872064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28918</a:t>
            </a:r>
          </a:p>
        </p:txBody>
      </p:sp>
      <p:sp>
        <p:nvSpPr>
          <p:cNvPr id="573" name="TextBox 572">
            <a:hlinkClick action="ppaction://hlinksldjump" r:id="rId35"/>
          </p:cNvPr>
          <p:cNvSpPr txBox="1"/>
          <p:nvPr/>
        </p:nvSpPr>
        <p:spPr>
          <a:xfrm>
            <a:off x="5639692" y="8720648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politenata</a:t>
            </a:r>
          </a:p>
        </p:txBody>
      </p:sp>
      <p:sp>
        <p:nvSpPr>
          <p:cNvPr id="574" name="TextBox 573">
            <a:hlinkClick action="ppaction://hlinksldjump" r:id="rId35"/>
          </p:cNvPr>
          <p:cNvSpPr txBox="1"/>
          <p:nvPr/>
        </p:nvSpPr>
        <p:spPr>
          <a:xfrm>
            <a:off x="6673467" y="872064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575" name="TextBox 574">
            <a:hlinkClick action="ppaction://hlinksldjump" r:id="rId29"/>
          </p:cNvPr>
          <p:cNvSpPr txBox="1"/>
          <p:nvPr/>
        </p:nvSpPr>
        <p:spPr>
          <a:xfrm>
            <a:off x="4883943" y="8847450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31905</a:t>
            </a:r>
          </a:p>
        </p:txBody>
      </p:sp>
      <p:sp>
        <p:nvSpPr>
          <p:cNvPr id="576" name="TextBox 575">
            <a:hlinkClick action="ppaction://hlinksldjump" r:id="rId29"/>
          </p:cNvPr>
          <p:cNvSpPr txBox="1"/>
          <p:nvPr/>
        </p:nvSpPr>
        <p:spPr>
          <a:xfrm>
            <a:off x="5639692" y="8847450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Filtri alimentari</a:t>
            </a:r>
          </a:p>
        </p:txBody>
      </p:sp>
      <p:sp>
        <p:nvSpPr>
          <p:cNvPr id="577" name="TextBox 576">
            <a:hlinkClick action="ppaction://hlinksldjump" r:id="rId29"/>
          </p:cNvPr>
          <p:cNvSpPr txBox="1"/>
          <p:nvPr/>
        </p:nvSpPr>
        <p:spPr>
          <a:xfrm>
            <a:off x="6673467" y="884745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578" name="TextBox 577">
            <a:hlinkClick action="ppaction://hlinksldjump" r:id="rId37"/>
          </p:cNvPr>
          <p:cNvSpPr txBox="1"/>
          <p:nvPr/>
        </p:nvSpPr>
        <p:spPr>
          <a:xfrm>
            <a:off x="4883943" y="897425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38109</a:t>
            </a:r>
          </a:p>
        </p:txBody>
      </p:sp>
      <p:sp>
        <p:nvSpPr>
          <p:cNvPr id="579" name="TextBox 578">
            <a:hlinkClick action="ppaction://hlinksldjump" r:id="rId37"/>
          </p:cNvPr>
          <p:cNvSpPr txBox="1"/>
          <p:nvPr/>
        </p:nvSpPr>
        <p:spPr>
          <a:xfrm>
            <a:off x="5639692" y="8974251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580" name="TextBox 579">
            <a:hlinkClick action="ppaction://hlinksldjump" r:id="rId37"/>
          </p:cNvPr>
          <p:cNvSpPr txBox="1"/>
          <p:nvPr/>
        </p:nvSpPr>
        <p:spPr>
          <a:xfrm>
            <a:off x="6653846" y="897425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581" name="TextBox 580">
            <a:hlinkClick action="ppaction://hlinksldjump" r:id="rId37"/>
          </p:cNvPr>
          <p:cNvSpPr txBox="1"/>
          <p:nvPr/>
        </p:nvSpPr>
        <p:spPr>
          <a:xfrm>
            <a:off x="4883943" y="9101053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38116</a:t>
            </a:r>
          </a:p>
        </p:txBody>
      </p:sp>
      <p:sp>
        <p:nvSpPr>
          <p:cNvPr id="582" name="TextBox 581">
            <a:hlinkClick action="ppaction://hlinksldjump" r:id="rId37"/>
          </p:cNvPr>
          <p:cNvSpPr txBox="1"/>
          <p:nvPr/>
        </p:nvSpPr>
        <p:spPr>
          <a:xfrm>
            <a:off x="5639692" y="9101053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583" name="TextBox 582">
            <a:hlinkClick action="ppaction://hlinksldjump" r:id="rId37"/>
          </p:cNvPr>
          <p:cNvSpPr txBox="1"/>
          <p:nvPr/>
        </p:nvSpPr>
        <p:spPr>
          <a:xfrm>
            <a:off x="6653846" y="910105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584" name="TextBox 583">
            <a:hlinkClick action="ppaction://hlinksldjump" r:id="rId37"/>
          </p:cNvPr>
          <p:cNvSpPr txBox="1"/>
          <p:nvPr/>
        </p:nvSpPr>
        <p:spPr>
          <a:xfrm>
            <a:off x="4883943" y="9227854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38120</a:t>
            </a:r>
          </a:p>
        </p:txBody>
      </p:sp>
      <p:sp>
        <p:nvSpPr>
          <p:cNvPr id="585" name="TextBox 584">
            <a:hlinkClick action="ppaction://hlinksldjump" r:id="rId37"/>
          </p:cNvPr>
          <p:cNvSpPr txBox="1"/>
          <p:nvPr/>
        </p:nvSpPr>
        <p:spPr>
          <a:xfrm>
            <a:off x="5639692" y="9227854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586" name="TextBox 585">
            <a:hlinkClick action="ppaction://hlinksldjump" r:id="rId37"/>
          </p:cNvPr>
          <p:cNvSpPr txBox="1"/>
          <p:nvPr/>
        </p:nvSpPr>
        <p:spPr>
          <a:xfrm>
            <a:off x="6653846" y="922785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587" name="TextBox 586">
            <a:hlinkClick action="ppaction://hlinksldjump" r:id="rId37"/>
          </p:cNvPr>
          <p:cNvSpPr txBox="1"/>
          <p:nvPr/>
        </p:nvSpPr>
        <p:spPr>
          <a:xfrm>
            <a:off x="4883943" y="9354656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38124</a:t>
            </a:r>
          </a:p>
        </p:txBody>
      </p:sp>
      <p:sp>
        <p:nvSpPr>
          <p:cNvPr id="588" name="TextBox 587">
            <a:hlinkClick action="ppaction://hlinksldjump" r:id="rId37"/>
          </p:cNvPr>
          <p:cNvSpPr txBox="1"/>
          <p:nvPr/>
        </p:nvSpPr>
        <p:spPr>
          <a:xfrm>
            <a:off x="5639692" y="9354656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589" name="TextBox 588">
            <a:hlinkClick action="ppaction://hlinksldjump" r:id="rId37"/>
          </p:cNvPr>
          <p:cNvSpPr txBox="1"/>
          <p:nvPr/>
        </p:nvSpPr>
        <p:spPr>
          <a:xfrm>
            <a:off x="6653846" y="935465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590" name="TextBox 589">
            <a:hlinkClick action="ppaction://hlinksldjump" r:id="rId5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591" name="TextBox 590">
            <a:hlinkClick action="ppaction://hlinksldjump" r:id="rId6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92" name="TextBox 591">
            <a:hlinkClick action="ppaction://hlinksldjump" r:id="rId7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93" name="TextBox 592">
            <a:hlinkClick action="ppaction://hlinksldjump" r:id="rId8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94" name="TextBox 593">
            <a:hlinkClick action="ppaction://hlinksldjump" r:id="rId9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95" name="TextBox 594">
            <a:hlinkClick action="ppaction://hlinksldjump" r:id="rId10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96" name="TextBox 595">
            <a:hlinkClick action="ppaction://hlinksldjump" r:id="rId11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539948" y="10222473"/>
            <a:ext cx="21880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125</a:t>
            </a:r>
          </a:p>
        </p:txBody>
      </p:sp>
      <p:sp>
        <p:nvSpPr>
          <p:cNvPr id="598" name="TextBox 597">
            <a:hlinkClick action="ppaction://hlinksldjump" r:id="rId3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99" name="TextBox 598">
            <a:hlinkClick r:id="rId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601" name="TextBox 600">
            <a:hlinkClick r:id="rId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5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>
            <a:hlinkClick action="ppaction://hlinksldjump" r:id="rId6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>
            <a:hlinkClick action="ppaction://hlinksldjump" r:id="rId7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8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9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10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1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6855" y="321979"/>
            <a:ext cx="10697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INDICE DEI CODICI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948" y="747181"/>
            <a:ext cx="107509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INDICE DEI CODICI</a:t>
            </a:r>
          </a:p>
        </p:txBody>
      </p:sp>
      <p:sp>
        <p:nvSpPr>
          <p:cNvPr id="13" name="TextBox 12">
            <a:hlinkClick action="ppaction://hlinksldjump" r:id="rId12"/>
          </p:cNvPr>
          <p:cNvSpPr txBox="1"/>
          <p:nvPr/>
        </p:nvSpPr>
        <p:spPr>
          <a:xfrm>
            <a:off x="539948" y="1011649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38126</a:t>
            </a:r>
          </a:p>
        </p:txBody>
      </p:sp>
      <p:sp>
        <p:nvSpPr>
          <p:cNvPr id="14" name="TextBox 13">
            <a:hlinkClick action="ppaction://hlinksldjump" r:id="rId12"/>
          </p:cNvPr>
          <p:cNvSpPr txBox="1"/>
          <p:nvPr/>
        </p:nvSpPr>
        <p:spPr>
          <a:xfrm>
            <a:off x="1295697" y="1011649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15" name="TextBox 14">
            <a:hlinkClick action="ppaction://hlinksldjump" r:id="rId12"/>
          </p:cNvPr>
          <p:cNvSpPr txBox="1"/>
          <p:nvPr/>
        </p:nvSpPr>
        <p:spPr>
          <a:xfrm>
            <a:off x="2309851" y="101164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16" name="TextBox 15">
            <a:hlinkClick action="ppaction://hlinksldjump" r:id="rId12"/>
          </p:cNvPr>
          <p:cNvSpPr txBox="1"/>
          <p:nvPr/>
        </p:nvSpPr>
        <p:spPr>
          <a:xfrm>
            <a:off x="539948" y="113845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38130</a:t>
            </a:r>
          </a:p>
        </p:txBody>
      </p:sp>
      <p:sp>
        <p:nvSpPr>
          <p:cNvPr id="17" name="TextBox 16">
            <a:hlinkClick action="ppaction://hlinksldjump" r:id="rId12"/>
          </p:cNvPr>
          <p:cNvSpPr txBox="1"/>
          <p:nvPr/>
        </p:nvSpPr>
        <p:spPr>
          <a:xfrm>
            <a:off x="1295697" y="1138450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18" name="TextBox 17">
            <a:hlinkClick action="ppaction://hlinksldjump" r:id="rId12"/>
          </p:cNvPr>
          <p:cNvSpPr txBox="1"/>
          <p:nvPr/>
        </p:nvSpPr>
        <p:spPr>
          <a:xfrm>
            <a:off x="2309851" y="113845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19" name="TextBox 18">
            <a:hlinkClick action="ppaction://hlinksldjump" r:id="rId12"/>
          </p:cNvPr>
          <p:cNvSpPr txBox="1"/>
          <p:nvPr/>
        </p:nvSpPr>
        <p:spPr>
          <a:xfrm>
            <a:off x="539948" y="1265252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38135</a:t>
            </a:r>
          </a:p>
        </p:txBody>
      </p:sp>
      <p:sp>
        <p:nvSpPr>
          <p:cNvPr id="20" name="TextBox 19">
            <a:hlinkClick action="ppaction://hlinksldjump" r:id="rId12"/>
          </p:cNvPr>
          <p:cNvSpPr txBox="1"/>
          <p:nvPr/>
        </p:nvSpPr>
        <p:spPr>
          <a:xfrm>
            <a:off x="1295697" y="1265252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21" name="TextBox 20">
            <a:hlinkClick action="ppaction://hlinksldjump" r:id="rId12"/>
          </p:cNvPr>
          <p:cNvSpPr txBox="1"/>
          <p:nvPr/>
        </p:nvSpPr>
        <p:spPr>
          <a:xfrm>
            <a:off x="2309851" y="126525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22" name="TextBox 21">
            <a:hlinkClick action="ppaction://hlinksldjump" r:id="rId12"/>
          </p:cNvPr>
          <p:cNvSpPr txBox="1"/>
          <p:nvPr/>
        </p:nvSpPr>
        <p:spPr>
          <a:xfrm>
            <a:off x="539948" y="1392053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38141</a:t>
            </a:r>
          </a:p>
        </p:txBody>
      </p:sp>
      <p:sp>
        <p:nvSpPr>
          <p:cNvPr id="23" name="TextBox 22">
            <a:hlinkClick action="ppaction://hlinksldjump" r:id="rId12"/>
          </p:cNvPr>
          <p:cNvSpPr txBox="1"/>
          <p:nvPr/>
        </p:nvSpPr>
        <p:spPr>
          <a:xfrm>
            <a:off x="1295697" y="1392053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paglia</a:t>
            </a:r>
          </a:p>
        </p:txBody>
      </p:sp>
      <p:sp>
        <p:nvSpPr>
          <p:cNvPr id="24" name="TextBox 23">
            <a:hlinkClick action="ppaction://hlinksldjump" r:id="rId12"/>
          </p:cNvPr>
          <p:cNvSpPr txBox="1"/>
          <p:nvPr/>
        </p:nvSpPr>
        <p:spPr>
          <a:xfrm>
            <a:off x="2309851" y="139205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25" name="TextBox 24">
            <a:hlinkClick action="ppaction://hlinksldjump" r:id="rId12"/>
          </p:cNvPr>
          <p:cNvSpPr txBox="1"/>
          <p:nvPr/>
        </p:nvSpPr>
        <p:spPr>
          <a:xfrm>
            <a:off x="539948" y="1518855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38144</a:t>
            </a:r>
          </a:p>
        </p:txBody>
      </p:sp>
      <p:sp>
        <p:nvSpPr>
          <p:cNvPr id="26" name="TextBox 25">
            <a:hlinkClick action="ppaction://hlinksldjump" r:id="rId12"/>
          </p:cNvPr>
          <p:cNvSpPr txBox="1"/>
          <p:nvPr/>
        </p:nvSpPr>
        <p:spPr>
          <a:xfrm>
            <a:off x="1295697" y="1518855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paglia</a:t>
            </a:r>
          </a:p>
        </p:txBody>
      </p:sp>
      <p:sp>
        <p:nvSpPr>
          <p:cNvPr id="27" name="TextBox 26">
            <a:hlinkClick action="ppaction://hlinksldjump" r:id="rId12"/>
          </p:cNvPr>
          <p:cNvSpPr txBox="1"/>
          <p:nvPr/>
        </p:nvSpPr>
        <p:spPr>
          <a:xfrm>
            <a:off x="2309851" y="151885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28" name="TextBox 27">
            <a:hlinkClick action="ppaction://hlinksldjump" r:id="rId12"/>
          </p:cNvPr>
          <p:cNvSpPr txBox="1"/>
          <p:nvPr/>
        </p:nvSpPr>
        <p:spPr>
          <a:xfrm>
            <a:off x="539948" y="164565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38148</a:t>
            </a:r>
          </a:p>
        </p:txBody>
      </p:sp>
      <p:sp>
        <p:nvSpPr>
          <p:cNvPr id="29" name="TextBox 28">
            <a:hlinkClick action="ppaction://hlinksldjump" r:id="rId12"/>
          </p:cNvPr>
          <p:cNvSpPr txBox="1"/>
          <p:nvPr/>
        </p:nvSpPr>
        <p:spPr>
          <a:xfrm>
            <a:off x="1295697" y="1645657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paglia</a:t>
            </a:r>
          </a:p>
        </p:txBody>
      </p:sp>
      <p:sp>
        <p:nvSpPr>
          <p:cNvPr id="30" name="TextBox 29">
            <a:hlinkClick action="ppaction://hlinksldjump" r:id="rId12"/>
          </p:cNvPr>
          <p:cNvSpPr txBox="1"/>
          <p:nvPr/>
        </p:nvSpPr>
        <p:spPr>
          <a:xfrm>
            <a:off x="2309851" y="164565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31" name="TextBox 30">
            <a:hlinkClick action="ppaction://hlinksldjump" r:id="rId12"/>
          </p:cNvPr>
          <p:cNvSpPr txBox="1"/>
          <p:nvPr/>
        </p:nvSpPr>
        <p:spPr>
          <a:xfrm>
            <a:off x="539948" y="177245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38216</a:t>
            </a:r>
          </a:p>
        </p:txBody>
      </p:sp>
      <p:sp>
        <p:nvSpPr>
          <p:cNvPr id="32" name="TextBox 31">
            <a:hlinkClick action="ppaction://hlinksldjump" r:id="rId12"/>
          </p:cNvPr>
          <p:cNvSpPr txBox="1"/>
          <p:nvPr/>
        </p:nvSpPr>
        <p:spPr>
          <a:xfrm>
            <a:off x="1295697" y="1772458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33" name="TextBox 32">
            <a:hlinkClick action="ppaction://hlinksldjump" r:id="rId12"/>
          </p:cNvPr>
          <p:cNvSpPr txBox="1"/>
          <p:nvPr/>
        </p:nvSpPr>
        <p:spPr>
          <a:xfrm>
            <a:off x="2309851" y="177245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34" name="TextBox 33">
            <a:hlinkClick action="ppaction://hlinksldjump" r:id="rId12"/>
          </p:cNvPr>
          <p:cNvSpPr txBox="1"/>
          <p:nvPr/>
        </p:nvSpPr>
        <p:spPr>
          <a:xfrm>
            <a:off x="539948" y="1899260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38219</a:t>
            </a:r>
          </a:p>
        </p:txBody>
      </p:sp>
      <p:sp>
        <p:nvSpPr>
          <p:cNvPr id="35" name="TextBox 34">
            <a:hlinkClick action="ppaction://hlinksldjump" r:id="rId12"/>
          </p:cNvPr>
          <p:cNvSpPr txBox="1"/>
          <p:nvPr/>
        </p:nvSpPr>
        <p:spPr>
          <a:xfrm>
            <a:off x="1295697" y="1899260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36" name="TextBox 35">
            <a:hlinkClick action="ppaction://hlinksldjump" r:id="rId12"/>
          </p:cNvPr>
          <p:cNvSpPr txBox="1"/>
          <p:nvPr/>
        </p:nvSpPr>
        <p:spPr>
          <a:xfrm>
            <a:off x="2309851" y="189926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37" name="TextBox 36">
            <a:hlinkClick action="ppaction://hlinksldjump" r:id="rId12"/>
          </p:cNvPr>
          <p:cNvSpPr txBox="1"/>
          <p:nvPr/>
        </p:nvSpPr>
        <p:spPr>
          <a:xfrm>
            <a:off x="539948" y="2026061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38221</a:t>
            </a:r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295697" y="2026061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2309851" y="202606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40" name="TextBox 39">
            <a:hlinkClick action="ppaction://hlinksldjump" r:id="rId12"/>
          </p:cNvPr>
          <p:cNvSpPr txBox="1"/>
          <p:nvPr/>
        </p:nvSpPr>
        <p:spPr>
          <a:xfrm>
            <a:off x="539948" y="215286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38223</a:t>
            </a:r>
          </a:p>
        </p:txBody>
      </p:sp>
      <p:sp>
        <p:nvSpPr>
          <p:cNvPr id="41" name="TextBox 40">
            <a:hlinkClick action="ppaction://hlinksldjump" r:id="rId12"/>
          </p:cNvPr>
          <p:cNvSpPr txBox="1"/>
          <p:nvPr/>
        </p:nvSpPr>
        <p:spPr>
          <a:xfrm>
            <a:off x="1295697" y="2152863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40 g</a:t>
            </a:r>
          </a:p>
        </p:txBody>
      </p:sp>
      <p:sp>
        <p:nvSpPr>
          <p:cNvPr id="42" name="TextBox 41">
            <a:hlinkClick action="ppaction://hlinksldjump" r:id="rId12"/>
          </p:cNvPr>
          <p:cNvSpPr txBox="1"/>
          <p:nvPr/>
        </p:nvSpPr>
        <p:spPr>
          <a:xfrm>
            <a:off x="2309851" y="215286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539948" y="227966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38235</a:t>
            </a:r>
          </a:p>
        </p:txBody>
      </p:sp>
      <p:sp>
        <p:nvSpPr>
          <p:cNvPr id="44" name="TextBox 43">
            <a:hlinkClick action="ppaction://hlinksldjump" r:id="rId12"/>
          </p:cNvPr>
          <p:cNvSpPr txBox="1"/>
          <p:nvPr/>
        </p:nvSpPr>
        <p:spPr>
          <a:xfrm>
            <a:off x="1295697" y="2279664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paglia</a:t>
            </a:r>
          </a:p>
        </p:txBody>
      </p:sp>
      <p:sp>
        <p:nvSpPr>
          <p:cNvPr id="45" name="TextBox 44">
            <a:hlinkClick action="ppaction://hlinksldjump" r:id="rId12"/>
          </p:cNvPr>
          <p:cNvSpPr txBox="1"/>
          <p:nvPr/>
        </p:nvSpPr>
        <p:spPr>
          <a:xfrm>
            <a:off x="2309851" y="227966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46" name="TextBox 45">
            <a:hlinkClick action="ppaction://hlinksldjump" r:id="rId12"/>
          </p:cNvPr>
          <p:cNvSpPr txBox="1"/>
          <p:nvPr/>
        </p:nvSpPr>
        <p:spPr>
          <a:xfrm>
            <a:off x="539948" y="240646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38239</a:t>
            </a:r>
          </a:p>
        </p:txBody>
      </p:sp>
      <p:sp>
        <p:nvSpPr>
          <p:cNvPr id="47" name="TextBox 46">
            <a:hlinkClick action="ppaction://hlinksldjump" r:id="rId12"/>
          </p:cNvPr>
          <p:cNvSpPr txBox="1"/>
          <p:nvPr/>
        </p:nvSpPr>
        <p:spPr>
          <a:xfrm>
            <a:off x="1295697" y="2406466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paglia</a:t>
            </a:r>
          </a:p>
        </p:txBody>
      </p:sp>
      <p:sp>
        <p:nvSpPr>
          <p:cNvPr id="48" name="TextBox 47">
            <a:hlinkClick action="ppaction://hlinksldjump" r:id="rId12"/>
          </p:cNvPr>
          <p:cNvSpPr txBox="1"/>
          <p:nvPr/>
        </p:nvSpPr>
        <p:spPr>
          <a:xfrm>
            <a:off x="2309851" y="240646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49" name="TextBox 48">
            <a:hlinkClick action="ppaction://hlinksldjump" r:id="rId12"/>
          </p:cNvPr>
          <p:cNvSpPr txBox="1"/>
          <p:nvPr/>
        </p:nvSpPr>
        <p:spPr>
          <a:xfrm>
            <a:off x="539948" y="253326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38244</a:t>
            </a:r>
          </a:p>
        </p:txBody>
      </p:sp>
      <p:sp>
        <p:nvSpPr>
          <p:cNvPr id="50" name="TextBox 49">
            <a:hlinkClick action="ppaction://hlinksldjump" r:id="rId12"/>
          </p:cNvPr>
          <p:cNvSpPr txBox="1"/>
          <p:nvPr/>
        </p:nvSpPr>
        <p:spPr>
          <a:xfrm>
            <a:off x="1295697" y="2533267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Pizzi in carta paglia</a:t>
            </a:r>
          </a:p>
        </p:txBody>
      </p:sp>
      <p:sp>
        <p:nvSpPr>
          <p:cNvPr id="51" name="TextBox 50">
            <a:hlinkClick action="ppaction://hlinksldjump" r:id="rId12"/>
          </p:cNvPr>
          <p:cNvSpPr txBox="1"/>
          <p:nvPr/>
        </p:nvSpPr>
        <p:spPr>
          <a:xfrm>
            <a:off x="2309851" y="253326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</a:t>
            </a:r>
          </a:p>
        </p:txBody>
      </p:sp>
      <p:sp>
        <p:nvSpPr>
          <p:cNvPr id="52" name="TextBox 51">
            <a:hlinkClick action="ppaction://hlinksldjump" r:id="rId13"/>
          </p:cNvPr>
          <p:cNvSpPr txBox="1"/>
          <p:nvPr/>
        </p:nvSpPr>
        <p:spPr>
          <a:xfrm>
            <a:off x="539948" y="2660069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050000</a:t>
            </a:r>
          </a:p>
        </p:txBody>
      </p:sp>
      <p:sp>
        <p:nvSpPr>
          <p:cNvPr id="53" name="TextBox 52">
            <a:hlinkClick action="ppaction://hlinksldjump" r:id="rId13"/>
          </p:cNvPr>
          <p:cNvSpPr txBox="1"/>
          <p:nvPr/>
        </p:nvSpPr>
        <p:spPr>
          <a:xfrm>
            <a:off x="1295697" y="2660069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Cappelli da cucina</a:t>
            </a:r>
          </a:p>
        </p:txBody>
      </p:sp>
      <p:sp>
        <p:nvSpPr>
          <p:cNvPr id="54" name="TextBox 53">
            <a:hlinkClick action="ppaction://hlinksldjump" r:id="rId13"/>
          </p:cNvPr>
          <p:cNvSpPr txBox="1"/>
          <p:nvPr/>
        </p:nvSpPr>
        <p:spPr>
          <a:xfrm>
            <a:off x="2309851" y="266006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96</a:t>
            </a:r>
          </a:p>
        </p:txBody>
      </p:sp>
      <p:sp>
        <p:nvSpPr>
          <p:cNvPr id="55" name="TextBox 54">
            <a:hlinkClick action="ppaction://hlinksldjump" r:id="rId13"/>
          </p:cNvPr>
          <p:cNvSpPr txBox="1"/>
          <p:nvPr/>
        </p:nvSpPr>
        <p:spPr>
          <a:xfrm>
            <a:off x="539948" y="2786871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050011</a:t>
            </a:r>
          </a:p>
        </p:txBody>
      </p:sp>
      <p:sp>
        <p:nvSpPr>
          <p:cNvPr id="56" name="TextBox 55">
            <a:hlinkClick action="ppaction://hlinksldjump" r:id="rId13"/>
          </p:cNvPr>
          <p:cNvSpPr txBox="1"/>
          <p:nvPr/>
        </p:nvSpPr>
        <p:spPr>
          <a:xfrm>
            <a:off x="1295697" y="2786871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Cappelli da cucina</a:t>
            </a:r>
          </a:p>
        </p:txBody>
      </p:sp>
      <p:sp>
        <p:nvSpPr>
          <p:cNvPr id="57" name="TextBox 56">
            <a:hlinkClick action="ppaction://hlinksldjump" r:id="rId13"/>
          </p:cNvPr>
          <p:cNvSpPr txBox="1"/>
          <p:nvPr/>
        </p:nvSpPr>
        <p:spPr>
          <a:xfrm>
            <a:off x="2309851" y="278687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96</a:t>
            </a:r>
          </a:p>
        </p:txBody>
      </p:sp>
      <p:sp>
        <p:nvSpPr>
          <p:cNvPr id="58" name="TextBox 57">
            <a:hlinkClick action="ppaction://hlinksldjump" r:id="rId13"/>
          </p:cNvPr>
          <p:cNvSpPr txBox="1"/>
          <p:nvPr/>
        </p:nvSpPr>
        <p:spPr>
          <a:xfrm>
            <a:off x="539948" y="291367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050012</a:t>
            </a:r>
          </a:p>
        </p:txBody>
      </p:sp>
      <p:sp>
        <p:nvSpPr>
          <p:cNvPr id="59" name="TextBox 58">
            <a:hlinkClick action="ppaction://hlinksldjump" r:id="rId13"/>
          </p:cNvPr>
          <p:cNvSpPr txBox="1"/>
          <p:nvPr/>
        </p:nvSpPr>
        <p:spPr>
          <a:xfrm>
            <a:off x="1295697" y="2913672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Cappelli in TNT</a:t>
            </a:r>
          </a:p>
        </p:txBody>
      </p:sp>
      <p:sp>
        <p:nvSpPr>
          <p:cNvPr id="60" name="TextBox 59">
            <a:hlinkClick action="ppaction://hlinksldjump" r:id="rId13"/>
          </p:cNvPr>
          <p:cNvSpPr txBox="1"/>
          <p:nvPr/>
        </p:nvSpPr>
        <p:spPr>
          <a:xfrm>
            <a:off x="2309851" y="291367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96</a:t>
            </a:r>
          </a:p>
        </p:txBody>
      </p:sp>
      <p:sp>
        <p:nvSpPr>
          <p:cNvPr id="61" name="TextBox 60">
            <a:hlinkClick action="ppaction://hlinksldjump" r:id="rId14"/>
          </p:cNvPr>
          <p:cNvSpPr txBox="1"/>
          <p:nvPr/>
        </p:nvSpPr>
        <p:spPr>
          <a:xfrm>
            <a:off x="539948" y="3040474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050013</a:t>
            </a:r>
          </a:p>
        </p:txBody>
      </p:sp>
      <p:sp>
        <p:nvSpPr>
          <p:cNvPr id="62" name="TextBox 61">
            <a:hlinkClick action="ppaction://hlinksldjump" r:id="rId14"/>
          </p:cNvPr>
          <p:cNvSpPr txBox="1"/>
          <p:nvPr/>
        </p:nvSpPr>
        <p:spPr>
          <a:xfrm>
            <a:off x="1295697" y="3040474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Berretti di servizio</a:t>
            </a:r>
          </a:p>
        </p:txBody>
      </p:sp>
      <p:sp>
        <p:nvSpPr>
          <p:cNvPr id="63" name="TextBox 62">
            <a:hlinkClick action="ppaction://hlinksldjump" r:id="rId14"/>
          </p:cNvPr>
          <p:cNvSpPr txBox="1"/>
          <p:nvPr/>
        </p:nvSpPr>
        <p:spPr>
          <a:xfrm>
            <a:off x="2319661" y="304047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97</a:t>
            </a:r>
          </a:p>
        </p:txBody>
      </p:sp>
      <p:sp>
        <p:nvSpPr>
          <p:cNvPr id="64" name="TextBox 63">
            <a:hlinkClick action="ppaction://hlinksldjump" r:id="rId14"/>
          </p:cNvPr>
          <p:cNvSpPr txBox="1"/>
          <p:nvPr/>
        </p:nvSpPr>
        <p:spPr>
          <a:xfrm>
            <a:off x="539948" y="316727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050016</a:t>
            </a:r>
          </a:p>
        </p:txBody>
      </p:sp>
      <p:sp>
        <p:nvSpPr>
          <p:cNvPr id="65" name="TextBox 64">
            <a:hlinkClick action="ppaction://hlinksldjump" r:id="rId14"/>
          </p:cNvPr>
          <p:cNvSpPr txBox="1"/>
          <p:nvPr/>
        </p:nvSpPr>
        <p:spPr>
          <a:xfrm>
            <a:off x="1295697" y="3167275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Berretti di servizio</a:t>
            </a:r>
          </a:p>
        </p:txBody>
      </p:sp>
      <p:sp>
        <p:nvSpPr>
          <p:cNvPr id="66" name="TextBox 65">
            <a:hlinkClick action="ppaction://hlinksldjump" r:id="rId14"/>
          </p:cNvPr>
          <p:cNvSpPr txBox="1"/>
          <p:nvPr/>
        </p:nvSpPr>
        <p:spPr>
          <a:xfrm>
            <a:off x="2319661" y="316727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97</a:t>
            </a:r>
          </a:p>
        </p:txBody>
      </p:sp>
      <p:sp>
        <p:nvSpPr>
          <p:cNvPr id="67" name="TextBox 66">
            <a:hlinkClick action="ppaction://hlinksldjump" r:id="rId14"/>
          </p:cNvPr>
          <p:cNvSpPr txBox="1"/>
          <p:nvPr/>
        </p:nvSpPr>
        <p:spPr>
          <a:xfrm>
            <a:off x="539948" y="329407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050018</a:t>
            </a:r>
          </a:p>
        </p:txBody>
      </p:sp>
      <p:sp>
        <p:nvSpPr>
          <p:cNvPr id="68" name="TextBox 67">
            <a:hlinkClick action="ppaction://hlinksldjump" r:id="rId14"/>
          </p:cNvPr>
          <p:cNvSpPr txBox="1"/>
          <p:nvPr/>
        </p:nvSpPr>
        <p:spPr>
          <a:xfrm>
            <a:off x="1295697" y="3294077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Berretti di servizio</a:t>
            </a:r>
          </a:p>
        </p:txBody>
      </p:sp>
      <p:sp>
        <p:nvSpPr>
          <p:cNvPr id="69" name="TextBox 68">
            <a:hlinkClick action="ppaction://hlinksldjump" r:id="rId14"/>
          </p:cNvPr>
          <p:cNvSpPr txBox="1"/>
          <p:nvPr/>
        </p:nvSpPr>
        <p:spPr>
          <a:xfrm>
            <a:off x="2319661" y="329407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97</a:t>
            </a:r>
          </a:p>
        </p:txBody>
      </p:sp>
      <p:sp>
        <p:nvSpPr>
          <p:cNvPr id="70" name="TextBox 69">
            <a:hlinkClick action="ppaction://hlinksldjump" r:id="rId15"/>
          </p:cNvPr>
          <p:cNvSpPr txBox="1"/>
          <p:nvPr/>
        </p:nvSpPr>
        <p:spPr>
          <a:xfrm>
            <a:off x="539948" y="3420878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050020</a:t>
            </a:r>
          </a:p>
        </p:txBody>
      </p:sp>
      <p:sp>
        <p:nvSpPr>
          <p:cNvPr id="71" name="TextBox 70">
            <a:hlinkClick action="ppaction://hlinksldjump" r:id="rId15"/>
          </p:cNvPr>
          <p:cNvSpPr txBox="1"/>
          <p:nvPr/>
        </p:nvSpPr>
        <p:spPr>
          <a:xfrm>
            <a:off x="1295697" y="3420878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72" name="TextBox 71">
            <a:hlinkClick action="ppaction://hlinksldjump" r:id="rId15"/>
          </p:cNvPr>
          <p:cNvSpPr txBox="1"/>
          <p:nvPr/>
        </p:nvSpPr>
        <p:spPr>
          <a:xfrm>
            <a:off x="2329472" y="342087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73" name="TextBox 72">
            <a:hlinkClick action="ppaction://hlinksldjump" r:id="rId15"/>
          </p:cNvPr>
          <p:cNvSpPr txBox="1"/>
          <p:nvPr/>
        </p:nvSpPr>
        <p:spPr>
          <a:xfrm>
            <a:off x="539948" y="354768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050022</a:t>
            </a:r>
          </a:p>
        </p:txBody>
      </p:sp>
      <p:sp>
        <p:nvSpPr>
          <p:cNvPr id="74" name="TextBox 73">
            <a:hlinkClick action="ppaction://hlinksldjump" r:id="rId15"/>
          </p:cNvPr>
          <p:cNvSpPr txBox="1"/>
          <p:nvPr/>
        </p:nvSpPr>
        <p:spPr>
          <a:xfrm>
            <a:off x="1295697" y="3547680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75" name="TextBox 74">
            <a:hlinkClick action="ppaction://hlinksldjump" r:id="rId15"/>
          </p:cNvPr>
          <p:cNvSpPr txBox="1"/>
          <p:nvPr/>
        </p:nvSpPr>
        <p:spPr>
          <a:xfrm>
            <a:off x="2329472" y="354768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76" name="TextBox 75">
            <a:hlinkClick action="ppaction://hlinksldjump" r:id="rId15"/>
          </p:cNvPr>
          <p:cNvSpPr txBox="1"/>
          <p:nvPr/>
        </p:nvSpPr>
        <p:spPr>
          <a:xfrm>
            <a:off x="539948" y="367448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050023</a:t>
            </a:r>
          </a:p>
        </p:txBody>
      </p:sp>
      <p:sp>
        <p:nvSpPr>
          <p:cNvPr id="77" name="TextBox 76">
            <a:hlinkClick action="ppaction://hlinksldjump" r:id="rId15"/>
          </p:cNvPr>
          <p:cNvSpPr txBox="1"/>
          <p:nvPr/>
        </p:nvSpPr>
        <p:spPr>
          <a:xfrm>
            <a:off x="1295697" y="3674482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78" name="TextBox 77">
            <a:hlinkClick action="ppaction://hlinksldjump" r:id="rId15"/>
          </p:cNvPr>
          <p:cNvSpPr txBox="1"/>
          <p:nvPr/>
        </p:nvSpPr>
        <p:spPr>
          <a:xfrm>
            <a:off x="2329472" y="367448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79" name="TextBox 78">
            <a:hlinkClick action="ppaction://hlinksldjump" r:id="rId15"/>
          </p:cNvPr>
          <p:cNvSpPr txBox="1"/>
          <p:nvPr/>
        </p:nvSpPr>
        <p:spPr>
          <a:xfrm>
            <a:off x="539948" y="3801283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050024</a:t>
            </a:r>
          </a:p>
        </p:txBody>
      </p:sp>
      <p:sp>
        <p:nvSpPr>
          <p:cNvPr id="80" name="TextBox 79">
            <a:hlinkClick action="ppaction://hlinksldjump" r:id="rId15"/>
          </p:cNvPr>
          <p:cNvSpPr txBox="1"/>
          <p:nvPr/>
        </p:nvSpPr>
        <p:spPr>
          <a:xfrm>
            <a:off x="1295697" y="3801283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81" name="TextBox 80">
            <a:hlinkClick action="ppaction://hlinksldjump" r:id="rId15"/>
          </p:cNvPr>
          <p:cNvSpPr txBox="1"/>
          <p:nvPr/>
        </p:nvSpPr>
        <p:spPr>
          <a:xfrm>
            <a:off x="2329472" y="380128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82" name="TextBox 81">
            <a:hlinkClick action="ppaction://hlinksldjump" r:id="rId15"/>
          </p:cNvPr>
          <p:cNvSpPr txBox="1"/>
          <p:nvPr/>
        </p:nvSpPr>
        <p:spPr>
          <a:xfrm>
            <a:off x="539948" y="392808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050025</a:t>
            </a:r>
          </a:p>
        </p:txBody>
      </p:sp>
      <p:sp>
        <p:nvSpPr>
          <p:cNvPr id="83" name="TextBox 82">
            <a:hlinkClick action="ppaction://hlinksldjump" r:id="rId15"/>
          </p:cNvPr>
          <p:cNvSpPr txBox="1"/>
          <p:nvPr/>
        </p:nvSpPr>
        <p:spPr>
          <a:xfrm>
            <a:off x="1295697" y="3928085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84" name="TextBox 83">
            <a:hlinkClick action="ppaction://hlinksldjump" r:id="rId15"/>
          </p:cNvPr>
          <p:cNvSpPr txBox="1"/>
          <p:nvPr/>
        </p:nvSpPr>
        <p:spPr>
          <a:xfrm>
            <a:off x="2329472" y="392808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85" name="TextBox 84">
            <a:hlinkClick action="ppaction://hlinksldjump" r:id="rId15"/>
          </p:cNvPr>
          <p:cNvSpPr txBox="1"/>
          <p:nvPr/>
        </p:nvSpPr>
        <p:spPr>
          <a:xfrm>
            <a:off x="539948" y="4054886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050026</a:t>
            </a:r>
          </a:p>
        </p:txBody>
      </p:sp>
      <p:sp>
        <p:nvSpPr>
          <p:cNvPr id="86" name="TextBox 85">
            <a:hlinkClick action="ppaction://hlinksldjump" r:id="rId15"/>
          </p:cNvPr>
          <p:cNvSpPr txBox="1"/>
          <p:nvPr/>
        </p:nvSpPr>
        <p:spPr>
          <a:xfrm>
            <a:off x="1295697" y="4054886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87" name="TextBox 86">
            <a:hlinkClick action="ppaction://hlinksldjump" r:id="rId15"/>
          </p:cNvPr>
          <p:cNvSpPr txBox="1"/>
          <p:nvPr/>
        </p:nvSpPr>
        <p:spPr>
          <a:xfrm>
            <a:off x="2329472" y="405488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88" name="TextBox 87">
            <a:hlinkClick action="ppaction://hlinksldjump" r:id="rId15"/>
          </p:cNvPr>
          <p:cNvSpPr txBox="1"/>
          <p:nvPr/>
        </p:nvSpPr>
        <p:spPr>
          <a:xfrm>
            <a:off x="539948" y="4181688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050029</a:t>
            </a:r>
          </a:p>
        </p:txBody>
      </p:sp>
      <p:sp>
        <p:nvSpPr>
          <p:cNvPr id="89" name="TextBox 88">
            <a:hlinkClick action="ppaction://hlinksldjump" r:id="rId15"/>
          </p:cNvPr>
          <p:cNvSpPr txBox="1"/>
          <p:nvPr/>
        </p:nvSpPr>
        <p:spPr>
          <a:xfrm>
            <a:off x="1295697" y="4181688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90" name="TextBox 89">
            <a:hlinkClick action="ppaction://hlinksldjump" r:id="rId15"/>
          </p:cNvPr>
          <p:cNvSpPr txBox="1"/>
          <p:nvPr/>
        </p:nvSpPr>
        <p:spPr>
          <a:xfrm>
            <a:off x="2329472" y="418168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91" name="TextBox 90">
            <a:hlinkClick action="ppaction://hlinksldjump" r:id="rId15"/>
          </p:cNvPr>
          <p:cNvSpPr txBox="1"/>
          <p:nvPr/>
        </p:nvSpPr>
        <p:spPr>
          <a:xfrm>
            <a:off x="539948" y="4308489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050030</a:t>
            </a:r>
          </a:p>
        </p:txBody>
      </p:sp>
      <p:sp>
        <p:nvSpPr>
          <p:cNvPr id="92" name="TextBox 91">
            <a:hlinkClick action="ppaction://hlinksldjump" r:id="rId15"/>
          </p:cNvPr>
          <p:cNvSpPr txBox="1"/>
          <p:nvPr/>
        </p:nvSpPr>
        <p:spPr>
          <a:xfrm>
            <a:off x="1295697" y="4308489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93" name="TextBox 92">
            <a:hlinkClick action="ppaction://hlinksldjump" r:id="rId15"/>
          </p:cNvPr>
          <p:cNvSpPr txBox="1"/>
          <p:nvPr/>
        </p:nvSpPr>
        <p:spPr>
          <a:xfrm>
            <a:off x="2329472" y="430848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94" name="TextBox 93">
            <a:hlinkClick action="ppaction://hlinksldjump" r:id="rId16"/>
          </p:cNvPr>
          <p:cNvSpPr txBox="1"/>
          <p:nvPr/>
        </p:nvSpPr>
        <p:spPr>
          <a:xfrm>
            <a:off x="539948" y="443529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050061</a:t>
            </a:r>
          </a:p>
        </p:txBody>
      </p:sp>
      <p:sp>
        <p:nvSpPr>
          <p:cNvPr id="95" name="TextBox 94">
            <a:hlinkClick action="ppaction://hlinksldjump" r:id="rId16"/>
          </p:cNvPr>
          <p:cNvSpPr txBox="1"/>
          <p:nvPr/>
        </p:nvSpPr>
        <p:spPr>
          <a:xfrm>
            <a:off x="1295697" y="4435291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Copricapi monouso</a:t>
            </a:r>
          </a:p>
        </p:txBody>
      </p:sp>
      <p:sp>
        <p:nvSpPr>
          <p:cNvPr id="96" name="TextBox 95">
            <a:hlinkClick action="ppaction://hlinksldjump" r:id="rId16"/>
          </p:cNvPr>
          <p:cNvSpPr txBox="1"/>
          <p:nvPr/>
        </p:nvSpPr>
        <p:spPr>
          <a:xfrm>
            <a:off x="2309851" y="443529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</a:t>
            </a:r>
          </a:p>
        </p:txBody>
      </p:sp>
      <p:sp>
        <p:nvSpPr>
          <p:cNvPr id="97" name="TextBox 96">
            <a:hlinkClick action="ppaction://hlinksldjump" r:id="rId16"/>
          </p:cNvPr>
          <p:cNvSpPr txBox="1"/>
          <p:nvPr/>
        </p:nvSpPr>
        <p:spPr>
          <a:xfrm>
            <a:off x="539948" y="456209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050065</a:t>
            </a:r>
          </a:p>
        </p:txBody>
      </p:sp>
      <p:sp>
        <p:nvSpPr>
          <p:cNvPr id="98" name="TextBox 97">
            <a:hlinkClick action="ppaction://hlinksldjump" r:id="rId16"/>
          </p:cNvPr>
          <p:cNvSpPr txBox="1"/>
          <p:nvPr/>
        </p:nvSpPr>
        <p:spPr>
          <a:xfrm>
            <a:off x="1295697" y="4562092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Copricapi monouso</a:t>
            </a:r>
          </a:p>
        </p:txBody>
      </p:sp>
      <p:sp>
        <p:nvSpPr>
          <p:cNvPr id="99" name="TextBox 98">
            <a:hlinkClick action="ppaction://hlinksldjump" r:id="rId16"/>
          </p:cNvPr>
          <p:cNvSpPr txBox="1"/>
          <p:nvPr/>
        </p:nvSpPr>
        <p:spPr>
          <a:xfrm>
            <a:off x="2309851" y="456209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</a:t>
            </a:r>
          </a:p>
        </p:txBody>
      </p:sp>
      <p:sp>
        <p:nvSpPr>
          <p:cNvPr id="100" name="TextBox 99">
            <a:hlinkClick action="ppaction://hlinksldjump" r:id="rId16"/>
          </p:cNvPr>
          <p:cNvSpPr txBox="1"/>
          <p:nvPr/>
        </p:nvSpPr>
        <p:spPr>
          <a:xfrm>
            <a:off x="539948" y="4688894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050101</a:t>
            </a:r>
          </a:p>
        </p:txBody>
      </p:sp>
      <p:sp>
        <p:nvSpPr>
          <p:cNvPr id="101" name="TextBox 100">
            <a:hlinkClick action="ppaction://hlinksldjump" r:id="rId16"/>
          </p:cNvPr>
          <p:cNvSpPr txBox="1"/>
          <p:nvPr/>
        </p:nvSpPr>
        <p:spPr>
          <a:xfrm>
            <a:off x="1295697" y="4688894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Copricapi monouso</a:t>
            </a:r>
          </a:p>
        </p:txBody>
      </p:sp>
      <p:sp>
        <p:nvSpPr>
          <p:cNvPr id="102" name="TextBox 101">
            <a:hlinkClick action="ppaction://hlinksldjump" r:id="rId16"/>
          </p:cNvPr>
          <p:cNvSpPr txBox="1"/>
          <p:nvPr/>
        </p:nvSpPr>
        <p:spPr>
          <a:xfrm>
            <a:off x="2309851" y="468889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</a:t>
            </a:r>
          </a:p>
        </p:txBody>
      </p:sp>
      <p:sp>
        <p:nvSpPr>
          <p:cNvPr id="103" name="TextBox 102">
            <a:hlinkClick action="ppaction://hlinksldjump" r:id="rId17"/>
          </p:cNvPr>
          <p:cNvSpPr txBox="1"/>
          <p:nvPr/>
        </p:nvSpPr>
        <p:spPr>
          <a:xfrm>
            <a:off x="539948" y="4815696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050201</a:t>
            </a:r>
          </a:p>
        </p:txBody>
      </p:sp>
      <p:sp>
        <p:nvSpPr>
          <p:cNvPr id="104" name="TextBox 103">
            <a:hlinkClick action="ppaction://hlinksldjump" r:id="rId17"/>
          </p:cNvPr>
          <p:cNvSpPr txBox="1"/>
          <p:nvPr/>
        </p:nvSpPr>
        <p:spPr>
          <a:xfrm>
            <a:off x="1295697" y="4815696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monouso</a:t>
            </a:r>
          </a:p>
        </p:txBody>
      </p:sp>
      <p:sp>
        <p:nvSpPr>
          <p:cNvPr id="105" name="TextBox 104">
            <a:hlinkClick action="ppaction://hlinksldjump" r:id="rId17"/>
          </p:cNvPr>
          <p:cNvSpPr txBox="1"/>
          <p:nvPr/>
        </p:nvSpPr>
        <p:spPr>
          <a:xfrm>
            <a:off x="2309851" y="481569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106" name="TextBox 105">
            <a:hlinkClick action="ppaction://hlinksldjump" r:id="rId17"/>
          </p:cNvPr>
          <p:cNvSpPr txBox="1"/>
          <p:nvPr/>
        </p:nvSpPr>
        <p:spPr>
          <a:xfrm>
            <a:off x="539948" y="494249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050202</a:t>
            </a:r>
          </a:p>
        </p:txBody>
      </p:sp>
      <p:sp>
        <p:nvSpPr>
          <p:cNvPr id="107" name="TextBox 106">
            <a:hlinkClick action="ppaction://hlinksldjump" r:id="rId17"/>
          </p:cNvPr>
          <p:cNvSpPr txBox="1"/>
          <p:nvPr/>
        </p:nvSpPr>
        <p:spPr>
          <a:xfrm>
            <a:off x="1295697" y="4942497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monouso</a:t>
            </a:r>
          </a:p>
        </p:txBody>
      </p:sp>
      <p:sp>
        <p:nvSpPr>
          <p:cNvPr id="108" name="TextBox 107">
            <a:hlinkClick action="ppaction://hlinksldjump" r:id="rId17"/>
          </p:cNvPr>
          <p:cNvSpPr txBox="1"/>
          <p:nvPr/>
        </p:nvSpPr>
        <p:spPr>
          <a:xfrm>
            <a:off x="2309851" y="494249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109" name="TextBox 108">
            <a:hlinkClick action="ppaction://hlinksldjump" r:id="rId14"/>
          </p:cNvPr>
          <p:cNvSpPr txBox="1"/>
          <p:nvPr/>
        </p:nvSpPr>
        <p:spPr>
          <a:xfrm>
            <a:off x="539948" y="5069299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050204</a:t>
            </a:r>
          </a:p>
        </p:txBody>
      </p:sp>
      <p:sp>
        <p:nvSpPr>
          <p:cNvPr id="110" name="TextBox 109">
            <a:hlinkClick action="ppaction://hlinksldjump" r:id="rId14"/>
          </p:cNvPr>
          <p:cNvSpPr txBox="1"/>
          <p:nvPr/>
        </p:nvSpPr>
        <p:spPr>
          <a:xfrm>
            <a:off x="1295697" y="5069299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in TNT</a:t>
            </a:r>
          </a:p>
        </p:txBody>
      </p:sp>
      <p:sp>
        <p:nvSpPr>
          <p:cNvPr id="111" name="TextBox 110">
            <a:hlinkClick action="ppaction://hlinksldjump" r:id="rId14"/>
          </p:cNvPr>
          <p:cNvSpPr txBox="1"/>
          <p:nvPr/>
        </p:nvSpPr>
        <p:spPr>
          <a:xfrm>
            <a:off x="2319661" y="506929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97</a:t>
            </a:r>
          </a:p>
        </p:txBody>
      </p:sp>
      <p:sp>
        <p:nvSpPr>
          <p:cNvPr id="112" name="TextBox 111">
            <a:hlinkClick action="ppaction://hlinksldjump" r:id="rId18"/>
          </p:cNvPr>
          <p:cNvSpPr txBox="1"/>
          <p:nvPr/>
        </p:nvSpPr>
        <p:spPr>
          <a:xfrm>
            <a:off x="539948" y="519610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050207</a:t>
            </a:r>
          </a:p>
        </p:txBody>
      </p:sp>
      <p:sp>
        <p:nvSpPr>
          <p:cNvPr id="113" name="TextBox 112">
            <a:hlinkClick action="ppaction://hlinksldjump" r:id="rId18"/>
          </p:cNvPr>
          <p:cNvSpPr txBox="1"/>
          <p:nvPr/>
        </p:nvSpPr>
        <p:spPr>
          <a:xfrm>
            <a:off x="1295697" y="5196100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Bavagli per il servizio</a:t>
            </a:r>
          </a:p>
        </p:txBody>
      </p:sp>
      <p:sp>
        <p:nvSpPr>
          <p:cNvPr id="114" name="TextBox 113">
            <a:hlinkClick action="ppaction://hlinksldjump" r:id="rId18"/>
          </p:cNvPr>
          <p:cNvSpPr txBox="1"/>
          <p:nvPr/>
        </p:nvSpPr>
        <p:spPr>
          <a:xfrm>
            <a:off x="2329472" y="519610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115" name="TextBox 114">
            <a:hlinkClick action="ppaction://hlinksldjump" r:id="rId18"/>
          </p:cNvPr>
          <p:cNvSpPr txBox="1"/>
          <p:nvPr/>
        </p:nvSpPr>
        <p:spPr>
          <a:xfrm>
            <a:off x="539948" y="532290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050208</a:t>
            </a:r>
          </a:p>
        </p:txBody>
      </p:sp>
      <p:sp>
        <p:nvSpPr>
          <p:cNvPr id="116" name="TextBox 115">
            <a:hlinkClick action="ppaction://hlinksldjump" r:id="rId18"/>
          </p:cNvPr>
          <p:cNvSpPr txBox="1"/>
          <p:nvPr/>
        </p:nvSpPr>
        <p:spPr>
          <a:xfrm>
            <a:off x="1295697" y="5322902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Bavagli per il servizio</a:t>
            </a:r>
          </a:p>
        </p:txBody>
      </p:sp>
      <p:sp>
        <p:nvSpPr>
          <p:cNvPr id="117" name="TextBox 116">
            <a:hlinkClick action="ppaction://hlinksldjump" r:id="rId18"/>
          </p:cNvPr>
          <p:cNvSpPr txBox="1"/>
          <p:nvPr/>
        </p:nvSpPr>
        <p:spPr>
          <a:xfrm>
            <a:off x="2329472" y="532290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118" name="TextBox 117">
            <a:hlinkClick action="ppaction://hlinksldjump" r:id="rId18"/>
          </p:cNvPr>
          <p:cNvSpPr txBox="1"/>
          <p:nvPr/>
        </p:nvSpPr>
        <p:spPr>
          <a:xfrm>
            <a:off x="539948" y="544970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050232</a:t>
            </a:r>
          </a:p>
        </p:txBody>
      </p:sp>
      <p:sp>
        <p:nvSpPr>
          <p:cNvPr id="119" name="TextBox 118">
            <a:hlinkClick action="ppaction://hlinksldjump" r:id="rId18"/>
          </p:cNvPr>
          <p:cNvSpPr txBox="1"/>
          <p:nvPr/>
        </p:nvSpPr>
        <p:spPr>
          <a:xfrm>
            <a:off x="1295697" y="5449703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Bavagli per il servizio</a:t>
            </a:r>
          </a:p>
        </p:txBody>
      </p:sp>
      <p:sp>
        <p:nvSpPr>
          <p:cNvPr id="120" name="TextBox 119">
            <a:hlinkClick action="ppaction://hlinksldjump" r:id="rId18"/>
          </p:cNvPr>
          <p:cNvSpPr txBox="1"/>
          <p:nvPr/>
        </p:nvSpPr>
        <p:spPr>
          <a:xfrm>
            <a:off x="2329472" y="544970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121" name="TextBox 120">
            <a:hlinkClick action="ppaction://hlinksldjump" r:id="rId16"/>
          </p:cNvPr>
          <p:cNvSpPr txBox="1"/>
          <p:nvPr/>
        </p:nvSpPr>
        <p:spPr>
          <a:xfrm>
            <a:off x="539948" y="5576505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050804</a:t>
            </a:r>
          </a:p>
        </p:txBody>
      </p:sp>
      <p:sp>
        <p:nvSpPr>
          <p:cNvPr id="122" name="TextBox 121">
            <a:hlinkClick action="ppaction://hlinksldjump" r:id="rId16"/>
          </p:cNvPr>
          <p:cNvSpPr txBox="1"/>
          <p:nvPr/>
        </p:nvSpPr>
        <p:spPr>
          <a:xfrm>
            <a:off x="1295697" y="5576505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Copricapi monouso</a:t>
            </a:r>
          </a:p>
        </p:txBody>
      </p:sp>
      <p:sp>
        <p:nvSpPr>
          <p:cNvPr id="123" name="TextBox 122">
            <a:hlinkClick action="ppaction://hlinksldjump" r:id="rId16"/>
          </p:cNvPr>
          <p:cNvSpPr txBox="1"/>
          <p:nvPr/>
        </p:nvSpPr>
        <p:spPr>
          <a:xfrm>
            <a:off x="2309851" y="557650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</a:t>
            </a:r>
          </a:p>
        </p:txBody>
      </p:sp>
      <p:sp>
        <p:nvSpPr>
          <p:cNvPr id="124" name="TextBox 123">
            <a:hlinkClick action="ppaction://hlinksldjump" r:id="rId17"/>
          </p:cNvPr>
          <p:cNvSpPr txBox="1"/>
          <p:nvPr/>
        </p:nvSpPr>
        <p:spPr>
          <a:xfrm>
            <a:off x="539948" y="570330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050805</a:t>
            </a:r>
          </a:p>
        </p:txBody>
      </p:sp>
      <p:sp>
        <p:nvSpPr>
          <p:cNvPr id="125" name="TextBox 124">
            <a:hlinkClick action="ppaction://hlinksldjump" r:id="rId17"/>
          </p:cNvPr>
          <p:cNvSpPr txBox="1"/>
          <p:nvPr/>
        </p:nvSpPr>
        <p:spPr>
          <a:xfrm>
            <a:off x="1295697" y="5703307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impermeabili</a:t>
            </a:r>
          </a:p>
        </p:txBody>
      </p:sp>
      <p:sp>
        <p:nvSpPr>
          <p:cNvPr id="126" name="TextBox 125">
            <a:hlinkClick action="ppaction://hlinksldjump" r:id="rId17"/>
          </p:cNvPr>
          <p:cNvSpPr txBox="1"/>
          <p:nvPr/>
        </p:nvSpPr>
        <p:spPr>
          <a:xfrm>
            <a:off x="2309851" y="570330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127" name="TextBox 126">
            <a:hlinkClick action="ppaction://hlinksldjump" r:id="rId17"/>
          </p:cNvPr>
          <p:cNvSpPr txBox="1"/>
          <p:nvPr/>
        </p:nvSpPr>
        <p:spPr>
          <a:xfrm>
            <a:off x="539948" y="583010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050815</a:t>
            </a:r>
          </a:p>
        </p:txBody>
      </p:sp>
      <p:sp>
        <p:nvSpPr>
          <p:cNvPr id="128" name="TextBox 127">
            <a:hlinkClick action="ppaction://hlinksldjump" r:id="rId17"/>
          </p:cNvPr>
          <p:cNvSpPr txBox="1"/>
          <p:nvPr/>
        </p:nvSpPr>
        <p:spPr>
          <a:xfrm>
            <a:off x="1295697" y="5830108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professionali</a:t>
            </a:r>
          </a:p>
        </p:txBody>
      </p:sp>
      <p:sp>
        <p:nvSpPr>
          <p:cNvPr id="129" name="TextBox 128">
            <a:hlinkClick action="ppaction://hlinksldjump" r:id="rId17"/>
          </p:cNvPr>
          <p:cNvSpPr txBox="1"/>
          <p:nvPr/>
        </p:nvSpPr>
        <p:spPr>
          <a:xfrm>
            <a:off x="2309851" y="583010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130" name="TextBox 129">
            <a:hlinkClick action="ppaction://hlinksldjump" r:id="rId15"/>
          </p:cNvPr>
          <p:cNvSpPr txBox="1"/>
          <p:nvPr/>
        </p:nvSpPr>
        <p:spPr>
          <a:xfrm>
            <a:off x="539948" y="595691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051020</a:t>
            </a:r>
          </a:p>
        </p:txBody>
      </p:sp>
      <p:sp>
        <p:nvSpPr>
          <p:cNvPr id="131" name="TextBox 130">
            <a:hlinkClick action="ppaction://hlinksldjump" r:id="rId15"/>
          </p:cNvPr>
          <p:cNvSpPr txBox="1"/>
          <p:nvPr/>
        </p:nvSpPr>
        <p:spPr>
          <a:xfrm>
            <a:off x="1295697" y="5956910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132" name="TextBox 131">
            <a:hlinkClick action="ppaction://hlinksldjump" r:id="rId15"/>
          </p:cNvPr>
          <p:cNvSpPr txBox="1"/>
          <p:nvPr/>
        </p:nvSpPr>
        <p:spPr>
          <a:xfrm>
            <a:off x="2329472" y="595691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133" name="TextBox 132">
            <a:hlinkClick action="ppaction://hlinksldjump" r:id="rId15"/>
          </p:cNvPr>
          <p:cNvSpPr txBox="1"/>
          <p:nvPr/>
        </p:nvSpPr>
        <p:spPr>
          <a:xfrm>
            <a:off x="539948" y="6083711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051022</a:t>
            </a:r>
          </a:p>
        </p:txBody>
      </p:sp>
      <p:sp>
        <p:nvSpPr>
          <p:cNvPr id="134" name="TextBox 133">
            <a:hlinkClick action="ppaction://hlinksldjump" r:id="rId15"/>
          </p:cNvPr>
          <p:cNvSpPr txBox="1"/>
          <p:nvPr/>
        </p:nvSpPr>
        <p:spPr>
          <a:xfrm>
            <a:off x="1295697" y="6083711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 à poche</a:t>
            </a:r>
          </a:p>
        </p:txBody>
      </p:sp>
      <p:sp>
        <p:nvSpPr>
          <p:cNvPr id="135" name="TextBox 134">
            <a:hlinkClick action="ppaction://hlinksldjump" r:id="rId15"/>
          </p:cNvPr>
          <p:cNvSpPr txBox="1"/>
          <p:nvPr/>
        </p:nvSpPr>
        <p:spPr>
          <a:xfrm>
            <a:off x="2329472" y="608371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136" name="TextBox 135">
            <a:hlinkClick action="ppaction://hlinksldjump" r:id="rId13"/>
          </p:cNvPr>
          <p:cNvSpPr txBox="1"/>
          <p:nvPr/>
        </p:nvSpPr>
        <p:spPr>
          <a:xfrm>
            <a:off x="539948" y="621051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051112</a:t>
            </a:r>
          </a:p>
        </p:txBody>
      </p:sp>
      <p:sp>
        <p:nvSpPr>
          <p:cNvPr id="137" name="TextBox 136">
            <a:hlinkClick action="ppaction://hlinksldjump" r:id="rId13"/>
          </p:cNvPr>
          <p:cNvSpPr txBox="1"/>
          <p:nvPr/>
        </p:nvSpPr>
        <p:spPr>
          <a:xfrm>
            <a:off x="1295697" y="6210513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Cappelli in TNT</a:t>
            </a:r>
          </a:p>
        </p:txBody>
      </p:sp>
      <p:sp>
        <p:nvSpPr>
          <p:cNvPr id="138" name="TextBox 137">
            <a:hlinkClick action="ppaction://hlinksldjump" r:id="rId13"/>
          </p:cNvPr>
          <p:cNvSpPr txBox="1"/>
          <p:nvPr/>
        </p:nvSpPr>
        <p:spPr>
          <a:xfrm>
            <a:off x="2309851" y="621051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96</a:t>
            </a:r>
          </a:p>
        </p:txBody>
      </p:sp>
      <p:sp>
        <p:nvSpPr>
          <p:cNvPr id="139" name="TextBox 138">
            <a:hlinkClick action="ppaction://hlinksldjump" r:id="rId17"/>
          </p:cNvPr>
          <p:cNvSpPr txBox="1"/>
          <p:nvPr/>
        </p:nvSpPr>
        <p:spPr>
          <a:xfrm>
            <a:off x="539948" y="633731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051211</a:t>
            </a:r>
          </a:p>
        </p:txBody>
      </p:sp>
      <p:sp>
        <p:nvSpPr>
          <p:cNvPr id="140" name="TextBox 139">
            <a:hlinkClick action="ppaction://hlinksldjump" r:id="rId17"/>
          </p:cNvPr>
          <p:cNvSpPr txBox="1"/>
          <p:nvPr/>
        </p:nvSpPr>
        <p:spPr>
          <a:xfrm>
            <a:off x="1295697" y="6337314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monouso</a:t>
            </a:r>
          </a:p>
        </p:txBody>
      </p:sp>
      <p:sp>
        <p:nvSpPr>
          <p:cNvPr id="141" name="TextBox 140">
            <a:hlinkClick action="ppaction://hlinksldjump" r:id="rId17"/>
          </p:cNvPr>
          <p:cNvSpPr txBox="1"/>
          <p:nvPr/>
        </p:nvSpPr>
        <p:spPr>
          <a:xfrm>
            <a:off x="2309851" y="633731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142" name="TextBox 141">
            <a:hlinkClick action="ppaction://hlinksldjump" r:id="rId17"/>
          </p:cNvPr>
          <p:cNvSpPr txBox="1"/>
          <p:nvPr/>
        </p:nvSpPr>
        <p:spPr>
          <a:xfrm>
            <a:off x="539948" y="646411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051212</a:t>
            </a:r>
          </a:p>
        </p:txBody>
      </p:sp>
      <p:sp>
        <p:nvSpPr>
          <p:cNvPr id="143" name="TextBox 142">
            <a:hlinkClick action="ppaction://hlinksldjump" r:id="rId17"/>
          </p:cNvPr>
          <p:cNvSpPr txBox="1"/>
          <p:nvPr/>
        </p:nvSpPr>
        <p:spPr>
          <a:xfrm>
            <a:off x="1295697" y="6464116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monouso</a:t>
            </a:r>
          </a:p>
        </p:txBody>
      </p:sp>
      <p:sp>
        <p:nvSpPr>
          <p:cNvPr id="144" name="TextBox 143">
            <a:hlinkClick action="ppaction://hlinksldjump" r:id="rId17"/>
          </p:cNvPr>
          <p:cNvSpPr txBox="1"/>
          <p:nvPr/>
        </p:nvSpPr>
        <p:spPr>
          <a:xfrm>
            <a:off x="2309851" y="646411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145" name="TextBox 144">
            <a:hlinkClick action="ppaction://hlinksldjump" r:id="rId17"/>
          </p:cNvPr>
          <p:cNvSpPr txBox="1"/>
          <p:nvPr/>
        </p:nvSpPr>
        <p:spPr>
          <a:xfrm>
            <a:off x="539948" y="6590917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052201</a:t>
            </a:r>
          </a:p>
        </p:txBody>
      </p:sp>
      <p:sp>
        <p:nvSpPr>
          <p:cNvPr id="146" name="TextBox 145">
            <a:hlinkClick action="ppaction://hlinksldjump" r:id="rId17"/>
          </p:cNvPr>
          <p:cNvSpPr txBox="1"/>
          <p:nvPr/>
        </p:nvSpPr>
        <p:spPr>
          <a:xfrm>
            <a:off x="1295697" y="6590917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monouso</a:t>
            </a:r>
          </a:p>
        </p:txBody>
      </p:sp>
      <p:sp>
        <p:nvSpPr>
          <p:cNvPr id="147" name="TextBox 146">
            <a:hlinkClick action="ppaction://hlinksldjump" r:id="rId17"/>
          </p:cNvPr>
          <p:cNvSpPr txBox="1"/>
          <p:nvPr/>
        </p:nvSpPr>
        <p:spPr>
          <a:xfrm>
            <a:off x="2309851" y="659091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148" name="TextBox 147">
            <a:hlinkClick action="ppaction://hlinksldjump" r:id="rId19"/>
          </p:cNvPr>
          <p:cNvSpPr txBox="1"/>
          <p:nvPr/>
        </p:nvSpPr>
        <p:spPr>
          <a:xfrm>
            <a:off x="539948" y="671771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62760</a:t>
            </a:r>
          </a:p>
        </p:txBody>
      </p:sp>
      <p:sp>
        <p:nvSpPr>
          <p:cNvPr id="149" name="TextBox 148">
            <a:hlinkClick action="ppaction://hlinksldjump" r:id="rId19"/>
          </p:cNvPr>
          <p:cNvSpPr txBox="1"/>
          <p:nvPr/>
        </p:nvSpPr>
        <p:spPr>
          <a:xfrm>
            <a:off x="1295697" y="6717719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politenata</a:t>
            </a:r>
          </a:p>
        </p:txBody>
      </p:sp>
      <p:sp>
        <p:nvSpPr>
          <p:cNvPr id="150" name="TextBox 149">
            <a:hlinkClick action="ppaction://hlinksldjump" r:id="rId19"/>
          </p:cNvPr>
          <p:cNvSpPr txBox="1"/>
          <p:nvPr/>
        </p:nvSpPr>
        <p:spPr>
          <a:xfrm>
            <a:off x="2329472" y="671771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151" name="TextBox 150">
            <a:hlinkClick action="ppaction://hlinksldjump" r:id="rId20"/>
          </p:cNvPr>
          <p:cNvSpPr txBox="1"/>
          <p:nvPr/>
        </p:nvSpPr>
        <p:spPr>
          <a:xfrm>
            <a:off x="539948" y="684452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63439</a:t>
            </a:r>
          </a:p>
        </p:txBody>
      </p:sp>
      <p:sp>
        <p:nvSpPr>
          <p:cNvPr id="152" name="TextBox 151">
            <a:hlinkClick action="ppaction://hlinksldjump" r:id="rId20"/>
          </p:cNvPr>
          <p:cNvSpPr txBox="1"/>
          <p:nvPr/>
        </p:nvSpPr>
        <p:spPr>
          <a:xfrm>
            <a:off x="1295697" y="6844521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SOS avana</a:t>
            </a:r>
          </a:p>
        </p:txBody>
      </p:sp>
      <p:sp>
        <p:nvSpPr>
          <p:cNvPr id="153" name="TextBox 152">
            <a:hlinkClick action="ppaction://hlinksldjump" r:id="rId20"/>
          </p:cNvPr>
          <p:cNvSpPr txBox="1"/>
          <p:nvPr/>
        </p:nvSpPr>
        <p:spPr>
          <a:xfrm>
            <a:off x="2329472" y="684452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74</a:t>
            </a:r>
          </a:p>
        </p:txBody>
      </p:sp>
      <p:sp>
        <p:nvSpPr>
          <p:cNvPr id="154" name="TextBox 153">
            <a:hlinkClick action="ppaction://hlinksldjump" r:id="rId20"/>
          </p:cNvPr>
          <p:cNvSpPr txBox="1"/>
          <p:nvPr/>
        </p:nvSpPr>
        <p:spPr>
          <a:xfrm>
            <a:off x="539948" y="697132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63941</a:t>
            </a:r>
          </a:p>
        </p:txBody>
      </p:sp>
      <p:sp>
        <p:nvSpPr>
          <p:cNvPr id="155" name="TextBox 154">
            <a:hlinkClick action="ppaction://hlinksldjump" r:id="rId20"/>
          </p:cNvPr>
          <p:cNvSpPr txBox="1"/>
          <p:nvPr/>
        </p:nvSpPr>
        <p:spPr>
          <a:xfrm>
            <a:off x="1295697" y="6971322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SOS avana</a:t>
            </a:r>
          </a:p>
        </p:txBody>
      </p:sp>
      <p:sp>
        <p:nvSpPr>
          <p:cNvPr id="156" name="TextBox 155">
            <a:hlinkClick action="ppaction://hlinksldjump" r:id="rId20"/>
          </p:cNvPr>
          <p:cNvSpPr txBox="1"/>
          <p:nvPr/>
        </p:nvSpPr>
        <p:spPr>
          <a:xfrm>
            <a:off x="2329472" y="697132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74</a:t>
            </a:r>
          </a:p>
        </p:txBody>
      </p:sp>
      <p:sp>
        <p:nvSpPr>
          <p:cNvPr id="157" name="TextBox 156">
            <a:hlinkClick action="ppaction://hlinksldjump" r:id="rId20"/>
          </p:cNvPr>
          <p:cNvSpPr txBox="1"/>
          <p:nvPr/>
        </p:nvSpPr>
        <p:spPr>
          <a:xfrm>
            <a:off x="539948" y="709812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63965</a:t>
            </a:r>
          </a:p>
        </p:txBody>
      </p:sp>
      <p:sp>
        <p:nvSpPr>
          <p:cNvPr id="158" name="TextBox 157">
            <a:hlinkClick action="ppaction://hlinksldjump" r:id="rId20"/>
          </p:cNvPr>
          <p:cNvSpPr txBox="1"/>
          <p:nvPr/>
        </p:nvSpPr>
        <p:spPr>
          <a:xfrm>
            <a:off x="1295697" y="7098124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SOS avana</a:t>
            </a:r>
          </a:p>
        </p:txBody>
      </p:sp>
      <p:sp>
        <p:nvSpPr>
          <p:cNvPr id="159" name="TextBox 158">
            <a:hlinkClick action="ppaction://hlinksldjump" r:id="rId20"/>
          </p:cNvPr>
          <p:cNvSpPr txBox="1"/>
          <p:nvPr/>
        </p:nvSpPr>
        <p:spPr>
          <a:xfrm>
            <a:off x="2329472" y="709812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74</a:t>
            </a:r>
          </a:p>
        </p:txBody>
      </p:sp>
      <p:sp>
        <p:nvSpPr>
          <p:cNvPr id="160" name="TextBox 159">
            <a:hlinkClick action="ppaction://hlinksldjump" r:id="rId20"/>
          </p:cNvPr>
          <p:cNvSpPr txBox="1"/>
          <p:nvPr/>
        </p:nvSpPr>
        <p:spPr>
          <a:xfrm>
            <a:off x="539948" y="7224925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63972</a:t>
            </a:r>
          </a:p>
        </p:txBody>
      </p:sp>
      <p:sp>
        <p:nvSpPr>
          <p:cNvPr id="161" name="TextBox 160">
            <a:hlinkClick action="ppaction://hlinksldjump" r:id="rId20"/>
          </p:cNvPr>
          <p:cNvSpPr txBox="1"/>
          <p:nvPr/>
        </p:nvSpPr>
        <p:spPr>
          <a:xfrm>
            <a:off x="1295697" y="7224925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SOS avana</a:t>
            </a:r>
          </a:p>
        </p:txBody>
      </p:sp>
      <p:sp>
        <p:nvSpPr>
          <p:cNvPr id="162" name="TextBox 161">
            <a:hlinkClick action="ppaction://hlinksldjump" r:id="rId20"/>
          </p:cNvPr>
          <p:cNvSpPr txBox="1"/>
          <p:nvPr/>
        </p:nvSpPr>
        <p:spPr>
          <a:xfrm>
            <a:off x="2329472" y="722492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74</a:t>
            </a:r>
          </a:p>
        </p:txBody>
      </p:sp>
      <p:sp>
        <p:nvSpPr>
          <p:cNvPr id="163" name="TextBox 162">
            <a:hlinkClick action="ppaction://hlinksldjump" r:id="rId21"/>
          </p:cNvPr>
          <p:cNvSpPr txBox="1"/>
          <p:nvPr/>
        </p:nvSpPr>
        <p:spPr>
          <a:xfrm>
            <a:off x="539948" y="7351727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64170</a:t>
            </a:r>
          </a:p>
        </p:txBody>
      </p:sp>
      <p:sp>
        <p:nvSpPr>
          <p:cNvPr id="164" name="TextBox 163">
            <a:hlinkClick action="ppaction://hlinksldjump" r:id="rId21"/>
          </p:cNvPr>
          <p:cNvSpPr txBox="1"/>
          <p:nvPr/>
        </p:nvSpPr>
        <p:spPr>
          <a:xfrm>
            <a:off x="1295697" y="7351727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65" name="TextBox 164">
            <a:hlinkClick action="ppaction://hlinksldjump" r:id="rId21"/>
          </p:cNvPr>
          <p:cNvSpPr txBox="1"/>
          <p:nvPr/>
        </p:nvSpPr>
        <p:spPr>
          <a:xfrm>
            <a:off x="2290229" y="7351727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66" name="TextBox 165">
            <a:hlinkClick action="ppaction://hlinksldjump" r:id="rId21"/>
          </p:cNvPr>
          <p:cNvSpPr txBox="1"/>
          <p:nvPr/>
        </p:nvSpPr>
        <p:spPr>
          <a:xfrm>
            <a:off x="539948" y="7478528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64172</a:t>
            </a:r>
          </a:p>
        </p:txBody>
      </p:sp>
      <p:sp>
        <p:nvSpPr>
          <p:cNvPr id="167" name="TextBox 166">
            <a:hlinkClick action="ppaction://hlinksldjump" r:id="rId21"/>
          </p:cNvPr>
          <p:cNvSpPr txBox="1"/>
          <p:nvPr/>
        </p:nvSpPr>
        <p:spPr>
          <a:xfrm>
            <a:off x="1295697" y="7478528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68" name="TextBox 167">
            <a:hlinkClick action="ppaction://hlinksldjump" r:id="rId21"/>
          </p:cNvPr>
          <p:cNvSpPr txBox="1"/>
          <p:nvPr/>
        </p:nvSpPr>
        <p:spPr>
          <a:xfrm>
            <a:off x="2290229" y="7478528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69" name="TextBox 168">
            <a:hlinkClick action="ppaction://hlinksldjump" r:id="rId21"/>
          </p:cNvPr>
          <p:cNvSpPr txBox="1"/>
          <p:nvPr/>
        </p:nvSpPr>
        <p:spPr>
          <a:xfrm>
            <a:off x="539948" y="7605330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64173</a:t>
            </a:r>
          </a:p>
        </p:txBody>
      </p:sp>
      <p:sp>
        <p:nvSpPr>
          <p:cNvPr id="170" name="TextBox 169">
            <a:hlinkClick action="ppaction://hlinksldjump" r:id="rId21"/>
          </p:cNvPr>
          <p:cNvSpPr txBox="1"/>
          <p:nvPr/>
        </p:nvSpPr>
        <p:spPr>
          <a:xfrm>
            <a:off x="1295697" y="7605330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71" name="TextBox 170">
            <a:hlinkClick action="ppaction://hlinksldjump" r:id="rId21"/>
          </p:cNvPr>
          <p:cNvSpPr txBox="1"/>
          <p:nvPr/>
        </p:nvSpPr>
        <p:spPr>
          <a:xfrm>
            <a:off x="2290229" y="7605330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72" name="TextBox 171">
            <a:hlinkClick action="ppaction://hlinksldjump" r:id="rId21"/>
          </p:cNvPr>
          <p:cNvSpPr txBox="1"/>
          <p:nvPr/>
        </p:nvSpPr>
        <p:spPr>
          <a:xfrm>
            <a:off x="539948" y="7732132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64174</a:t>
            </a:r>
          </a:p>
        </p:txBody>
      </p:sp>
      <p:sp>
        <p:nvSpPr>
          <p:cNvPr id="173" name="TextBox 172">
            <a:hlinkClick action="ppaction://hlinksldjump" r:id="rId21"/>
          </p:cNvPr>
          <p:cNvSpPr txBox="1"/>
          <p:nvPr/>
        </p:nvSpPr>
        <p:spPr>
          <a:xfrm>
            <a:off x="1295697" y="7732132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74" name="TextBox 173">
            <a:hlinkClick action="ppaction://hlinksldjump" r:id="rId21"/>
          </p:cNvPr>
          <p:cNvSpPr txBox="1"/>
          <p:nvPr/>
        </p:nvSpPr>
        <p:spPr>
          <a:xfrm>
            <a:off x="2290229" y="7732132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75" name="TextBox 174">
            <a:hlinkClick action="ppaction://hlinksldjump" r:id="rId21"/>
          </p:cNvPr>
          <p:cNvSpPr txBox="1"/>
          <p:nvPr/>
        </p:nvSpPr>
        <p:spPr>
          <a:xfrm>
            <a:off x="539948" y="7858933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64176</a:t>
            </a:r>
          </a:p>
        </p:txBody>
      </p:sp>
      <p:sp>
        <p:nvSpPr>
          <p:cNvPr id="176" name="TextBox 175">
            <a:hlinkClick action="ppaction://hlinksldjump" r:id="rId21"/>
          </p:cNvPr>
          <p:cNvSpPr txBox="1"/>
          <p:nvPr/>
        </p:nvSpPr>
        <p:spPr>
          <a:xfrm>
            <a:off x="1295697" y="7858933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77" name="TextBox 176">
            <a:hlinkClick action="ppaction://hlinksldjump" r:id="rId21"/>
          </p:cNvPr>
          <p:cNvSpPr txBox="1"/>
          <p:nvPr/>
        </p:nvSpPr>
        <p:spPr>
          <a:xfrm>
            <a:off x="2290229" y="7858933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78" name="TextBox 177">
            <a:hlinkClick action="ppaction://hlinksldjump" r:id="rId21"/>
          </p:cNvPr>
          <p:cNvSpPr txBox="1"/>
          <p:nvPr/>
        </p:nvSpPr>
        <p:spPr>
          <a:xfrm>
            <a:off x="539948" y="7985735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64177</a:t>
            </a:r>
          </a:p>
        </p:txBody>
      </p:sp>
      <p:sp>
        <p:nvSpPr>
          <p:cNvPr id="179" name="TextBox 178">
            <a:hlinkClick action="ppaction://hlinksldjump" r:id="rId21"/>
          </p:cNvPr>
          <p:cNvSpPr txBox="1"/>
          <p:nvPr/>
        </p:nvSpPr>
        <p:spPr>
          <a:xfrm>
            <a:off x="1295697" y="7985735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80" name="TextBox 179">
            <a:hlinkClick action="ppaction://hlinksldjump" r:id="rId21"/>
          </p:cNvPr>
          <p:cNvSpPr txBox="1"/>
          <p:nvPr/>
        </p:nvSpPr>
        <p:spPr>
          <a:xfrm>
            <a:off x="2290229" y="7985735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81" name="TextBox 180">
            <a:hlinkClick action="ppaction://hlinksldjump" r:id="rId21"/>
          </p:cNvPr>
          <p:cNvSpPr txBox="1"/>
          <p:nvPr/>
        </p:nvSpPr>
        <p:spPr>
          <a:xfrm>
            <a:off x="539948" y="8112536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64178</a:t>
            </a:r>
          </a:p>
        </p:txBody>
      </p:sp>
      <p:sp>
        <p:nvSpPr>
          <p:cNvPr id="182" name="TextBox 181">
            <a:hlinkClick action="ppaction://hlinksldjump" r:id="rId21"/>
          </p:cNvPr>
          <p:cNvSpPr txBox="1"/>
          <p:nvPr/>
        </p:nvSpPr>
        <p:spPr>
          <a:xfrm>
            <a:off x="1295697" y="8112536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per pavimenti</a:t>
            </a:r>
          </a:p>
        </p:txBody>
      </p:sp>
      <p:sp>
        <p:nvSpPr>
          <p:cNvPr id="183" name="TextBox 182">
            <a:hlinkClick action="ppaction://hlinksldjump" r:id="rId21"/>
          </p:cNvPr>
          <p:cNvSpPr txBox="1"/>
          <p:nvPr/>
        </p:nvSpPr>
        <p:spPr>
          <a:xfrm>
            <a:off x="2290229" y="8112536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84" name="TextBox 183">
            <a:hlinkClick action="ppaction://hlinksldjump" r:id="rId21"/>
          </p:cNvPr>
          <p:cNvSpPr txBox="1"/>
          <p:nvPr/>
        </p:nvSpPr>
        <p:spPr>
          <a:xfrm>
            <a:off x="539948" y="823933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64179</a:t>
            </a:r>
          </a:p>
        </p:txBody>
      </p:sp>
      <p:sp>
        <p:nvSpPr>
          <p:cNvPr id="185" name="TextBox 184">
            <a:hlinkClick action="ppaction://hlinksldjump" r:id="rId21"/>
          </p:cNvPr>
          <p:cNvSpPr txBox="1"/>
          <p:nvPr/>
        </p:nvSpPr>
        <p:spPr>
          <a:xfrm>
            <a:off x="1295697" y="8239338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per pavimenti</a:t>
            </a:r>
          </a:p>
        </p:txBody>
      </p:sp>
      <p:sp>
        <p:nvSpPr>
          <p:cNvPr id="186" name="TextBox 185">
            <a:hlinkClick action="ppaction://hlinksldjump" r:id="rId21"/>
          </p:cNvPr>
          <p:cNvSpPr txBox="1"/>
          <p:nvPr/>
        </p:nvSpPr>
        <p:spPr>
          <a:xfrm>
            <a:off x="2290229" y="8239338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87" name="TextBox 186">
            <a:hlinkClick action="ppaction://hlinksldjump" r:id="rId21"/>
          </p:cNvPr>
          <p:cNvSpPr txBox="1"/>
          <p:nvPr/>
        </p:nvSpPr>
        <p:spPr>
          <a:xfrm>
            <a:off x="539948" y="836613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64202</a:t>
            </a:r>
          </a:p>
        </p:txBody>
      </p:sp>
      <p:sp>
        <p:nvSpPr>
          <p:cNvPr id="188" name="TextBox 187">
            <a:hlinkClick action="ppaction://hlinksldjump" r:id="rId21"/>
          </p:cNvPr>
          <p:cNvSpPr txBox="1"/>
          <p:nvPr/>
        </p:nvSpPr>
        <p:spPr>
          <a:xfrm>
            <a:off x="1295697" y="8366139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per pavimenti</a:t>
            </a:r>
          </a:p>
        </p:txBody>
      </p:sp>
      <p:sp>
        <p:nvSpPr>
          <p:cNvPr id="189" name="TextBox 188">
            <a:hlinkClick action="ppaction://hlinksldjump" r:id="rId21"/>
          </p:cNvPr>
          <p:cNvSpPr txBox="1"/>
          <p:nvPr/>
        </p:nvSpPr>
        <p:spPr>
          <a:xfrm>
            <a:off x="2290229" y="8366139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90" name="TextBox 189">
            <a:hlinkClick action="ppaction://hlinksldjump" r:id="rId22"/>
          </p:cNvPr>
          <p:cNvSpPr txBox="1"/>
          <p:nvPr/>
        </p:nvSpPr>
        <p:spPr>
          <a:xfrm>
            <a:off x="539948" y="849294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64203</a:t>
            </a:r>
          </a:p>
        </p:txBody>
      </p:sp>
      <p:sp>
        <p:nvSpPr>
          <p:cNvPr id="191" name="TextBox 190">
            <a:hlinkClick action="ppaction://hlinksldjump" r:id="rId22"/>
          </p:cNvPr>
          <p:cNvSpPr txBox="1"/>
          <p:nvPr/>
        </p:nvSpPr>
        <p:spPr>
          <a:xfrm>
            <a:off x="1295697" y="8492941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spugna e tappetini</a:t>
            </a:r>
          </a:p>
        </p:txBody>
      </p:sp>
      <p:sp>
        <p:nvSpPr>
          <p:cNvPr id="192" name="TextBox 191">
            <a:hlinkClick action="ppaction://hlinksldjump" r:id="rId22"/>
          </p:cNvPr>
          <p:cNvSpPr txBox="1"/>
          <p:nvPr/>
        </p:nvSpPr>
        <p:spPr>
          <a:xfrm>
            <a:off x="2290229" y="8492941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193" name="TextBox 192">
            <a:hlinkClick action="ppaction://hlinksldjump" r:id="rId21"/>
          </p:cNvPr>
          <p:cNvSpPr txBox="1"/>
          <p:nvPr/>
        </p:nvSpPr>
        <p:spPr>
          <a:xfrm>
            <a:off x="539948" y="861974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64204</a:t>
            </a:r>
          </a:p>
        </p:txBody>
      </p:sp>
      <p:sp>
        <p:nvSpPr>
          <p:cNvPr id="194" name="TextBox 193">
            <a:hlinkClick action="ppaction://hlinksldjump" r:id="rId21"/>
          </p:cNvPr>
          <p:cNvSpPr txBox="1"/>
          <p:nvPr/>
        </p:nvSpPr>
        <p:spPr>
          <a:xfrm>
            <a:off x="1295697" y="8619742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95" name="TextBox 194">
            <a:hlinkClick action="ppaction://hlinksldjump" r:id="rId21"/>
          </p:cNvPr>
          <p:cNvSpPr txBox="1"/>
          <p:nvPr/>
        </p:nvSpPr>
        <p:spPr>
          <a:xfrm>
            <a:off x="2290229" y="8619742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96" name="TextBox 195">
            <a:hlinkClick action="ppaction://hlinksldjump" r:id="rId21"/>
          </p:cNvPr>
          <p:cNvSpPr txBox="1"/>
          <p:nvPr/>
        </p:nvSpPr>
        <p:spPr>
          <a:xfrm>
            <a:off x="539948" y="874654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64205</a:t>
            </a:r>
          </a:p>
        </p:txBody>
      </p:sp>
      <p:sp>
        <p:nvSpPr>
          <p:cNvPr id="197" name="TextBox 196">
            <a:hlinkClick action="ppaction://hlinksldjump" r:id="rId21"/>
          </p:cNvPr>
          <p:cNvSpPr txBox="1"/>
          <p:nvPr/>
        </p:nvSpPr>
        <p:spPr>
          <a:xfrm>
            <a:off x="1295697" y="8746544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98" name="TextBox 197">
            <a:hlinkClick action="ppaction://hlinksldjump" r:id="rId21"/>
          </p:cNvPr>
          <p:cNvSpPr txBox="1"/>
          <p:nvPr/>
        </p:nvSpPr>
        <p:spPr>
          <a:xfrm>
            <a:off x="2290229" y="8746544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99" name="TextBox 198">
            <a:hlinkClick action="ppaction://hlinksldjump" r:id="rId21"/>
          </p:cNvPr>
          <p:cNvSpPr txBox="1"/>
          <p:nvPr/>
        </p:nvSpPr>
        <p:spPr>
          <a:xfrm>
            <a:off x="539948" y="8873346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64212</a:t>
            </a:r>
          </a:p>
        </p:txBody>
      </p:sp>
      <p:sp>
        <p:nvSpPr>
          <p:cNvPr id="200" name="TextBox 199">
            <a:hlinkClick action="ppaction://hlinksldjump" r:id="rId21"/>
          </p:cNvPr>
          <p:cNvSpPr txBox="1"/>
          <p:nvPr/>
        </p:nvSpPr>
        <p:spPr>
          <a:xfrm>
            <a:off x="1295697" y="8873346"/>
            <a:ext cx="81726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per pavimenti</a:t>
            </a:r>
          </a:p>
        </p:txBody>
      </p:sp>
      <p:sp>
        <p:nvSpPr>
          <p:cNvPr id="201" name="TextBox 200">
            <a:hlinkClick action="ppaction://hlinksldjump" r:id="rId21"/>
          </p:cNvPr>
          <p:cNvSpPr txBox="1"/>
          <p:nvPr/>
        </p:nvSpPr>
        <p:spPr>
          <a:xfrm>
            <a:off x="2290229" y="8873346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202" name="TextBox 201">
            <a:hlinkClick action="ppaction://hlinksldjump" r:id="rId23"/>
          </p:cNvPr>
          <p:cNvSpPr txBox="1"/>
          <p:nvPr/>
        </p:nvSpPr>
        <p:spPr>
          <a:xfrm>
            <a:off x="539948" y="900014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64229</a:t>
            </a:r>
          </a:p>
        </p:txBody>
      </p:sp>
      <p:sp>
        <p:nvSpPr>
          <p:cNvPr id="203" name="TextBox 202">
            <a:hlinkClick action="ppaction://hlinksldjump" r:id="rId23"/>
          </p:cNvPr>
          <p:cNvSpPr txBox="1"/>
          <p:nvPr/>
        </p:nvSpPr>
        <p:spPr>
          <a:xfrm>
            <a:off x="1295697" y="9000147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204" name="TextBox 203">
            <a:hlinkClick action="ppaction://hlinksldjump" r:id="rId23"/>
          </p:cNvPr>
          <p:cNvSpPr txBox="1"/>
          <p:nvPr/>
        </p:nvSpPr>
        <p:spPr>
          <a:xfrm>
            <a:off x="2329472" y="900014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205" name="TextBox 204">
            <a:hlinkClick action="ppaction://hlinksldjump" r:id="rId23"/>
          </p:cNvPr>
          <p:cNvSpPr txBox="1"/>
          <p:nvPr/>
        </p:nvSpPr>
        <p:spPr>
          <a:xfrm>
            <a:off x="2711946" y="101164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64235</a:t>
            </a:r>
          </a:p>
        </p:txBody>
      </p:sp>
      <p:sp>
        <p:nvSpPr>
          <p:cNvPr id="206" name="TextBox 205">
            <a:hlinkClick action="ppaction://hlinksldjump" r:id="rId23"/>
          </p:cNvPr>
          <p:cNvSpPr txBox="1"/>
          <p:nvPr/>
        </p:nvSpPr>
        <p:spPr>
          <a:xfrm>
            <a:off x="3467695" y="1011649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207" name="TextBox 206">
            <a:hlinkClick action="ppaction://hlinksldjump" r:id="rId23"/>
          </p:cNvPr>
          <p:cNvSpPr txBox="1"/>
          <p:nvPr/>
        </p:nvSpPr>
        <p:spPr>
          <a:xfrm>
            <a:off x="4501470" y="101164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208" name="TextBox 207">
            <a:hlinkClick action="ppaction://hlinksldjump" r:id="rId24"/>
          </p:cNvPr>
          <p:cNvSpPr txBox="1"/>
          <p:nvPr/>
        </p:nvSpPr>
        <p:spPr>
          <a:xfrm>
            <a:off x="2711946" y="1138450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64236</a:t>
            </a:r>
          </a:p>
        </p:txBody>
      </p:sp>
      <p:sp>
        <p:nvSpPr>
          <p:cNvPr id="209" name="TextBox 208">
            <a:hlinkClick action="ppaction://hlinksldjump" r:id="rId24"/>
          </p:cNvPr>
          <p:cNvSpPr txBox="1"/>
          <p:nvPr/>
        </p:nvSpPr>
        <p:spPr>
          <a:xfrm>
            <a:off x="3467695" y="1138450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210" name="TextBox 209">
            <a:hlinkClick action="ppaction://hlinksldjump" r:id="rId24"/>
          </p:cNvPr>
          <p:cNvSpPr txBox="1"/>
          <p:nvPr/>
        </p:nvSpPr>
        <p:spPr>
          <a:xfrm>
            <a:off x="4481848" y="113845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211" name="TextBox 210">
            <a:hlinkClick action="ppaction://hlinksldjump" r:id="rId25"/>
          </p:cNvPr>
          <p:cNvSpPr txBox="1"/>
          <p:nvPr/>
        </p:nvSpPr>
        <p:spPr>
          <a:xfrm>
            <a:off x="2711946" y="126525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64273</a:t>
            </a:r>
          </a:p>
        </p:txBody>
      </p:sp>
      <p:sp>
        <p:nvSpPr>
          <p:cNvPr id="212" name="TextBox 211">
            <a:hlinkClick action="ppaction://hlinksldjump" r:id="rId25"/>
          </p:cNvPr>
          <p:cNvSpPr txBox="1"/>
          <p:nvPr/>
        </p:nvSpPr>
        <p:spPr>
          <a:xfrm>
            <a:off x="3467695" y="1265252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213" name="TextBox 212">
            <a:hlinkClick action="ppaction://hlinksldjump" r:id="rId25"/>
          </p:cNvPr>
          <p:cNvSpPr txBox="1"/>
          <p:nvPr/>
        </p:nvSpPr>
        <p:spPr>
          <a:xfrm>
            <a:off x="4481848" y="126525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214" name="TextBox 213">
            <a:hlinkClick action="ppaction://hlinksldjump" r:id="rId25"/>
          </p:cNvPr>
          <p:cNvSpPr txBox="1"/>
          <p:nvPr/>
        </p:nvSpPr>
        <p:spPr>
          <a:xfrm>
            <a:off x="2711946" y="1392053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64274</a:t>
            </a:r>
          </a:p>
        </p:txBody>
      </p:sp>
      <p:sp>
        <p:nvSpPr>
          <p:cNvPr id="215" name="TextBox 214">
            <a:hlinkClick action="ppaction://hlinksldjump" r:id="rId25"/>
          </p:cNvPr>
          <p:cNvSpPr txBox="1"/>
          <p:nvPr/>
        </p:nvSpPr>
        <p:spPr>
          <a:xfrm>
            <a:off x="3467695" y="1392053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216" name="TextBox 215">
            <a:hlinkClick action="ppaction://hlinksldjump" r:id="rId25"/>
          </p:cNvPr>
          <p:cNvSpPr txBox="1"/>
          <p:nvPr/>
        </p:nvSpPr>
        <p:spPr>
          <a:xfrm>
            <a:off x="4481848" y="139205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217" name="TextBox 216">
            <a:hlinkClick action="ppaction://hlinksldjump" r:id="rId26"/>
          </p:cNvPr>
          <p:cNvSpPr txBox="1"/>
          <p:nvPr/>
        </p:nvSpPr>
        <p:spPr>
          <a:xfrm>
            <a:off x="2711946" y="1518855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64275</a:t>
            </a:r>
          </a:p>
        </p:txBody>
      </p:sp>
      <p:sp>
        <p:nvSpPr>
          <p:cNvPr id="218" name="TextBox 217">
            <a:hlinkClick action="ppaction://hlinksldjump" r:id="rId26"/>
          </p:cNvPr>
          <p:cNvSpPr txBox="1"/>
          <p:nvPr/>
        </p:nvSpPr>
        <p:spPr>
          <a:xfrm>
            <a:off x="3467695" y="1518855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in legno</a:t>
            </a:r>
          </a:p>
        </p:txBody>
      </p:sp>
      <p:sp>
        <p:nvSpPr>
          <p:cNvPr id="219" name="TextBox 218">
            <a:hlinkClick action="ppaction://hlinksldjump" r:id="rId26"/>
          </p:cNvPr>
          <p:cNvSpPr txBox="1"/>
          <p:nvPr/>
        </p:nvSpPr>
        <p:spPr>
          <a:xfrm>
            <a:off x="4501470" y="151885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220" name="TextBox 219">
            <a:hlinkClick action="ppaction://hlinksldjump" r:id="rId26"/>
          </p:cNvPr>
          <p:cNvSpPr txBox="1"/>
          <p:nvPr/>
        </p:nvSpPr>
        <p:spPr>
          <a:xfrm>
            <a:off x="2711946" y="164565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64276</a:t>
            </a:r>
          </a:p>
        </p:txBody>
      </p:sp>
      <p:sp>
        <p:nvSpPr>
          <p:cNvPr id="221" name="TextBox 220">
            <a:hlinkClick action="ppaction://hlinksldjump" r:id="rId26"/>
          </p:cNvPr>
          <p:cNvSpPr txBox="1"/>
          <p:nvPr/>
        </p:nvSpPr>
        <p:spPr>
          <a:xfrm>
            <a:off x="3467695" y="1645657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in legno</a:t>
            </a:r>
          </a:p>
        </p:txBody>
      </p:sp>
      <p:sp>
        <p:nvSpPr>
          <p:cNvPr id="222" name="TextBox 221">
            <a:hlinkClick action="ppaction://hlinksldjump" r:id="rId26"/>
          </p:cNvPr>
          <p:cNvSpPr txBox="1"/>
          <p:nvPr/>
        </p:nvSpPr>
        <p:spPr>
          <a:xfrm>
            <a:off x="4501470" y="164565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223" name="TextBox 222">
            <a:hlinkClick action="ppaction://hlinksldjump" r:id="rId26"/>
          </p:cNvPr>
          <p:cNvSpPr txBox="1"/>
          <p:nvPr/>
        </p:nvSpPr>
        <p:spPr>
          <a:xfrm>
            <a:off x="2711946" y="177245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64277</a:t>
            </a:r>
          </a:p>
        </p:txBody>
      </p:sp>
      <p:sp>
        <p:nvSpPr>
          <p:cNvPr id="224" name="TextBox 223">
            <a:hlinkClick action="ppaction://hlinksldjump" r:id="rId26"/>
          </p:cNvPr>
          <p:cNvSpPr txBox="1"/>
          <p:nvPr/>
        </p:nvSpPr>
        <p:spPr>
          <a:xfrm>
            <a:off x="3467695" y="1772458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in legno</a:t>
            </a:r>
          </a:p>
        </p:txBody>
      </p:sp>
      <p:sp>
        <p:nvSpPr>
          <p:cNvPr id="225" name="TextBox 224">
            <a:hlinkClick action="ppaction://hlinksldjump" r:id="rId26"/>
          </p:cNvPr>
          <p:cNvSpPr txBox="1"/>
          <p:nvPr/>
        </p:nvSpPr>
        <p:spPr>
          <a:xfrm>
            <a:off x="4501470" y="177245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226" name="TextBox 225">
            <a:hlinkClick action="ppaction://hlinksldjump" r:id="rId25"/>
          </p:cNvPr>
          <p:cNvSpPr txBox="1"/>
          <p:nvPr/>
        </p:nvSpPr>
        <p:spPr>
          <a:xfrm>
            <a:off x="2711946" y="189926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64279</a:t>
            </a:r>
          </a:p>
        </p:txBody>
      </p:sp>
      <p:sp>
        <p:nvSpPr>
          <p:cNvPr id="227" name="TextBox 226">
            <a:hlinkClick action="ppaction://hlinksldjump" r:id="rId25"/>
          </p:cNvPr>
          <p:cNvSpPr txBox="1"/>
          <p:nvPr/>
        </p:nvSpPr>
        <p:spPr>
          <a:xfrm>
            <a:off x="3467695" y="1899260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228" name="TextBox 227">
            <a:hlinkClick action="ppaction://hlinksldjump" r:id="rId25"/>
          </p:cNvPr>
          <p:cNvSpPr txBox="1"/>
          <p:nvPr/>
        </p:nvSpPr>
        <p:spPr>
          <a:xfrm>
            <a:off x="4481848" y="189926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229" name="TextBox 228">
            <a:hlinkClick action="ppaction://hlinksldjump" r:id="rId25"/>
          </p:cNvPr>
          <p:cNvSpPr txBox="1"/>
          <p:nvPr/>
        </p:nvSpPr>
        <p:spPr>
          <a:xfrm>
            <a:off x="2711946" y="202606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64283</a:t>
            </a:r>
          </a:p>
        </p:txBody>
      </p:sp>
      <p:sp>
        <p:nvSpPr>
          <p:cNvPr id="230" name="TextBox 229">
            <a:hlinkClick action="ppaction://hlinksldjump" r:id="rId25"/>
          </p:cNvPr>
          <p:cNvSpPr txBox="1"/>
          <p:nvPr/>
        </p:nvSpPr>
        <p:spPr>
          <a:xfrm>
            <a:off x="3467695" y="2026061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231" name="TextBox 230">
            <a:hlinkClick action="ppaction://hlinksldjump" r:id="rId25"/>
          </p:cNvPr>
          <p:cNvSpPr txBox="1"/>
          <p:nvPr/>
        </p:nvSpPr>
        <p:spPr>
          <a:xfrm>
            <a:off x="4481848" y="202606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232" name="TextBox 231">
            <a:hlinkClick action="ppaction://hlinksldjump" r:id="rId18"/>
          </p:cNvPr>
          <p:cNvSpPr txBox="1"/>
          <p:nvPr/>
        </p:nvSpPr>
        <p:spPr>
          <a:xfrm>
            <a:off x="2711946" y="215286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64284</a:t>
            </a:r>
          </a:p>
        </p:txBody>
      </p:sp>
      <p:sp>
        <p:nvSpPr>
          <p:cNvPr id="233" name="TextBox 232">
            <a:hlinkClick action="ppaction://hlinksldjump" r:id="rId18"/>
          </p:cNvPr>
          <p:cNvSpPr txBox="1"/>
          <p:nvPr/>
        </p:nvSpPr>
        <p:spPr>
          <a:xfrm>
            <a:off x="3467695" y="2152863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234" name="TextBox 233">
            <a:hlinkClick action="ppaction://hlinksldjump" r:id="rId18"/>
          </p:cNvPr>
          <p:cNvSpPr txBox="1"/>
          <p:nvPr/>
        </p:nvSpPr>
        <p:spPr>
          <a:xfrm>
            <a:off x="4501470" y="215286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235" name="TextBox 234">
            <a:hlinkClick action="ppaction://hlinksldjump" r:id="rId21"/>
          </p:cNvPr>
          <p:cNvSpPr txBox="1"/>
          <p:nvPr/>
        </p:nvSpPr>
        <p:spPr>
          <a:xfrm>
            <a:off x="2711946" y="227966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64287</a:t>
            </a:r>
          </a:p>
        </p:txBody>
      </p:sp>
      <p:sp>
        <p:nvSpPr>
          <p:cNvPr id="236" name="TextBox 235">
            <a:hlinkClick action="ppaction://hlinksldjump" r:id="rId21"/>
          </p:cNvPr>
          <p:cNvSpPr txBox="1"/>
          <p:nvPr/>
        </p:nvSpPr>
        <p:spPr>
          <a:xfrm>
            <a:off x="3467695" y="2279664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PVA</a:t>
            </a:r>
          </a:p>
        </p:txBody>
      </p:sp>
      <p:sp>
        <p:nvSpPr>
          <p:cNvPr id="237" name="TextBox 236">
            <a:hlinkClick action="ppaction://hlinksldjump" r:id="rId21"/>
          </p:cNvPr>
          <p:cNvSpPr txBox="1"/>
          <p:nvPr/>
        </p:nvSpPr>
        <p:spPr>
          <a:xfrm>
            <a:off x="4462227" y="2279664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238" name="TextBox 237">
            <a:hlinkClick action="ppaction://hlinksldjump" r:id="rId24"/>
          </p:cNvPr>
          <p:cNvSpPr txBox="1"/>
          <p:nvPr/>
        </p:nvSpPr>
        <p:spPr>
          <a:xfrm>
            <a:off x="2711946" y="240646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64301</a:t>
            </a:r>
          </a:p>
        </p:txBody>
      </p:sp>
      <p:sp>
        <p:nvSpPr>
          <p:cNvPr id="239" name="TextBox 238">
            <a:hlinkClick action="ppaction://hlinksldjump" r:id="rId24"/>
          </p:cNvPr>
          <p:cNvSpPr txBox="1"/>
          <p:nvPr/>
        </p:nvSpPr>
        <p:spPr>
          <a:xfrm>
            <a:off x="3467695" y="2406466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240" name="TextBox 239">
            <a:hlinkClick action="ppaction://hlinksldjump" r:id="rId24"/>
          </p:cNvPr>
          <p:cNvSpPr txBox="1"/>
          <p:nvPr/>
        </p:nvSpPr>
        <p:spPr>
          <a:xfrm>
            <a:off x="4481848" y="240646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241" name="TextBox 240">
            <a:hlinkClick action="ppaction://hlinksldjump" r:id="rId24"/>
          </p:cNvPr>
          <p:cNvSpPr txBox="1"/>
          <p:nvPr/>
        </p:nvSpPr>
        <p:spPr>
          <a:xfrm>
            <a:off x="2711946" y="253326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64302</a:t>
            </a:r>
          </a:p>
        </p:txBody>
      </p:sp>
      <p:sp>
        <p:nvSpPr>
          <p:cNvPr id="242" name="TextBox 241">
            <a:hlinkClick action="ppaction://hlinksldjump" r:id="rId24"/>
          </p:cNvPr>
          <p:cNvSpPr txBox="1"/>
          <p:nvPr/>
        </p:nvSpPr>
        <p:spPr>
          <a:xfrm>
            <a:off x="3467695" y="2533267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243" name="TextBox 242">
            <a:hlinkClick action="ppaction://hlinksldjump" r:id="rId24"/>
          </p:cNvPr>
          <p:cNvSpPr txBox="1"/>
          <p:nvPr/>
        </p:nvSpPr>
        <p:spPr>
          <a:xfrm>
            <a:off x="4481848" y="253326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244" name="TextBox 243">
            <a:hlinkClick action="ppaction://hlinksldjump" r:id="rId24"/>
          </p:cNvPr>
          <p:cNvSpPr txBox="1"/>
          <p:nvPr/>
        </p:nvSpPr>
        <p:spPr>
          <a:xfrm>
            <a:off x="2711946" y="266006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64303</a:t>
            </a:r>
          </a:p>
        </p:txBody>
      </p:sp>
      <p:sp>
        <p:nvSpPr>
          <p:cNvPr id="245" name="TextBox 244">
            <a:hlinkClick action="ppaction://hlinksldjump" r:id="rId24"/>
          </p:cNvPr>
          <p:cNvSpPr txBox="1"/>
          <p:nvPr/>
        </p:nvSpPr>
        <p:spPr>
          <a:xfrm>
            <a:off x="3467695" y="2660069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246" name="TextBox 245">
            <a:hlinkClick action="ppaction://hlinksldjump" r:id="rId24"/>
          </p:cNvPr>
          <p:cNvSpPr txBox="1"/>
          <p:nvPr/>
        </p:nvSpPr>
        <p:spPr>
          <a:xfrm>
            <a:off x="4481848" y="266006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247" name="TextBox 246">
            <a:hlinkClick action="ppaction://hlinksldjump" r:id="rId24"/>
          </p:cNvPr>
          <p:cNvSpPr txBox="1"/>
          <p:nvPr/>
        </p:nvSpPr>
        <p:spPr>
          <a:xfrm>
            <a:off x="2711946" y="278687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64304</a:t>
            </a:r>
          </a:p>
        </p:txBody>
      </p:sp>
      <p:sp>
        <p:nvSpPr>
          <p:cNvPr id="248" name="TextBox 247">
            <a:hlinkClick action="ppaction://hlinksldjump" r:id="rId24"/>
          </p:cNvPr>
          <p:cNvSpPr txBox="1"/>
          <p:nvPr/>
        </p:nvSpPr>
        <p:spPr>
          <a:xfrm>
            <a:off x="3467695" y="2786871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249" name="TextBox 248">
            <a:hlinkClick action="ppaction://hlinksldjump" r:id="rId24"/>
          </p:cNvPr>
          <p:cNvSpPr txBox="1"/>
          <p:nvPr/>
        </p:nvSpPr>
        <p:spPr>
          <a:xfrm>
            <a:off x="4481848" y="278687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250" name="TextBox 249">
            <a:hlinkClick action="ppaction://hlinksldjump" r:id="rId24"/>
          </p:cNvPr>
          <p:cNvSpPr txBox="1"/>
          <p:nvPr/>
        </p:nvSpPr>
        <p:spPr>
          <a:xfrm>
            <a:off x="2711946" y="291367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64305</a:t>
            </a:r>
          </a:p>
        </p:txBody>
      </p:sp>
      <p:sp>
        <p:nvSpPr>
          <p:cNvPr id="251" name="TextBox 250">
            <a:hlinkClick action="ppaction://hlinksldjump" r:id="rId24"/>
          </p:cNvPr>
          <p:cNvSpPr txBox="1"/>
          <p:nvPr/>
        </p:nvSpPr>
        <p:spPr>
          <a:xfrm>
            <a:off x="3467695" y="2913672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252" name="TextBox 251">
            <a:hlinkClick action="ppaction://hlinksldjump" r:id="rId24"/>
          </p:cNvPr>
          <p:cNvSpPr txBox="1"/>
          <p:nvPr/>
        </p:nvSpPr>
        <p:spPr>
          <a:xfrm>
            <a:off x="4481848" y="291367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253" name="TextBox 252">
            <a:hlinkClick action="ppaction://hlinksldjump" r:id="rId23"/>
          </p:cNvPr>
          <p:cNvSpPr txBox="1"/>
          <p:nvPr/>
        </p:nvSpPr>
        <p:spPr>
          <a:xfrm>
            <a:off x="2711946" y="304047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64306</a:t>
            </a:r>
          </a:p>
        </p:txBody>
      </p:sp>
      <p:sp>
        <p:nvSpPr>
          <p:cNvPr id="254" name="TextBox 253">
            <a:hlinkClick action="ppaction://hlinksldjump" r:id="rId23"/>
          </p:cNvPr>
          <p:cNvSpPr txBox="1"/>
          <p:nvPr/>
        </p:nvSpPr>
        <p:spPr>
          <a:xfrm>
            <a:off x="3467695" y="3040474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255" name="TextBox 254">
            <a:hlinkClick action="ppaction://hlinksldjump" r:id="rId23"/>
          </p:cNvPr>
          <p:cNvSpPr txBox="1"/>
          <p:nvPr/>
        </p:nvSpPr>
        <p:spPr>
          <a:xfrm>
            <a:off x="4501470" y="304047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256" name="TextBox 255">
            <a:hlinkClick action="ppaction://hlinksldjump" r:id="rId27"/>
          </p:cNvPr>
          <p:cNvSpPr txBox="1"/>
          <p:nvPr/>
        </p:nvSpPr>
        <p:spPr>
          <a:xfrm>
            <a:off x="2711946" y="316727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64307</a:t>
            </a:r>
          </a:p>
        </p:txBody>
      </p:sp>
      <p:sp>
        <p:nvSpPr>
          <p:cNvPr id="257" name="TextBox 256">
            <a:hlinkClick action="ppaction://hlinksldjump" r:id="rId27"/>
          </p:cNvPr>
          <p:cNvSpPr txBox="1"/>
          <p:nvPr/>
        </p:nvSpPr>
        <p:spPr>
          <a:xfrm>
            <a:off x="3467695" y="3167275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58" name="TextBox 257">
            <a:hlinkClick action="ppaction://hlinksldjump" r:id="rId27"/>
          </p:cNvPr>
          <p:cNvSpPr txBox="1"/>
          <p:nvPr/>
        </p:nvSpPr>
        <p:spPr>
          <a:xfrm>
            <a:off x="4511280" y="3167275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59" name="TextBox 258">
            <a:hlinkClick action="ppaction://hlinksldjump" r:id="rId27"/>
          </p:cNvPr>
          <p:cNvSpPr txBox="1"/>
          <p:nvPr/>
        </p:nvSpPr>
        <p:spPr>
          <a:xfrm>
            <a:off x="2711946" y="329407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64308</a:t>
            </a:r>
          </a:p>
        </p:txBody>
      </p:sp>
      <p:sp>
        <p:nvSpPr>
          <p:cNvPr id="260" name="TextBox 259">
            <a:hlinkClick action="ppaction://hlinksldjump" r:id="rId27"/>
          </p:cNvPr>
          <p:cNvSpPr txBox="1"/>
          <p:nvPr/>
        </p:nvSpPr>
        <p:spPr>
          <a:xfrm>
            <a:off x="3467695" y="3294077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61" name="TextBox 260">
            <a:hlinkClick action="ppaction://hlinksldjump" r:id="rId27"/>
          </p:cNvPr>
          <p:cNvSpPr txBox="1"/>
          <p:nvPr/>
        </p:nvSpPr>
        <p:spPr>
          <a:xfrm>
            <a:off x="4511280" y="3294077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62" name="TextBox 261">
            <a:hlinkClick action="ppaction://hlinksldjump" r:id="rId28"/>
          </p:cNvPr>
          <p:cNvSpPr txBox="1"/>
          <p:nvPr/>
        </p:nvSpPr>
        <p:spPr>
          <a:xfrm>
            <a:off x="2711946" y="3420878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64311</a:t>
            </a:r>
          </a:p>
        </p:txBody>
      </p:sp>
      <p:sp>
        <p:nvSpPr>
          <p:cNvPr id="263" name="TextBox 262">
            <a:hlinkClick action="ppaction://hlinksldjump" r:id="rId28"/>
          </p:cNvPr>
          <p:cNvSpPr txBox="1"/>
          <p:nvPr/>
        </p:nvSpPr>
        <p:spPr>
          <a:xfrm>
            <a:off x="3467695" y="3420878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ovali Classic</a:t>
            </a:r>
          </a:p>
        </p:txBody>
      </p:sp>
      <p:sp>
        <p:nvSpPr>
          <p:cNvPr id="264" name="TextBox 263">
            <a:hlinkClick action="ppaction://hlinksldjump" r:id="rId28"/>
          </p:cNvPr>
          <p:cNvSpPr txBox="1"/>
          <p:nvPr/>
        </p:nvSpPr>
        <p:spPr>
          <a:xfrm>
            <a:off x="4511280" y="3420878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265" name="TextBox 264">
            <a:hlinkClick action="ppaction://hlinksldjump" r:id="rId29"/>
          </p:cNvPr>
          <p:cNvSpPr txBox="1"/>
          <p:nvPr/>
        </p:nvSpPr>
        <p:spPr>
          <a:xfrm>
            <a:off x="2711946" y="3547680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64312</a:t>
            </a:r>
          </a:p>
        </p:txBody>
      </p:sp>
      <p:sp>
        <p:nvSpPr>
          <p:cNvPr id="266" name="TextBox 265">
            <a:hlinkClick action="ppaction://hlinksldjump" r:id="rId29"/>
          </p:cNvPr>
          <p:cNvSpPr txBox="1"/>
          <p:nvPr/>
        </p:nvSpPr>
        <p:spPr>
          <a:xfrm>
            <a:off x="3467695" y="3547680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267" name="TextBox 266">
            <a:hlinkClick action="ppaction://hlinksldjump" r:id="rId29"/>
          </p:cNvPr>
          <p:cNvSpPr txBox="1"/>
          <p:nvPr/>
        </p:nvSpPr>
        <p:spPr>
          <a:xfrm>
            <a:off x="4501470" y="354768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268" name="TextBox 267">
            <a:hlinkClick action="ppaction://hlinksldjump" r:id="rId29"/>
          </p:cNvPr>
          <p:cNvSpPr txBox="1"/>
          <p:nvPr/>
        </p:nvSpPr>
        <p:spPr>
          <a:xfrm>
            <a:off x="2711946" y="367448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64313</a:t>
            </a:r>
          </a:p>
        </p:txBody>
      </p:sp>
      <p:sp>
        <p:nvSpPr>
          <p:cNvPr id="269" name="TextBox 268">
            <a:hlinkClick action="ppaction://hlinksldjump" r:id="rId29"/>
          </p:cNvPr>
          <p:cNvSpPr txBox="1"/>
          <p:nvPr/>
        </p:nvSpPr>
        <p:spPr>
          <a:xfrm>
            <a:off x="3467695" y="3674482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270" name="TextBox 269">
            <a:hlinkClick action="ppaction://hlinksldjump" r:id="rId29"/>
          </p:cNvPr>
          <p:cNvSpPr txBox="1"/>
          <p:nvPr/>
        </p:nvSpPr>
        <p:spPr>
          <a:xfrm>
            <a:off x="4501470" y="367448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271" name="TextBox 270">
            <a:hlinkClick action="ppaction://hlinksldjump" r:id="rId27"/>
          </p:cNvPr>
          <p:cNvSpPr txBox="1"/>
          <p:nvPr/>
        </p:nvSpPr>
        <p:spPr>
          <a:xfrm>
            <a:off x="2711946" y="380128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64316</a:t>
            </a:r>
          </a:p>
        </p:txBody>
      </p:sp>
      <p:sp>
        <p:nvSpPr>
          <p:cNvPr id="272" name="TextBox 271">
            <a:hlinkClick action="ppaction://hlinksldjump" r:id="rId27"/>
          </p:cNvPr>
          <p:cNvSpPr txBox="1"/>
          <p:nvPr/>
        </p:nvSpPr>
        <p:spPr>
          <a:xfrm>
            <a:off x="3467695" y="3801283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73" name="TextBox 272">
            <a:hlinkClick action="ppaction://hlinksldjump" r:id="rId27"/>
          </p:cNvPr>
          <p:cNvSpPr txBox="1"/>
          <p:nvPr/>
        </p:nvSpPr>
        <p:spPr>
          <a:xfrm>
            <a:off x="4511280" y="3801283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74" name="TextBox 273">
            <a:hlinkClick action="ppaction://hlinksldjump" r:id="rId27"/>
          </p:cNvPr>
          <p:cNvSpPr txBox="1"/>
          <p:nvPr/>
        </p:nvSpPr>
        <p:spPr>
          <a:xfrm>
            <a:off x="2711946" y="3928085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64317</a:t>
            </a:r>
          </a:p>
        </p:txBody>
      </p:sp>
      <p:sp>
        <p:nvSpPr>
          <p:cNvPr id="275" name="TextBox 274">
            <a:hlinkClick action="ppaction://hlinksldjump" r:id="rId27"/>
          </p:cNvPr>
          <p:cNvSpPr txBox="1"/>
          <p:nvPr/>
        </p:nvSpPr>
        <p:spPr>
          <a:xfrm>
            <a:off x="3467695" y="3928085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76" name="TextBox 275">
            <a:hlinkClick action="ppaction://hlinksldjump" r:id="rId27"/>
          </p:cNvPr>
          <p:cNvSpPr txBox="1"/>
          <p:nvPr/>
        </p:nvSpPr>
        <p:spPr>
          <a:xfrm>
            <a:off x="4511280" y="3928085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77" name="TextBox 276">
            <a:hlinkClick action="ppaction://hlinksldjump" r:id="rId27"/>
          </p:cNvPr>
          <p:cNvSpPr txBox="1"/>
          <p:nvPr/>
        </p:nvSpPr>
        <p:spPr>
          <a:xfrm>
            <a:off x="2711946" y="405488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64318</a:t>
            </a:r>
          </a:p>
        </p:txBody>
      </p:sp>
      <p:sp>
        <p:nvSpPr>
          <p:cNvPr id="278" name="TextBox 277">
            <a:hlinkClick action="ppaction://hlinksldjump" r:id="rId27"/>
          </p:cNvPr>
          <p:cNvSpPr txBox="1"/>
          <p:nvPr/>
        </p:nvSpPr>
        <p:spPr>
          <a:xfrm>
            <a:off x="3467695" y="4054886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79" name="TextBox 278">
            <a:hlinkClick action="ppaction://hlinksldjump" r:id="rId27"/>
          </p:cNvPr>
          <p:cNvSpPr txBox="1"/>
          <p:nvPr/>
        </p:nvSpPr>
        <p:spPr>
          <a:xfrm>
            <a:off x="4511280" y="4054886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80" name="TextBox 279">
            <a:hlinkClick action="ppaction://hlinksldjump" r:id="rId30"/>
          </p:cNvPr>
          <p:cNvSpPr txBox="1"/>
          <p:nvPr/>
        </p:nvSpPr>
        <p:spPr>
          <a:xfrm>
            <a:off x="2711946" y="418168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64319</a:t>
            </a:r>
          </a:p>
        </p:txBody>
      </p:sp>
      <p:sp>
        <p:nvSpPr>
          <p:cNvPr id="281" name="TextBox 280">
            <a:hlinkClick action="ppaction://hlinksldjump" r:id="rId30"/>
          </p:cNvPr>
          <p:cNvSpPr txBox="1"/>
          <p:nvPr/>
        </p:nvSpPr>
        <p:spPr>
          <a:xfrm>
            <a:off x="3467695" y="4181688"/>
            <a:ext cx="72896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a scomparti</a:t>
            </a:r>
          </a:p>
        </p:txBody>
      </p:sp>
      <p:sp>
        <p:nvSpPr>
          <p:cNvPr id="282" name="TextBox 281">
            <a:hlinkClick action="ppaction://hlinksldjump" r:id="rId30"/>
          </p:cNvPr>
          <p:cNvSpPr txBox="1"/>
          <p:nvPr/>
        </p:nvSpPr>
        <p:spPr>
          <a:xfrm>
            <a:off x="4501470" y="418168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283" name="TextBox 282">
            <a:hlinkClick action="ppaction://hlinksldjump" r:id="rId28"/>
          </p:cNvPr>
          <p:cNvSpPr txBox="1"/>
          <p:nvPr/>
        </p:nvSpPr>
        <p:spPr>
          <a:xfrm>
            <a:off x="2711946" y="430848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64320</a:t>
            </a:r>
          </a:p>
        </p:txBody>
      </p:sp>
      <p:sp>
        <p:nvSpPr>
          <p:cNvPr id="284" name="TextBox 283">
            <a:hlinkClick action="ppaction://hlinksldjump" r:id="rId28"/>
          </p:cNvPr>
          <p:cNvSpPr txBox="1"/>
          <p:nvPr/>
        </p:nvSpPr>
        <p:spPr>
          <a:xfrm>
            <a:off x="3467695" y="4308489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ovali Classic</a:t>
            </a:r>
          </a:p>
        </p:txBody>
      </p:sp>
      <p:sp>
        <p:nvSpPr>
          <p:cNvPr id="285" name="TextBox 284">
            <a:hlinkClick action="ppaction://hlinksldjump" r:id="rId28"/>
          </p:cNvPr>
          <p:cNvSpPr txBox="1"/>
          <p:nvPr/>
        </p:nvSpPr>
        <p:spPr>
          <a:xfrm>
            <a:off x="4511280" y="4308489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286" name="TextBox 285">
            <a:hlinkClick action="ppaction://hlinksldjump" r:id="rId29"/>
          </p:cNvPr>
          <p:cNvSpPr txBox="1"/>
          <p:nvPr/>
        </p:nvSpPr>
        <p:spPr>
          <a:xfrm>
            <a:off x="2711946" y="4435291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64321</a:t>
            </a:r>
          </a:p>
        </p:txBody>
      </p:sp>
      <p:sp>
        <p:nvSpPr>
          <p:cNvPr id="287" name="TextBox 286">
            <a:hlinkClick action="ppaction://hlinksldjump" r:id="rId29"/>
          </p:cNvPr>
          <p:cNvSpPr txBox="1"/>
          <p:nvPr/>
        </p:nvSpPr>
        <p:spPr>
          <a:xfrm>
            <a:off x="3467695" y="4435291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288" name="TextBox 287">
            <a:hlinkClick action="ppaction://hlinksldjump" r:id="rId29"/>
          </p:cNvPr>
          <p:cNvSpPr txBox="1"/>
          <p:nvPr/>
        </p:nvSpPr>
        <p:spPr>
          <a:xfrm>
            <a:off x="4501470" y="443529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289" name="TextBox 288">
            <a:hlinkClick action="ppaction://hlinksldjump" r:id="rId29"/>
          </p:cNvPr>
          <p:cNvSpPr txBox="1"/>
          <p:nvPr/>
        </p:nvSpPr>
        <p:spPr>
          <a:xfrm>
            <a:off x="2711946" y="456209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64322</a:t>
            </a:r>
          </a:p>
        </p:txBody>
      </p:sp>
      <p:sp>
        <p:nvSpPr>
          <p:cNvPr id="290" name="TextBox 289">
            <a:hlinkClick action="ppaction://hlinksldjump" r:id="rId29"/>
          </p:cNvPr>
          <p:cNvSpPr txBox="1"/>
          <p:nvPr/>
        </p:nvSpPr>
        <p:spPr>
          <a:xfrm>
            <a:off x="3467695" y="4562092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291" name="TextBox 290">
            <a:hlinkClick action="ppaction://hlinksldjump" r:id="rId29"/>
          </p:cNvPr>
          <p:cNvSpPr txBox="1"/>
          <p:nvPr/>
        </p:nvSpPr>
        <p:spPr>
          <a:xfrm>
            <a:off x="4501470" y="456209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292" name="TextBox 291">
            <a:hlinkClick action="ppaction://hlinksldjump" r:id="rId27"/>
          </p:cNvPr>
          <p:cNvSpPr txBox="1"/>
          <p:nvPr/>
        </p:nvSpPr>
        <p:spPr>
          <a:xfrm>
            <a:off x="2711946" y="468889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64323</a:t>
            </a:r>
          </a:p>
        </p:txBody>
      </p:sp>
      <p:sp>
        <p:nvSpPr>
          <p:cNvPr id="293" name="TextBox 292">
            <a:hlinkClick action="ppaction://hlinksldjump" r:id="rId27"/>
          </p:cNvPr>
          <p:cNvSpPr txBox="1"/>
          <p:nvPr/>
        </p:nvSpPr>
        <p:spPr>
          <a:xfrm>
            <a:off x="3467695" y="4688894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94" name="TextBox 293">
            <a:hlinkClick action="ppaction://hlinksldjump" r:id="rId27"/>
          </p:cNvPr>
          <p:cNvSpPr txBox="1"/>
          <p:nvPr/>
        </p:nvSpPr>
        <p:spPr>
          <a:xfrm>
            <a:off x="4511280" y="4688894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95" name="TextBox 294">
            <a:hlinkClick action="ppaction://hlinksldjump" r:id="rId31"/>
          </p:cNvPr>
          <p:cNvSpPr txBox="1"/>
          <p:nvPr/>
        </p:nvSpPr>
        <p:spPr>
          <a:xfrm>
            <a:off x="2711946" y="481569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64329</a:t>
            </a:r>
          </a:p>
        </p:txBody>
      </p:sp>
      <p:sp>
        <p:nvSpPr>
          <p:cNvPr id="296" name="TextBox 295">
            <a:hlinkClick action="ppaction://hlinksldjump" r:id="rId31"/>
          </p:cNvPr>
          <p:cNvSpPr txBox="1"/>
          <p:nvPr/>
        </p:nvSpPr>
        <p:spPr>
          <a:xfrm>
            <a:off x="3467695" y="4815696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297" name="TextBox 296">
            <a:hlinkClick action="ppaction://hlinksldjump" r:id="rId31"/>
          </p:cNvPr>
          <p:cNvSpPr txBox="1"/>
          <p:nvPr/>
        </p:nvSpPr>
        <p:spPr>
          <a:xfrm>
            <a:off x="4481848" y="481569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298" name="TextBox 297">
            <a:hlinkClick action="ppaction://hlinksldjump" r:id="rId31"/>
          </p:cNvPr>
          <p:cNvSpPr txBox="1"/>
          <p:nvPr/>
        </p:nvSpPr>
        <p:spPr>
          <a:xfrm>
            <a:off x="2711946" y="494249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64330</a:t>
            </a:r>
          </a:p>
        </p:txBody>
      </p:sp>
      <p:sp>
        <p:nvSpPr>
          <p:cNvPr id="299" name="TextBox 298">
            <a:hlinkClick action="ppaction://hlinksldjump" r:id="rId31"/>
          </p:cNvPr>
          <p:cNvSpPr txBox="1"/>
          <p:nvPr/>
        </p:nvSpPr>
        <p:spPr>
          <a:xfrm>
            <a:off x="3467695" y="4942497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300" name="TextBox 299">
            <a:hlinkClick action="ppaction://hlinksldjump" r:id="rId31"/>
          </p:cNvPr>
          <p:cNvSpPr txBox="1"/>
          <p:nvPr/>
        </p:nvSpPr>
        <p:spPr>
          <a:xfrm>
            <a:off x="4481848" y="494249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301" name="TextBox 300">
            <a:hlinkClick action="ppaction://hlinksldjump" r:id="rId31"/>
          </p:cNvPr>
          <p:cNvSpPr txBox="1"/>
          <p:nvPr/>
        </p:nvSpPr>
        <p:spPr>
          <a:xfrm>
            <a:off x="2711946" y="506929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64331</a:t>
            </a:r>
          </a:p>
        </p:txBody>
      </p:sp>
      <p:sp>
        <p:nvSpPr>
          <p:cNvPr id="302" name="TextBox 301">
            <a:hlinkClick action="ppaction://hlinksldjump" r:id="rId31"/>
          </p:cNvPr>
          <p:cNvSpPr txBox="1"/>
          <p:nvPr/>
        </p:nvSpPr>
        <p:spPr>
          <a:xfrm>
            <a:off x="3467695" y="5069299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303" name="TextBox 302">
            <a:hlinkClick action="ppaction://hlinksldjump" r:id="rId31"/>
          </p:cNvPr>
          <p:cNvSpPr txBox="1"/>
          <p:nvPr/>
        </p:nvSpPr>
        <p:spPr>
          <a:xfrm>
            <a:off x="4481848" y="506929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304" name="TextBox 303">
            <a:hlinkClick action="ppaction://hlinksldjump" r:id="rId31"/>
          </p:cNvPr>
          <p:cNvSpPr txBox="1"/>
          <p:nvPr/>
        </p:nvSpPr>
        <p:spPr>
          <a:xfrm>
            <a:off x="2711946" y="519610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64333</a:t>
            </a:r>
          </a:p>
        </p:txBody>
      </p:sp>
      <p:sp>
        <p:nvSpPr>
          <p:cNvPr id="305" name="TextBox 304">
            <a:hlinkClick action="ppaction://hlinksldjump" r:id="rId31"/>
          </p:cNvPr>
          <p:cNvSpPr txBox="1"/>
          <p:nvPr/>
        </p:nvSpPr>
        <p:spPr>
          <a:xfrm>
            <a:off x="3467695" y="5196100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306" name="TextBox 305">
            <a:hlinkClick action="ppaction://hlinksldjump" r:id="rId31"/>
          </p:cNvPr>
          <p:cNvSpPr txBox="1"/>
          <p:nvPr/>
        </p:nvSpPr>
        <p:spPr>
          <a:xfrm>
            <a:off x="4481848" y="519610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307" name="TextBox 306">
            <a:hlinkClick action="ppaction://hlinksldjump" r:id="rId31"/>
          </p:cNvPr>
          <p:cNvSpPr txBox="1"/>
          <p:nvPr/>
        </p:nvSpPr>
        <p:spPr>
          <a:xfrm>
            <a:off x="2711946" y="532290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64334</a:t>
            </a:r>
          </a:p>
        </p:txBody>
      </p:sp>
      <p:sp>
        <p:nvSpPr>
          <p:cNvPr id="308" name="TextBox 307">
            <a:hlinkClick action="ppaction://hlinksldjump" r:id="rId31"/>
          </p:cNvPr>
          <p:cNvSpPr txBox="1"/>
          <p:nvPr/>
        </p:nvSpPr>
        <p:spPr>
          <a:xfrm>
            <a:off x="3467695" y="5322902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309" name="TextBox 308">
            <a:hlinkClick action="ppaction://hlinksldjump" r:id="rId31"/>
          </p:cNvPr>
          <p:cNvSpPr txBox="1"/>
          <p:nvPr/>
        </p:nvSpPr>
        <p:spPr>
          <a:xfrm>
            <a:off x="4481848" y="532290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310" name="TextBox 309">
            <a:hlinkClick action="ppaction://hlinksldjump" r:id="rId31"/>
          </p:cNvPr>
          <p:cNvSpPr txBox="1"/>
          <p:nvPr/>
        </p:nvSpPr>
        <p:spPr>
          <a:xfrm>
            <a:off x="2711946" y="544970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64335</a:t>
            </a:r>
          </a:p>
        </p:txBody>
      </p:sp>
      <p:sp>
        <p:nvSpPr>
          <p:cNvPr id="311" name="TextBox 310">
            <a:hlinkClick action="ppaction://hlinksldjump" r:id="rId31"/>
          </p:cNvPr>
          <p:cNvSpPr txBox="1"/>
          <p:nvPr/>
        </p:nvSpPr>
        <p:spPr>
          <a:xfrm>
            <a:off x="3467695" y="5449703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312" name="TextBox 311">
            <a:hlinkClick action="ppaction://hlinksldjump" r:id="rId31"/>
          </p:cNvPr>
          <p:cNvSpPr txBox="1"/>
          <p:nvPr/>
        </p:nvSpPr>
        <p:spPr>
          <a:xfrm>
            <a:off x="4481848" y="544970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313" name="TextBox 312">
            <a:hlinkClick action="ppaction://hlinksldjump" r:id="rId23"/>
          </p:cNvPr>
          <p:cNvSpPr txBox="1"/>
          <p:nvPr/>
        </p:nvSpPr>
        <p:spPr>
          <a:xfrm>
            <a:off x="2711946" y="557650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64336</a:t>
            </a:r>
          </a:p>
        </p:txBody>
      </p:sp>
      <p:sp>
        <p:nvSpPr>
          <p:cNvPr id="314" name="TextBox 313">
            <a:hlinkClick action="ppaction://hlinksldjump" r:id="rId23"/>
          </p:cNvPr>
          <p:cNvSpPr txBox="1"/>
          <p:nvPr/>
        </p:nvSpPr>
        <p:spPr>
          <a:xfrm>
            <a:off x="3467695" y="5576505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315" name="TextBox 314">
            <a:hlinkClick action="ppaction://hlinksldjump" r:id="rId23"/>
          </p:cNvPr>
          <p:cNvSpPr txBox="1"/>
          <p:nvPr/>
        </p:nvSpPr>
        <p:spPr>
          <a:xfrm>
            <a:off x="4501470" y="557650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316" name="TextBox 315">
            <a:hlinkClick action="ppaction://hlinksldjump" r:id="rId23"/>
          </p:cNvPr>
          <p:cNvSpPr txBox="1"/>
          <p:nvPr/>
        </p:nvSpPr>
        <p:spPr>
          <a:xfrm>
            <a:off x="2711946" y="570330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64337</a:t>
            </a:r>
          </a:p>
        </p:txBody>
      </p:sp>
      <p:sp>
        <p:nvSpPr>
          <p:cNvPr id="317" name="TextBox 316">
            <a:hlinkClick action="ppaction://hlinksldjump" r:id="rId23"/>
          </p:cNvPr>
          <p:cNvSpPr txBox="1"/>
          <p:nvPr/>
        </p:nvSpPr>
        <p:spPr>
          <a:xfrm>
            <a:off x="3467695" y="5703307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318" name="TextBox 317">
            <a:hlinkClick action="ppaction://hlinksldjump" r:id="rId23"/>
          </p:cNvPr>
          <p:cNvSpPr txBox="1"/>
          <p:nvPr/>
        </p:nvSpPr>
        <p:spPr>
          <a:xfrm>
            <a:off x="4501470" y="570330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319" name="TextBox 318">
            <a:hlinkClick action="ppaction://hlinksldjump" r:id="rId32"/>
          </p:cNvPr>
          <p:cNvSpPr txBox="1"/>
          <p:nvPr/>
        </p:nvSpPr>
        <p:spPr>
          <a:xfrm>
            <a:off x="2711946" y="583010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64338</a:t>
            </a:r>
          </a:p>
        </p:txBody>
      </p:sp>
      <p:sp>
        <p:nvSpPr>
          <p:cNvPr id="320" name="TextBox 319">
            <a:hlinkClick action="ppaction://hlinksldjump" r:id="rId32"/>
          </p:cNvPr>
          <p:cNvSpPr txBox="1"/>
          <p:nvPr/>
        </p:nvSpPr>
        <p:spPr>
          <a:xfrm>
            <a:off x="3467695" y="5830108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321" name="TextBox 320">
            <a:hlinkClick action="ppaction://hlinksldjump" r:id="rId32"/>
          </p:cNvPr>
          <p:cNvSpPr txBox="1"/>
          <p:nvPr/>
        </p:nvSpPr>
        <p:spPr>
          <a:xfrm>
            <a:off x="4491659" y="583010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322" name="TextBox 321">
            <a:hlinkClick action="ppaction://hlinksldjump" r:id="rId32"/>
          </p:cNvPr>
          <p:cNvSpPr txBox="1"/>
          <p:nvPr/>
        </p:nvSpPr>
        <p:spPr>
          <a:xfrm>
            <a:off x="2711946" y="595691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64339</a:t>
            </a:r>
          </a:p>
        </p:txBody>
      </p:sp>
      <p:sp>
        <p:nvSpPr>
          <p:cNvPr id="323" name="TextBox 322">
            <a:hlinkClick action="ppaction://hlinksldjump" r:id="rId32"/>
          </p:cNvPr>
          <p:cNvSpPr txBox="1"/>
          <p:nvPr/>
        </p:nvSpPr>
        <p:spPr>
          <a:xfrm>
            <a:off x="3467695" y="5956910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324" name="TextBox 323">
            <a:hlinkClick action="ppaction://hlinksldjump" r:id="rId32"/>
          </p:cNvPr>
          <p:cNvSpPr txBox="1"/>
          <p:nvPr/>
        </p:nvSpPr>
        <p:spPr>
          <a:xfrm>
            <a:off x="4491659" y="595691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325" name="TextBox 324">
            <a:hlinkClick action="ppaction://hlinksldjump" r:id="rId15"/>
          </p:cNvPr>
          <p:cNvSpPr txBox="1"/>
          <p:nvPr/>
        </p:nvSpPr>
        <p:spPr>
          <a:xfrm>
            <a:off x="2711946" y="608371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64340</a:t>
            </a:r>
          </a:p>
        </p:txBody>
      </p:sp>
      <p:sp>
        <p:nvSpPr>
          <p:cNvPr id="326" name="TextBox 325">
            <a:hlinkClick action="ppaction://hlinksldjump" r:id="rId15"/>
          </p:cNvPr>
          <p:cNvSpPr txBox="1"/>
          <p:nvPr/>
        </p:nvSpPr>
        <p:spPr>
          <a:xfrm>
            <a:off x="3467695" y="6083711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perforata</a:t>
            </a:r>
          </a:p>
        </p:txBody>
      </p:sp>
      <p:sp>
        <p:nvSpPr>
          <p:cNvPr id="327" name="TextBox 326">
            <a:hlinkClick action="ppaction://hlinksldjump" r:id="rId15"/>
          </p:cNvPr>
          <p:cNvSpPr txBox="1"/>
          <p:nvPr/>
        </p:nvSpPr>
        <p:spPr>
          <a:xfrm>
            <a:off x="4501470" y="608371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328" name="TextBox 327">
            <a:hlinkClick action="ppaction://hlinksldjump" r:id="rId15"/>
          </p:cNvPr>
          <p:cNvSpPr txBox="1"/>
          <p:nvPr/>
        </p:nvSpPr>
        <p:spPr>
          <a:xfrm>
            <a:off x="2711946" y="621051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64341</a:t>
            </a:r>
          </a:p>
        </p:txBody>
      </p:sp>
      <p:sp>
        <p:nvSpPr>
          <p:cNvPr id="329" name="TextBox 328">
            <a:hlinkClick action="ppaction://hlinksldjump" r:id="rId15"/>
          </p:cNvPr>
          <p:cNvSpPr txBox="1"/>
          <p:nvPr/>
        </p:nvSpPr>
        <p:spPr>
          <a:xfrm>
            <a:off x="3467695" y="6210513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perforata</a:t>
            </a:r>
          </a:p>
        </p:txBody>
      </p:sp>
      <p:sp>
        <p:nvSpPr>
          <p:cNvPr id="330" name="TextBox 329">
            <a:hlinkClick action="ppaction://hlinksldjump" r:id="rId15"/>
          </p:cNvPr>
          <p:cNvSpPr txBox="1"/>
          <p:nvPr/>
        </p:nvSpPr>
        <p:spPr>
          <a:xfrm>
            <a:off x="4501470" y="621051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331" name="TextBox 330">
            <a:hlinkClick action="ppaction://hlinksldjump" r:id="rId15"/>
          </p:cNvPr>
          <p:cNvSpPr txBox="1"/>
          <p:nvPr/>
        </p:nvSpPr>
        <p:spPr>
          <a:xfrm>
            <a:off x="2711946" y="633731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64342</a:t>
            </a:r>
          </a:p>
        </p:txBody>
      </p:sp>
      <p:sp>
        <p:nvSpPr>
          <p:cNvPr id="332" name="TextBox 331">
            <a:hlinkClick action="ppaction://hlinksldjump" r:id="rId15"/>
          </p:cNvPr>
          <p:cNvSpPr txBox="1"/>
          <p:nvPr/>
        </p:nvSpPr>
        <p:spPr>
          <a:xfrm>
            <a:off x="3467695" y="6337314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perforata</a:t>
            </a:r>
          </a:p>
        </p:txBody>
      </p:sp>
      <p:sp>
        <p:nvSpPr>
          <p:cNvPr id="333" name="TextBox 332">
            <a:hlinkClick action="ppaction://hlinksldjump" r:id="rId15"/>
          </p:cNvPr>
          <p:cNvSpPr txBox="1"/>
          <p:nvPr/>
        </p:nvSpPr>
        <p:spPr>
          <a:xfrm>
            <a:off x="4501470" y="633731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91</a:t>
            </a:r>
          </a:p>
        </p:txBody>
      </p:sp>
      <p:sp>
        <p:nvSpPr>
          <p:cNvPr id="334" name="TextBox 333">
            <a:hlinkClick action="ppaction://hlinksldjump" r:id="rId33"/>
          </p:cNvPr>
          <p:cNvSpPr txBox="1"/>
          <p:nvPr/>
        </p:nvSpPr>
        <p:spPr>
          <a:xfrm>
            <a:off x="2711946" y="6464116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64343</a:t>
            </a:r>
          </a:p>
        </p:txBody>
      </p:sp>
      <p:sp>
        <p:nvSpPr>
          <p:cNvPr id="335" name="TextBox 334">
            <a:hlinkClick action="ppaction://hlinksldjump" r:id="rId33"/>
          </p:cNvPr>
          <p:cNvSpPr txBox="1"/>
          <p:nvPr/>
        </p:nvSpPr>
        <p:spPr>
          <a:xfrm>
            <a:off x="3467695" y="6464116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336" name="TextBox 335">
            <a:hlinkClick action="ppaction://hlinksldjump" r:id="rId33"/>
          </p:cNvPr>
          <p:cNvSpPr txBox="1"/>
          <p:nvPr/>
        </p:nvSpPr>
        <p:spPr>
          <a:xfrm>
            <a:off x="4491659" y="646411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337" name="TextBox 336">
            <a:hlinkClick action="ppaction://hlinksldjump" r:id="rId21"/>
          </p:cNvPr>
          <p:cNvSpPr txBox="1"/>
          <p:nvPr/>
        </p:nvSpPr>
        <p:spPr>
          <a:xfrm>
            <a:off x="2711946" y="659091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64344</a:t>
            </a:r>
          </a:p>
        </p:txBody>
      </p:sp>
      <p:sp>
        <p:nvSpPr>
          <p:cNvPr id="338" name="TextBox 337">
            <a:hlinkClick action="ppaction://hlinksldjump" r:id="rId21"/>
          </p:cNvPr>
          <p:cNvSpPr txBox="1"/>
          <p:nvPr/>
        </p:nvSpPr>
        <p:spPr>
          <a:xfrm>
            <a:off x="3467695" y="6590917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PVA</a:t>
            </a:r>
          </a:p>
        </p:txBody>
      </p:sp>
      <p:sp>
        <p:nvSpPr>
          <p:cNvPr id="339" name="TextBox 338">
            <a:hlinkClick action="ppaction://hlinksldjump" r:id="rId21"/>
          </p:cNvPr>
          <p:cNvSpPr txBox="1"/>
          <p:nvPr/>
        </p:nvSpPr>
        <p:spPr>
          <a:xfrm>
            <a:off x="4462227" y="6590917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340" name="TextBox 339">
            <a:hlinkClick action="ppaction://hlinksldjump" r:id="rId21"/>
          </p:cNvPr>
          <p:cNvSpPr txBox="1"/>
          <p:nvPr/>
        </p:nvSpPr>
        <p:spPr>
          <a:xfrm>
            <a:off x="2711946" y="671771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64345</a:t>
            </a:r>
          </a:p>
        </p:txBody>
      </p:sp>
      <p:sp>
        <p:nvSpPr>
          <p:cNvPr id="341" name="TextBox 340">
            <a:hlinkClick action="ppaction://hlinksldjump" r:id="rId21"/>
          </p:cNvPr>
          <p:cNvSpPr txBox="1"/>
          <p:nvPr/>
        </p:nvSpPr>
        <p:spPr>
          <a:xfrm>
            <a:off x="3467695" y="6717719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PVA</a:t>
            </a:r>
          </a:p>
        </p:txBody>
      </p:sp>
      <p:sp>
        <p:nvSpPr>
          <p:cNvPr id="342" name="TextBox 341">
            <a:hlinkClick action="ppaction://hlinksldjump" r:id="rId21"/>
          </p:cNvPr>
          <p:cNvSpPr txBox="1"/>
          <p:nvPr/>
        </p:nvSpPr>
        <p:spPr>
          <a:xfrm>
            <a:off x="4462227" y="6717719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343" name="TextBox 342">
            <a:hlinkClick action="ppaction://hlinksldjump" r:id="rId34"/>
          </p:cNvPr>
          <p:cNvSpPr txBox="1"/>
          <p:nvPr/>
        </p:nvSpPr>
        <p:spPr>
          <a:xfrm>
            <a:off x="2711946" y="684452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64346</a:t>
            </a:r>
          </a:p>
        </p:txBody>
      </p:sp>
      <p:sp>
        <p:nvSpPr>
          <p:cNvPr id="344" name="TextBox 343">
            <a:hlinkClick action="ppaction://hlinksldjump" r:id="rId34"/>
          </p:cNvPr>
          <p:cNvSpPr txBox="1"/>
          <p:nvPr/>
        </p:nvSpPr>
        <p:spPr>
          <a:xfrm>
            <a:off x="3467695" y="6844521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45" name="TextBox 344">
            <a:hlinkClick action="ppaction://hlinksldjump" r:id="rId34"/>
          </p:cNvPr>
          <p:cNvSpPr txBox="1"/>
          <p:nvPr/>
        </p:nvSpPr>
        <p:spPr>
          <a:xfrm>
            <a:off x="4540713" y="6844521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46" name="TextBox 345">
            <a:hlinkClick action="ppaction://hlinksldjump" r:id="rId34"/>
          </p:cNvPr>
          <p:cNvSpPr txBox="1"/>
          <p:nvPr/>
        </p:nvSpPr>
        <p:spPr>
          <a:xfrm>
            <a:off x="2711946" y="697132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64347</a:t>
            </a:r>
          </a:p>
        </p:txBody>
      </p:sp>
      <p:sp>
        <p:nvSpPr>
          <p:cNvPr id="347" name="TextBox 346">
            <a:hlinkClick action="ppaction://hlinksldjump" r:id="rId34"/>
          </p:cNvPr>
          <p:cNvSpPr txBox="1"/>
          <p:nvPr/>
        </p:nvSpPr>
        <p:spPr>
          <a:xfrm>
            <a:off x="3467695" y="6971322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48" name="TextBox 347">
            <a:hlinkClick action="ppaction://hlinksldjump" r:id="rId34"/>
          </p:cNvPr>
          <p:cNvSpPr txBox="1"/>
          <p:nvPr/>
        </p:nvSpPr>
        <p:spPr>
          <a:xfrm>
            <a:off x="4540713" y="6971322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49" name="TextBox 348">
            <a:hlinkClick action="ppaction://hlinksldjump" r:id="rId34"/>
          </p:cNvPr>
          <p:cNvSpPr txBox="1"/>
          <p:nvPr/>
        </p:nvSpPr>
        <p:spPr>
          <a:xfrm>
            <a:off x="2711946" y="709812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64348</a:t>
            </a:r>
          </a:p>
        </p:txBody>
      </p:sp>
      <p:sp>
        <p:nvSpPr>
          <p:cNvPr id="350" name="TextBox 349">
            <a:hlinkClick action="ppaction://hlinksldjump" r:id="rId34"/>
          </p:cNvPr>
          <p:cNvSpPr txBox="1"/>
          <p:nvPr/>
        </p:nvSpPr>
        <p:spPr>
          <a:xfrm>
            <a:off x="3467695" y="7098124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51" name="TextBox 350">
            <a:hlinkClick action="ppaction://hlinksldjump" r:id="rId34"/>
          </p:cNvPr>
          <p:cNvSpPr txBox="1"/>
          <p:nvPr/>
        </p:nvSpPr>
        <p:spPr>
          <a:xfrm>
            <a:off x="4540713" y="7098124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52" name="TextBox 351">
            <a:hlinkClick action="ppaction://hlinksldjump" r:id="rId34"/>
          </p:cNvPr>
          <p:cNvSpPr txBox="1"/>
          <p:nvPr/>
        </p:nvSpPr>
        <p:spPr>
          <a:xfrm>
            <a:off x="2711946" y="722492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64349</a:t>
            </a:r>
          </a:p>
        </p:txBody>
      </p:sp>
      <p:sp>
        <p:nvSpPr>
          <p:cNvPr id="353" name="TextBox 352">
            <a:hlinkClick action="ppaction://hlinksldjump" r:id="rId34"/>
          </p:cNvPr>
          <p:cNvSpPr txBox="1"/>
          <p:nvPr/>
        </p:nvSpPr>
        <p:spPr>
          <a:xfrm>
            <a:off x="3467695" y="7224925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54" name="TextBox 353">
            <a:hlinkClick action="ppaction://hlinksldjump" r:id="rId34"/>
          </p:cNvPr>
          <p:cNvSpPr txBox="1"/>
          <p:nvPr/>
        </p:nvSpPr>
        <p:spPr>
          <a:xfrm>
            <a:off x="4540713" y="7224925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55" name="TextBox 354">
            <a:hlinkClick action="ppaction://hlinksldjump" r:id="rId34"/>
          </p:cNvPr>
          <p:cNvSpPr txBox="1"/>
          <p:nvPr/>
        </p:nvSpPr>
        <p:spPr>
          <a:xfrm>
            <a:off x="2711946" y="735172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64350</a:t>
            </a:r>
          </a:p>
        </p:txBody>
      </p:sp>
      <p:sp>
        <p:nvSpPr>
          <p:cNvPr id="356" name="TextBox 355">
            <a:hlinkClick action="ppaction://hlinksldjump" r:id="rId34"/>
          </p:cNvPr>
          <p:cNvSpPr txBox="1"/>
          <p:nvPr/>
        </p:nvSpPr>
        <p:spPr>
          <a:xfrm>
            <a:off x="3467695" y="735172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57" name="TextBox 356">
            <a:hlinkClick action="ppaction://hlinksldjump" r:id="rId34"/>
          </p:cNvPr>
          <p:cNvSpPr txBox="1"/>
          <p:nvPr/>
        </p:nvSpPr>
        <p:spPr>
          <a:xfrm>
            <a:off x="4540713" y="7351727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58" name="TextBox 357">
            <a:hlinkClick action="ppaction://hlinksldjump" r:id="rId34"/>
          </p:cNvPr>
          <p:cNvSpPr txBox="1"/>
          <p:nvPr/>
        </p:nvSpPr>
        <p:spPr>
          <a:xfrm>
            <a:off x="2711946" y="747852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64351</a:t>
            </a:r>
          </a:p>
        </p:txBody>
      </p:sp>
      <p:sp>
        <p:nvSpPr>
          <p:cNvPr id="359" name="TextBox 358">
            <a:hlinkClick action="ppaction://hlinksldjump" r:id="rId34"/>
          </p:cNvPr>
          <p:cNvSpPr txBox="1"/>
          <p:nvPr/>
        </p:nvSpPr>
        <p:spPr>
          <a:xfrm>
            <a:off x="3467695" y="7478528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60" name="TextBox 359">
            <a:hlinkClick action="ppaction://hlinksldjump" r:id="rId34"/>
          </p:cNvPr>
          <p:cNvSpPr txBox="1"/>
          <p:nvPr/>
        </p:nvSpPr>
        <p:spPr>
          <a:xfrm>
            <a:off x="4540713" y="7478528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61" name="TextBox 360">
            <a:hlinkClick action="ppaction://hlinksldjump" r:id="rId34"/>
          </p:cNvPr>
          <p:cNvSpPr txBox="1"/>
          <p:nvPr/>
        </p:nvSpPr>
        <p:spPr>
          <a:xfrm>
            <a:off x="2711946" y="760533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64352</a:t>
            </a:r>
          </a:p>
        </p:txBody>
      </p:sp>
      <p:sp>
        <p:nvSpPr>
          <p:cNvPr id="362" name="TextBox 361">
            <a:hlinkClick action="ppaction://hlinksldjump" r:id="rId34"/>
          </p:cNvPr>
          <p:cNvSpPr txBox="1"/>
          <p:nvPr/>
        </p:nvSpPr>
        <p:spPr>
          <a:xfrm>
            <a:off x="3467695" y="7605330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63" name="TextBox 362">
            <a:hlinkClick action="ppaction://hlinksldjump" r:id="rId34"/>
          </p:cNvPr>
          <p:cNvSpPr txBox="1"/>
          <p:nvPr/>
        </p:nvSpPr>
        <p:spPr>
          <a:xfrm>
            <a:off x="4540713" y="7605330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64" name="TextBox 363">
            <a:hlinkClick action="ppaction://hlinksldjump" r:id="rId34"/>
          </p:cNvPr>
          <p:cNvSpPr txBox="1"/>
          <p:nvPr/>
        </p:nvSpPr>
        <p:spPr>
          <a:xfrm>
            <a:off x="2711946" y="773213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64353</a:t>
            </a:r>
          </a:p>
        </p:txBody>
      </p:sp>
      <p:sp>
        <p:nvSpPr>
          <p:cNvPr id="365" name="TextBox 364">
            <a:hlinkClick action="ppaction://hlinksldjump" r:id="rId34"/>
          </p:cNvPr>
          <p:cNvSpPr txBox="1"/>
          <p:nvPr/>
        </p:nvSpPr>
        <p:spPr>
          <a:xfrm>
            <a:off x="3467695" y="7732132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66" name="TextBox 365">
            <a:hlinkClick action="ppaction://hlinksldjump" r:id="rId34"/>
          </p:cNvPr>
          <p:cNvSpPr txBox="1"/>
          <p:nvPr/>
        </p:nvSpPr>
        <p:spPr>
          <a:xfrm>
            <a:off x="4540713" y="7732132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67" name="TextBox 366">
            <a:hlinkClick action="ppaction://hlinksldjump" r:id="rId34"/>
          </p:cNvPr>
          <p:cNvSpPr txBox="1"/>
          <p:nvPr/>
        </p:nvSpPr>
        <p:spPr>
          <a:xfrm>
            <a:off x="2711946" y="785893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64354</a:t>
            </a:r>
          </a:p>
        </p:txBody>
      </p:sp>
      <p:sp>
        <p:nvSpPr>
          <p:cNvPr id="368" name="TextBox 367">
            <a:hlinkClick action="ppaction://hlinksldjump" r:id="rId34"/>
          </p:cNvPr>
          <p:cNvSpPr txBox="1"/>
          <p:nvPr/>
        </p:nvSpPr>
        <p:spPr>
          <a:xfrm>
            <a:off x="3467695" y="7858933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69" name="TextBox 368">
            <a:hlinkClick action="ppaction://hlinksldjump" r:id="rId34"/>
          </p:cNvPr>
          <p:cNvSpPr txBox="1"/>
          <p:nvPr/>
        </p:nvSpPr>
        <p:spPr>
          <a:xfrm>
            <a:off x="4540713" y="7858933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70" name="TextBox 369">
            <a:hlinkClick action="ppaction://hlinksldjump" r:id="rId34"/>
          </p:cNvPr>
          <p:cNvSpPr txBox="1"/>
          <p:nvPr/>
        </p:nvSpPr>
        <p:spPr>
          <a:xfrm>
            <a:off x="2711946" y="7985735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64355</a:t>
            </a:r>
          </a:p>
        </p:txBody>
      </p:sp>
      <p:sp>
        <p:nvSpPr>
          <p:cNvPr id="371" name="TextBox 370">
            <a:hlinkClick action="ppaction://hlinksldjump" r:id="rId34"/>
          </p:cNvPr>
          <p:cNvSpPr txBox="1"/>
          <p:nvPr/>
        </p:nvSpPr>
        <p:spPr>
          <a:xfrm>
            <a:off x="3467695" y="7985735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72" name="TextBox 371">
            <a:hlinkClick action="ppaction://hlinksldjump" r:id="rId34"/>
          </p:cNvPr>
          <p:cNvSpPr txBox="1"/>
          <p:nvPr/>
        </p:nvSpPr>
        <p:spPr>
          <a:xfrm>
            <a:off x="4540713" y="7985735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73" name="TextBox 372">
            <a:hlinkClick action="ppaction://hlinksldjump" r:id="rId27"/>
          </p:cNvPr>
          <p:cNvSpPr txBox="1"/>
          <p:nvPr/>
        </p:nvSpPr>
        <p:spPr>
          <a:xfrm>
            <a:off x="2711946" y="811253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64359</a:t>
            </a:r>
          </a:p>
        </p:txBody>
      </p:sp>
      <p:sp>
        <p:nvSpPr>
          <p:cNvPr id="374" name="TextBox 373">
            <a:hlinkClick action="ppaction://hlinksldjump" r:id="rId27"/>
          </p:cNvPr>
          <p:cNvSpPr txBox="1"/>
          <p:nvPr/>
        </p:nvSpPr>
        <p:spPr>
          <a:xfrm>
            <a:off x="3467695" y="8112536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375" name="TextBox 374">
            <a:hlinkClick action="ppaction://hlinksldjump" r:id="rId27"/>
          </p:cNvPr>
          <p:cNvSpPr txBox="1"/>
          <p:nvPr/>
        </p:nvSpPr>
        <p:spPr>
          <a:xfrm>
            <a:off x="4511280" y="8112536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376" name="TextBox 375">
            <a:hlinkClick action="ppaction://hlinksldjump" r:id="rId27"/>
          </p:cNvPr>
          <p:cNvSpPr txBox="1"/>
          <p:nvPr/>
        </p:nvSpPr>
        <p:spPr>
          <a:xfrm>
            <a:off x="2711946" y="823933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64360</a:t>
            </a:r>
          </a:p>
        </p:txBody>
      </p:sp>
      <p:sp>
        <p:nvSpPr>
          <p:cNvPr id="377" name="TextBox 376">
            <a:hlinkClick action="ppaction://hlinksldjump" r:id="rId27"/>
          </p:cNvPr>
          <p:cNvSpPr txBox="1"/>
          <p:nvPr/>
        </p:nvSpPr>
        <p:spPr>
          <a:xfrm>
            <a:off x="3467695" y="8239338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378" name="TextBox 377">
            <a:hlinkClick action="ppaction://hlinksldjump" r:id="rId27"/>
          </p:cNvPr>
          <p:cNvSpPr txBox="1"/>
          <p:nvPr/>
        </p:nvSpPr>
        <p:spPr>
          <a:xfrm>
            <a:off x="4511280" y="8239338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379" name="TextBox 378">
            <a:hlinkClick action="ppaction://hlinksldjump" r:id="rId35"/>
          </p:cNvPr>
          <p:cNvSpPr txBox="1"/>
          <p:nvPr/>
        </p:nvSpPr>
        <p:spPr>
          <a:xfrm>
            <a:off x="2711946" y="836613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64361</a:t>
            </a:r>
          </a:p>
        </p:txBody>
      </p:sp>
      <p:sp>
        <p:nvSpPr>
          <p:cNvPr id="380" name="TextBox 379">
            <a:hlinkClick action="ppaction://hlinksldjump" r:id="rId35"/>
          </p:cNvPr>
          <p:cNvSpPr txBox="1"/>
          <p:nvPr/>
        </p:nvSpPr>
        <p:spPr>
          <a:xfrm>
            <a:off x="3467695" y="8366139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381" name="TextBox 380">
            <a:hlinkClick action="ppaction://hlinksldjump" r:id="rId35"/>
          </p:cNvPr>
          <p:cNvSpPr txBox="1"/>
          <p:nvPr/>
        </p:nvSpPr>
        <p:spPr>
          <a:xfrm>
            <a:off x="4491659" y="836613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382" name="TextBox 381">
            <a:hlinkClick action="ppaction://hlinksldjump" r:id="rId32"/>
          </p:cNvPr>
          <p:cNvSpPr txBox="1"/>
          <p:nvPr/>
        </p:nvSpPr>
        <p:spPr>
          <a:xfrm>
            <a:off x="2711946" y="849294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64362</a:t>
            </a:r>
          </a:p>
        </p:txBody>
      </p:sp>
      <p:sp>
        <p:nvSpPr>
          <p:cNvPr id="383" name="TextBox 382">
            <a:hlinkClick action="ppaction://hlinksldjump" r:id="rId32"/>
          </p:cNvPr>
          <p:cNvSpPr txBox="1"/>
          <p:nvPr/>
        </p:nvSpPr>
        <p:spPr>
          <a:xfrm>
            <a:off x="3467695" y="8492941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384" name="TextBox 383">
            <a:hlinkClick action="ppaction://hlinksldjump" r:id="rId32"/>
          </p:cNvPr>
          <p:cNvSpPr txBox="1"/>
          <p:nvPr/>
        </p:nvSpPr>
        <p:spPr>
          <a:xfrm>
            <a:off x="4491659" y="849294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385" name="TextBox 384">
            <a:hlinkClick action="ppaction://hlinksldjump" r:id="rId24"/>
          </p:cNvPr>
          <p:cNvSpPr txBox="1"/>
          <p:nvPr/>
        </p:nvSpPr>
        <p:spPr>
          <a:xfrm>
            <a:off x="2711946" y="861974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64363</a:t>
            </a:r>
          </a:p>
        </p:txBody>
      </p:sp>
      <p:sp>
        <p:nvSpPr>
          <p:cNvPr id="386" name="TextBox 385">
            <a:hlinkClick action="ppaction://hlinksldjump" r:id="rId24"/>
          </p:cNvPr>
          <p:cNvSpPr txBox="1"/>
          <p:nvPr/>
        </p:nvSpPr>
        <p:spPr>
          <a:xfrm>
            <a:off x="3467695" y="8619742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387" name="TextBox 386">
            <a:hlinkClick action="ppaction://hlinksldjump" r:id="rId24"/>
          </p:cNvPr>
          <p:cNvSpPr txBox="1"/>
          <p:nvPr/>
        </p:nvSpPr>
        <p:spPr>
          <a:xfrm>
            <a:off x="4481848" y="861974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388" name="TextBox 387">
            <a:hlinkClick action="ppaction://hlinksldjump" r:id="rId36"/>
          </p:cNvPr>
          <p:cNvSpPr txBox="1"/>
          <p:nvPr/>
        </p:nvSpPr>
        <p:spPr>
          <a:xfrm>
            <a:off x="2711946" y="874654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64364</a:t>
            </a:r>
          </a:p>
        </p:txBody>
      </p:sp>
      <p:sp>
        <p:nvSpPr>
          <p:cNvPr id="389" name="TextBox 388">
            <a:hlinkClick action="ppaction://hlinksldjump" r:id="rId36"/>
          </p:cNvPr>
          <p:cNvSpPr txBox="1"/>
          <p:nvPr/>
        </p:nvSpPr>
        <p:spPr>
          <a:xfrm>
            <a:off x="3467695" y="8746544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390" name="TextBox 389">
            <a:hlinkClick action="ppaction://hlinksldjump" r:id="rId36"/>
          </p:cNvPr>
          <p:cNvSpPr txBox="1"/>
          <p:nvPr/>
        </p:nvSpPr>
        <p:spPr>
          <a:xfrm>
            <a:off x="4491659" y="874654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391" name="TextBox 390">
            <a:hlinkClick action="ppaction://hlinksldjump" r:id="rId36"/>
          </p:cNvPr>
          <p:cNvSpPr txBox="1"/>
          <p:nvPr/>
        </p:nvSpPr>
        <p:spPr>
          <a:xfrm>
            <a:off x="2711946" y="887334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64365</a:t>
            </a:r>
          </a:p>
        </p:txBody>
      </p:sp>
      <p:sp>
        <p:nvSpPr>
          <p:cNvPr id="392" name="TextBox 391">
            <a:hlinkClick action="ppaction://hlinksldjump" r:id="rId36"/>
          </p:cNvPr>
          <p:cNvSpPr txBox="1"/>
          <p:nvPr/>
        </p:nvSpPr>
        <p:spPr>
          <a:xfrm>
            <a:off x="3467695" y="8873346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393" name="TextBox 392">
            <a:hlinkClick action="ppaction://hlinksldjump" r:id="rId36"/>
          </p:cNvPr>
          <p:cNvSpPr txBox="1"/>
          <p:nvPr/>
        </p:nvSpPr>
        <p:spPr>
          <a:xfrm>
            <a:off x="4491659" y="887334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394" name="TextBox 393">
            <a:hlinkClick action="ppaction://hlinksldjump" r:id="rId36"/>
          </p:cNvPr>
          <p:cNvSpPr txBox="1"/>
          <p:nvPr/>
        </p:nvSpPr>
        <p:spPr>
          <a:xfrm>
            <a:off x="2711946" y="900014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64366</a:t>
            </a:r>
          </a:p>
        </p:txBody>
      </p:sp>
      <p:sp>
        <p:nvSpPr>
          <p:cNvPr id="395" name="TextBox 394">
            <a:hlinkClick action="ppaction://hlinksldjump" r:id="rId36"/>
          </p:cNvPr>
          <p:cNvSpPr txBox="1"/>
          <p:nvPr/>
        </p:nvSpPr>
        <p:spPr>
          <a:xfrm>
            <a:off x="3467695" y="9000147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396" name="TextBox 395">
            <a:hlinkClick action="ppaction://hlinksldjump" r:id="rId36"/>
          </p:cNvPr>
          <p:cNvSpPr txBox="1"/>
          <p:nvPr/>
        </p:nvSpPr>
        <p:spPr>
          <a:xfrm>
            <a:off x="4491659" y="900014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397" name="TextBox 396">
            <a:hlinkClick action="ppaction://hlinksldjump" r:id="rId36"/>
          </p:cNvPr>
          <p:cNvSpPr txBox="1"/>
          <p:nvPr/>
        </p:nvSpPr>
        <p:spPr>
          <a:xfrm>
            <a:off x="4883943" y="101164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64367</a:t>
            </a:r>
          </a:p>
        </p:txBody>
      </p:sp>
      <p:sp>
        <p:nvSpPr>
          <p:cNvPr id="398" name="TextBox 397">
            <a:hlinkClick action="ppaction://hlinksldjump" r:id="rId36"/>
          </p:cNvPr>
          <p:cNvSpPr txBox="1"/>
          <p:nvPr/>
        </p:nvSpPr>
        <p:spPr>
          <a:xfrm>
            <a:off x="5639692" y="1011649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399" name="TextBox 398">
            <a:hlinkClick action="ppaction://hlinksldjump" r:id="rId36"/>
          </p:cNvPr>
          <p:cNvSpPr txBox="1"/>
          <p:nvPr/>
        </p:nvSpPr>
        <p:spPr>
          <a:xfrm>
            <a:off x="6663657" y="101164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400" name="TextBox 399">
            <a:hlinkClick action="ppaction://hlinksldjump" r:id="rId37"/>
          </p:cNvPr>
          <p:cNvSpPr txBox="1"/>
          <p:nvPr/>
        </p:nvSpPr>
        <p:spPr>
          <a:xfrm>
            <a:off x="4883943" y="113845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64368</a:t>
            </a:r>
          </a:p>
        </p:txBody>
      </p:sp>
      <p:sp>
        <p:nvSpPr>
          <p:cNvPr id="401" name="TextBox 400">
            <a:hlinkClick action="ppaction://hlinksldjump" r:id="rId37"/>
          </p:cNvPr>
          <p:cNvSpPr txBox="1"/>
          <p:nvPr/>
        </p:nvSpPr>
        <p:spPr>
          <a:xfrm>
            <a:off x="5639692" y="1138450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insalatiere</a:t>
            </a:r>
          </a:p>
        </p:txBody>
      </p:sp>
      <p:sp>
        <p:nvSpPr>
          <p:cNvPr id="402" name="TextBox 401">
            <a:hlinkClick action="ppaction://hlinksldjump" r:id="rId37"/>
          </p:cNvPr>
          <p:cNvSpPr txBox="1"/>
          <p:nvPr/>
        </p:nvSpPr>
        <p:spPr>
          <a:xfrm>
            <a:off x="6663657" y="113845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403" name="TextBox 402">
            <a:hlinkClick action="ppaction://hlinksldjump" r:id="rId37"/>
          </p:cNvPr>
          <p:cNvSpPr txBox="1"/>
          <p:nvPr/>
        </p:nvSpPr>
        <p:spPr>
          <a:xfrm>
            <a:off x="4883943" y="126525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64369</a:t>
            </a:r>
          </a:p>
        </p:txBody>
      </p:sp>
      <p:sp>
        <p:nvSpPr>
          <p:cNvPr id="404" name="TextBox 403">
            <a:hlinkClick action="ppaction://hlinksldjump" r:id="rId37"/>
          </p:cNvPr>
          <p:cNvSpPr txBox="1"/>
          <p:nvPr/>
        </p:nvSpPr>
        <p:spPr>
          <a:xfrm>
            <a:off x="5639692" y="1265252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insalatiere</a:t>
            </a:r>
          </a:p>
        </p:txBody>
      </p:sp>
      <p:sp>
        <p:nvSpPr>
          <p:cNvPr id="405" name="TextBox 404">
            <a:hlinkClick action="ppaction://hlinksldjump" r:id="rId37"/>
          </p:cNvPr>
          <p:cNvSpPr txBox="1"/>
          <p:nvPr/>
        </p:nvSpPr>
        <p:spPr>
          <a:xfrm>
            <a:off x="6663657" y="126525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406" name="TextBox 405">
            <a:hlinkClick action="ppaction://hlinksldjump" r:id="rId35"/>
          </p:cNvPr>
          <p:cNvSpPr txBox="1"/>
          <p:nvPr/>
        </p:nvSpPr>
        <p:spPr>
          <a:xfrm>
            <a:off x="4883943" y="139205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64373</a:t>
            </a:r>
          </a:p>
        </p:txBody>
      </p:sp>
      <p:sp>
        <p:nvSpPr>
          <p:cNvPr id="407" name="TextBox 406">
            <a:hlinkClick action="ppaction://hlinksldjump" r:id="rId35"/>
          </p:cNvPr>
          <p:cNvSpPr txBox="1"/>
          <p:nvPr/>
        </p:nvSpPr>
        <p:spPr>
          <a:xfrm>
            <a:off x="5639692" y="1392053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408" name="TextBox 407">
            <a:hlinkClick action="ppaction://hlinksldjump" r:id="rId35"/>
          </p:cNvPr>
          <p:cNvSpPr txBox="1"/>
          <p:nvPr/>
        </p:nvSpPr>
        <p:spPr>
          <a:xfrm>
            <a:off x="6663657" y="139205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409" name="TextBox 408">
            <a:hlinkClick action="ppaction://hlinksldjump" r:id="rId35"/>
          </p:cNvPr>
          <p:cNvSpPr txBox="1"/>
          <p:nvPr/>
        </p:nvSpPr>
        <p:spPr>
          <a:xfrm>
            <a:off x="4883943" y="1518855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64374</a:t>
            </a:r>
          </a:p>
        </p:txBody>
      </p:sp>
      <p:sp>
        <p:nvSpPr>
          <p:cNvPr id="410" name="TextBox 409">
            <a:hlinkClick action="ppaction://hlinksldjump" r:id="rId35"/>
          </p:cNvPr>
          <p:cNvSpPr txBox="1"/>
          <p:nvPr/>
        </p:nvSpPr>
        <p:spPr>
          <a:xfrm>
            <a:off x="5639692" y="1518855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411" name="TextBox 410">
            <a:hlinkClick action="ppaction://hlinksldjump" r:id="rId35"/>
          </p:cNvPr>
          <p:cNvSpPr txBox="1"/>
          <p:nvPr/>
        </p:nvSpPr>
        <p:spPr>
          <a:xfrm>
            <a:off x="6663657" y="151885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412" name="TextBox 411">
            <a:hlinkClick action="ppaction://hlinksldjump" r:id="rId35"/>
          </p:cNvPr>
          <p:cNvSpPr txBox="1"/>
          <p:nvPr/>
        </p:nvSpPr>
        <p:spPr>
          <a:xfrm>
            <a:off x="4883943" y="164565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64375</a:t>
            </a:r>
          </a:p>
        </p:txBody>
      </p:sp>
      <p:sp>
        <p:nvSpPr>
          <p:cNvPr id="413" name="TextBox 412">
            <a:hlinkClick action="ppaction://hlinksldjump" r:id="rId35"/>
          </p:cNvPr>
          <p:cNvSpPr txBox="1"/>
          <p:nvPr/>
        </p:nvSpPr>
        <p:spPr>
          <a:xfrm>
            <a:off x="5639692" y="1645657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414" name="TextBox 413">
            <a:hlinkClick action="ppaction://hlinksldjump" r:id="rId35"/>
          </p:cNvPr>
          <p:cNvSpPr txBox="1"/>
          <p:nvPr/>
        </p:nvSpPr>
        <p:spPr>
          <a:xfrm>
            <a:off x="6663657" y="164565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415" name="TextBox 414">
            <a:hlinkClick action="ppaction://hlinksldjump" r:id="rId35"/>
          </p:cNvPr>
          <p:cNvSpPr txBox="1"/>
          <p:nvPr/>
        </p:nvSpPr>
        <p:spPr>
          <a:xfrm>
            <a:off x="4883943" y="177245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64376</a:t>
            </a:r>
          </a:p>
        </p:txBody>
      </p:sp>
      <p:sp>
        <p:nvSpPr>
          <p:cNvPr id="416" name="TextBox 415">
            <a:hlinkClick action="ppaction://hlinksldjump" r:id="rId35"/>
          </p:cNvPr>
          <p:cNvSpPr txBox="1"/>
          <p:nvPr/>
        </p:nvSpPr>
        <p:spPr>
          <a:xfrm>
            <a:off x="5639692" y="1772458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417" name="TextBox 416">
            <a:hlinkClick action="ppaction://hlinksldjump" r:id="rId35"/>
          </p:cNvPr>
          <p:cNvSpPr txBox="1"/>
          <p:nvPr/>
        </p:nvSpPr>
        <p:spPr>
          <a:xfrm>
            <a:off x="6663657" y="177245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418" name="TextBox 417">
            <a:hlinkClick action="ppaction://hlinksldjump" r:id="rId34"/>
          </p:cNvPr>
          <p:cNvSpPr txBox="1"/>
          <p:nvPr/>
        </p:nvSpPr>
        <p:spPr>
          <a:xfrm>
            <a:off x="4883943" y="189926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64377</a:t>
            </a:r>
          </a:p>
        </p:txBody>
      </p:sp>
      <p:sp>
        <p:nvSpPr>
          <p:cNvPr id="419" name="TextBox 418">
            <a:hlinkClick action="ppaction://hlinksldjump" r:id="rId34"/>
          </p:cNvPr>
          <p:cNvSpPr txBox="1"/>
          <p:nvPr/>
        </p:nvSpPr>
        <p:spPr>
          <a:xfrm>
            <a:off x="5639692" y="1899260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20" name="TextBox 419">
            <a:hlinkClick action="ppaction://hlinksldjump" r:id="rId34"/>
          </p:cNvPr>
          <p:cNvSpPr txBox="1"/>
          <p:nvPr/>
        </p:nvSpPr>
        <p:spPr>
          <a:xfrm>
            <a:off x="6712710" y="1899260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21" name="TextBox 420">
            <a:hlinkClick action="ppaction://hlinksldjump" r:id="rId34"/>
          </p:cNvPr>
          <p:cNvSpPr txBox="1"/>
          <p:nvPr/>
        </p:nvSpPr>
        <p:spPr>
          <a:xfrm>
            <a:off x="4883943" y="202606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64378</a:t>
            </a:r>
          </a:p>
        </p:txBody>
      </p:sp>
      <p:sp>
        <p:nvSpPr>
          <p:cNvPr id="422" name="TextBox 421">
            <a:hlinkClick action="ppaction://hlinksldjump" r:id="rId34"/>
          </p:cNvPr>
          <p:cNvSpPr txBox="1"/>
          <p:nvPr/>
        </p:nvSpPr>
        <p:spPr>
          <a:xfrm>
            <a:off x="5639692" y="2026061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23" name="TextBox 422">
            <a:hlinkClick action="ppaction://hlinksldjump" r:id="rId34"/>
          </p:cNvPr>
          <p:cNvSpPr txBox="1"/>
          <p:nvPr/>
        </p:nvSpPr>
        <p:spPr>
          <a:xfrm>
            <a:off x="6712710" y="2026061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24" name="TextBox 423">
            <a:hlinkClick action="ppaction://hlinksldjump" r:id="rId23"/>
          </p:cNvPr>
          <p:cNvSpPr txBox="1"/>
          <p:nvPr/>
        </p:nvSpPr>
        <p:spPr>
          <a:xfrm>
            <a:off x="4883943" y="215286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64379</a:t>
            </a:r>
          </a:p>
        </p:txBody>
      </p:sp>
      <p:sp>
        <p:nvSpPr>
          <p:cNvPr id="425" name="TextBox 424">
            <a:hlinkClick action="ppaction://hlinksldjump" r:id="rId23"/>
          </p:cNvPr>
          <p:cNvSpPr txBox="1"/>
          <p:nvPr/>
        </p:nvSpPr>
        <p:spPr>
          <a:xfrm>
            <a:off x="5639692" y="2152863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426" name="TextBox 425">
            <a:hlinkClick action="ppaction://hlinksldjump" r:id="rId23"/>
          </p:cNvPr>
          <p:cNvSpPr txBox="1"/>
          <p:nvPr/>
        </p:nvSpPr>
        <p:spPr>
          <a:xfrm>
            <a:off x="6673467" y="215286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427" name="TextBox 426">
            <a:hlinkClick action="ppaction://hlinksldjump" r:id="rId25"/>
          </p:cNvPr>
          <p:cNvSpPr txBox="1"/>
          <p:nvPr/>
        </p:nvSpPr>
        <p:spPr>
          <a:xfrm>
            <a:off x="4883943" y="227966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64380</a:t>
            </a:r>
          </a:p>
        </p:txBody>
      </p:sp>
      <p:sp>
        <p:nvSpPr>
          <p:cNvPr id="428" name="TextBox 427">
            <a:hlinkClick action="ppaction://hlinksldjump" r:id="rId25"/>
          </p:cNvPr>
          <p:cNvSpPr txBox="1"/>
          <p:nvPr/>
        </p:nvSpPr>
        <p:spPr>
          <a:xfrm>
            <a:off x="5639692" y="2279664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429" name="TextBox 428">
            <a:hlinkClick action="ppaction://hlinksldjump" r:id="rId25"/>
          </p:cNvPr>
          <p:cNvSpPr txBox="1"/>
          <p:nvPr/>
        </p:nvSpPr>
        <p:spPr>
          <a:xfrm>
            <a:off x="6653846" y="227966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430" name="TextBox 429">
            <a:hlinkClick action="ppaction://hlinksldjump" r:id="rId18"/>
          </p:cNvPr>
          <p:cNvSpPr txBox="1"/>
          <p:nvPr/>
        </p:nvSpPr>
        <p:spPr>
          <a:xfrm>
            <a:off x="4883943" y="240646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64381</a:t>
            </a:r>
          </a:p>
        </p:txBody>
      </p:sp>
      <p:sp>
        <p:nvSpPr>
          <p:cNvPr id="431" name="TextBox 430">
            <a:hlinkClick action="ppaction://hlinksldjump" r:id="rId18"/>
          </p:cNvPr>
          <p:cNvSpPr txBox="1"/>
          <p:nvPr/>
        </p:nvSpPr>
        <p:spPr>
          <a:xfrm>
            <a:off x="5639692" y="2406466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432" name="TextBox 431">
            <a:hlinkClick action="ppaction://hlinksldjump" r:id="rId18"/>
          </p:cNvPr>
          <p:cNvSpPr txBox="1"/>
          <p:nvPr/>
        </p:nvSpPr>
        <p:spPr>
          <a:xfrm>
            <a:off x="6673467" y="240646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433" name="TextBox 432">
            <a:hlinkClick action="ppaction://hlinksldjump" r:id="rId38"/>
          </p:cNvPr>
          <p:cNvSpPr txBox="1"/>
          <p:nvPr/>
        </p:nvSpPr>
        <p:spPr>
          <a:xfrm>
            <a:off x="4883943" y="253326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64382</a:t>
            </a:r>
          </a:p>
        </p:txBody>
      </p:sp>
      <p:sp>
        <p:nvSpPr>
          <p:cNvPr id="434" name="TextBox 433">
            <a:hlinkClick action="ppaction://hlinksldjump" r:id="rId38"/>
          </p:cNvPr>
          <p:cNvSpPr txBox="1"/>
          <p:nvPr/>
        </p:nvSpPr>
        <p:spPr>
          <a:xfrm>
            <a:off x="5639692" y="2533267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CPLA</a:t>
            </a:r>
          </a:p>
        </p:txBody>
      </p:sp>
      <p:sp>
        <p:nvSpPr>
          <p:cNvPr id="435" name="TextBox 434">
            <a:hlinkClick action="ppaction://hlinksldjump" r:id="rId38"/>
          </p:cNvPr>
          <p:cNvSpPr txBox="1"/>
          <p:nvPr/>
        </p:nvSpPr>
        <p:spPr>
          <a:xfrm>
            <a:off x="6663657" y="253326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36" name="TextBox 435">
            <a:hlinkClick action="ppaction://hlinksldjump" r:id="rId38"/>
          </p:cNvPr>
          <p:cNvSpPr txBox="1"/>
          <p:nvPr/>
        </p:nvSpPr>
        <p:spPr>
          <a:xfrm>
            <a:off x="4883943" y="266006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64383</a:t>
            </a:r>
          </a:p>
        </p:txBody>
      </p:sp>
      <p:sp>
        <p:nvSpPr>
          <p:cNvPr id="437" name="TextBox 436">
            <a:hlinkClick action="ppaction://hlinksldjump" r:id="rId38"/>
          </p:cNvPr>
          <p:cNvSpPr txBox="1"/>
          <p:nvPr/>
        </p:nvSpPr>
        <p:spPr>
          <a:xfrm>
            <a:off x="5639692" y="2660069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CPLA</a:t>
            </a:r>
          </a:p>
        </p:txBody>
      </p:sp>
      <p:sp>
        <p:nvSpPr>
          <p:cNvPr id="438" name="TextBox 437">
            <a:hlinkClick action="ppaction://hlinksldjump" r:id="rId38"/>
          </p:cNvPr>
          <p:cNvSpPr txBox="1"/>
          <p:nvPr/>
        </p:nvSpPr>
        <p:spPr>
          <a:xfrm>
            <a:off x="6663657" y="266006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39" name="TextBox 438">
            <a:hlinkClick action="ppaction://hlinksldjump" r:id="rId38"/>
          </p:cNvPr>
          <p:cNvSpPr txBox="1"/>
          <p:nvPr/>
        </p:nvSpPr>
        <p:spPr>
          <a:xfrm>
            <a:off x="4883943" y="278687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64384</a:t>
            </a:r>
          </a:p>
        </p:txBody>
      </p:sp>
      <p:sp>
        <p:nvSpPr>
          <p:cNvPr id="440" name="TextBox 439">
            <a:hlinkClick action="ppaction://hlinksldjump" r:id="rId38"/>
          </p:cNvPr>
          <p:cNvSpPr txBox="1"/>
          <p:nvPr/>
        </p:nvSpPr>
        <p:spPr>
          <a:xfrm>
            <a:off x="5639692" y="2786871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CPLA</a:t>
            </a:r>
          </a:p>
        </p:txBody>
      </p:sp>
      <p:sp>
        <p:nvSpPr>
          <p:cNvPr id="441" name="TextBox 440">
            <a:hlinkClick action="ppaction://hlinksldjump" r:id="rId38"/>
          </p:cNvPr>
          <p:cNvSpPr txBox="1"/>
          <p:nvPr/>
        </p:nvSpPr>
        <p:spPr>
          <a:xfrm>
            <a:off x="6663657" y="278687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42" name="TextBox 441">
            <a:hlinkClick action="ppaction://hlinksldjump" r:id="rId38"/>
          </p:cNvPr>
          <p:cNvSpPr txBox="1"/>
          <p:nvPr/>
        </p:nvSpPr>
        <p:spPr>
          <a:xfrm>
            <a:off x="4883943" y="291367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64385</a:t>
            </a:r>
          </a:p>
        </p:txBody>
      </p:sp>
      <p:sp>
        <p:nvSpPr>
          <p:cNvPr id="443" name="TextBox 442">
            <a:hlinkClick action="ppaction://hlinksldjump" r:id="rId38"/>
          </p:cNvPr>
          <p:cNvSpPr txBox="1"/>
          <p:nvPr/>
        </p:nvSpPr>
        <p:spPr>
          <a:xfrm>
            <a:off x="5639692" y="2913672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CPLA</a:t>
            </a:r>
          </a:p>
        </p:txBody>
      </p:sp>
      <p:sp>
        <p:nvSpPr>
          <p:cNvPr id="444" name="TextBox 443">
            <a:hlinkClick action="ppaction://hlinksldjump" r:id="rId38"/>
          </p:cNvPr>
          <p:cNvSpPr txBox="1"/>
          <p:nvPr/>
        </p:nvSpPr>
        <p:spPr>
          <a:xfrm>
            <a:off x="6663657" y="291367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45" name="TextBox 444">
            <a:hlinkClick action="ppaction://hlinksldjump" r:id="rId39"/>
          </p:cNvPr>
          <p:cNvSpPr txBox="1"/>
          <p:nvPr/>
        </p:nvSpPr>
        <p:spPr>
          <a:xfrm>
            <a:off x="4883943" y="304047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64386</a:t>
            </a:r>
          </a:p>
        </p:txBody>
      </p:sp>
      <p:sp>
        <p:nvSpPr>
          <p:cNvPr id="446" name="TextBox 445">
            <a:hlinkClick action="ppaction://hlinksldjump" r:id="rId39"/>
          </p:cNvPr>
          <p:cNvSpPr txBox="1"/>
          <p:nvPr/>
        </p:nvSpPr>
        <p:spPr>
          <a:xfrm>
            <a:off x="5639692" y="3040474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447" name="TextBox 446">
            <a:hlinkClick action="ppaction://hlinksldjump" r:id="rId39"/>
          </p:cNvPr>
          <p:cNvSpPr txBox="1"/>
          <p:nvPr/>
        </p:nvSpPr>
        <p:spPr>
          <a:xfrm>
            <a:off x="6663657" y="304047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448" name="TextBox 447">
            <a:hlinkClick action="ppaction://hlinksldjump" r:id="rId39"/>
          </p:cNvPr>
          <p:cNvSpPr txBox="1"/>
          <p:nvPr/>
        </p:nvSpPr>
        <p:spPr>
          <a:xfrm>
            <a:off x="4883943" y="316727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64387</a:t>
            </a:r>
          </a:p>
        </p:txBody>
      </p:sp>
      <p:sp>
        <p:nvSpPr>
          <p:cNvPr id="449" name="TextBox 448">
            <a:hlinkClick action="ppaction://hlinksldjump" r:id="rId39"/>
          </p:cNvPr>
          <p:cNvSpPr txBox="1"/>
          <p:nvPr/>
        </p:nvSpPr>
        <p:spPr>
          <a:xfrm>
            <a:off x="5639692" y="3167275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450" name="TextBox 449">
            <a:hlinkClick action="ppaction://hlinksldjump" r:id="rId39"/>
          </p:cNvPr>
          <p:cNvSpPr txBox="1"/>
          <p:nvPr/>
        </p:nvSpPr>
        <p:spPr>
          <a:xfrm>
            <a:off x="6663657" y="316727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451" name="TextBox 450">
            <a:hlinkClick action="ppaction://hlinksldjump" r:id="rId29"/>
          </p:cNvPr>
          <p:cNvSpPr txBox="1"/>
          <p:nvPr/>
        </p:nvSpPr>
        <p:spPr>
          <a:xfrm>
            <a:off x="4883943" y="329407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64389</a:t>
            </a:r>
          </a:p>
        </p:txBody>
      </p:sp>
      <p:sp>
        <p:nvSpPr>
          <p:cNvPr id="452" name="TextBox 451">
            <a:hlinkClick action="ppaction://hlinksldjump" r:id="rId29"/>
          </p:cNvPr>
          <p:cNvSpPr txBox="1"/>
          <p:nvPr/>
        </p:nvSpPr>
        <p:spPr>
          <a:xfrm>
            <a:off x="5639692" y="3294077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453" name="TextBox 452">
            <a:hlinkClick action="ppaction://hlinksldjump" r:id="rId29"/>
          </p:cNvPr>
          <p:cNvSpPr txBox="1"/>
          <p:nvPr/>
        </p:nvSpPr>
        <p:spPr>
          <a:xfrm>
            <a:off x="6673467" y="329407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454" name="TextBox 453">
            <a:hlinkClick action="ppaction://hlinksldjump" r:id="rId31"/>
          </p:cNvPr>
          <p:cNvSpPr txBox="1"/>
          <p:nvPr/>
        </p:nvSpPr>
        <p:spPr>
          <a:xfrm>
            <a:off x="4883943" y="342087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64390</a:t>
            </a:r>
          </a:p>
        </p:txBody>
      </p:sp>
      <p:sp>
        <p:nvSpPr>
          <p:cNvPr id="455" name="TextBox 454">
            <a:hlinkClick action="ppaction://hlinksldjump" r:id="rId31"/>
          </p:cNvPr>
          <p:cNvSpPr txBox="1"/>
          <p:nvPr/>
        </p:nvSpPr>
        <p:spPr>
          <a:xfrm>
            <a:off x="5639692" y="3420878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456" name="TextBox 455">
            <a:hlinkClick action="ppaction://hlinksldjump" r:id="rId31"/>
          </p:cNvPr>
          <p:cNvSpPr txBox="1"/>
          <p:nvPr/>
        </p:nvSpPr>
        <p:spPr>
          <a:xfrm>
            <a:off x="6653846" y="342087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457" name="TextBox 456">
            <a:hlinkClick action="ppaction://hlinksldjump" r:id="rId38"/>
          </p:cNvPr>
          <p:cNvSpPr txBox="1"/>
          <p:nvPr/>
        </p:nvSpPr>
        <p:spPr>
          <a:xfrm>
            <a:off x="4883943" y="354768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64391</a:t>
            </a:r>
          </a:p>
        </p:txBody>
      </p:sp>
      <p:sp>
        <p:nvSpPr>
          <p:cNvPr id="458" name="TextBox 457">
            <a:hlinkClick action="ppaction://hlinksldjump" r:id="rId38"/>
          </p:cNvPr>
          <p:cNvSpPr txBox="1"/>
          <p:nvPr/>
        </p:nvSpPr>
        <p:spPr>
          <a:xfrm>
            <a:off x="5639692" y="3547680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CPLA</a:t>
            </a:r>
          </a:p>
        </p:txBody>
      </p:sp>
      <p:sp>
        <p:nvSpPr>
          <p:cNvPr id="459" name="TextBox 458">
            <a:hlinkClick action="ppaction://hlinksldjump" r:id="rId38"/>
          </p:cNvPr>
          <p:cNvSpPr txBox="1"/>
          <p:nvPr/>
        </p:nvSpPr>
        <p:spPr>
          <a:xfrm>
            <a:off x="6663657" y="354768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60" name="TextBox 459">
            <a:hlinkClick action="ppaction://hlinksldjump" r:id="rId38"/>
          </p:cNvPr>
          <p:cNvSpPr txBox="1"/>
          <p:nvPr/>
        </p:nvSpPr>
        <p:spPr>
          <a:xfrm>
            <a:off x="4883943" y="367448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64392</a:t>
            </a:r>
          </a:p>
        </p:txBody>
      </p:sp>
      <p:sp>
        <p:nvSpPr>
          <p:cNvPr id="461" name="TextBox 460">
            <a:hlinkClick action="ppaction://hlinksldjump" r:id="rId38"/>
          </p:cNvPr>
          <p:cNvSpPr txBox="1"/>
          <p:nvPr/>
        </p:nvSpPr>
        <p:spPr>
          <a:xfrm>
            <a:off x="5639692" y="3674482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CPLA</a:t>
            </a:r>
          </a:p>
        </p:txBody>
      </p:sp>
      <p:sp>
        <p:nvSpPr>
          <p:cNvPr id="462" name="TextBox 461">
            <a:hlinkClick action="ppaction://hlinksldjump" r:id="rId38"/>
          </p:cNvPr>
          <p:cNvSpPr txBox="1"/>
          <p:nvPr/>
        </p:nvSpPr>
        <p:spPr>
          <a:xfrm>
            <a:off x="6663657" y="367448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63" name="TextBox 462">
            <a:hlinkClick action="ppaction://hlinksldjump" r:id="rId38"/>
          </p:cNvPr>
          <p:cNvSpPr txBox="1"/>
          <p:nvPr/>
        </p:nvSpPr>
        <p:spPr>
          <a:xfrm>
            <a:off x="4883943" y="3801283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64393</a:t>
            </a:r>
          </a:p>
        </p:txBody>
      </p:sp>
      <p:sp>
        <p:nvSpPr>
          <p:cNvPr id="464" name="TextBox 463">
            <a:hlinkClick action="ppaction://hlinksldjump" r:id="rId38"/>
          </p:cNvPr>
          <p:cNvSpPr txBox="1"/>
          <p:nvPr/>
        </p:nvSpPr>
        <p:spPr>
          <a:xfrm>
            <a:off x="5639692" y="3801283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CPLA</a:t>
            </a:r>
          </a:p>
        </p:txBody>
      </p:sp>
      <p:sp>
        <p:nvSpPr>
          <p:cNvPr id="465" name="TextBox 464">
            <a:hlinkClick action="ppaction://hlinksldjump" r:id="rId38"/>
          </p:cNvPr>
          <p:cNvSpPr txBox="1"/>
          <p:nvPr/>
        </p:nvSpPr>
        <p:spPr>
          <a:xfrm>
            <a:off x="6663657" y="380128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66" name="TextBox 465">
            <a:hlinkClick action="ppaction://hlinksldjump" r:id="rId38"/>
          </p:cNvPr>
          <p:cNvSpPr txBox="1"/>
          <p:nvPr/>
        </p:nvSpPr>
        <p:spPr>
          <a:xfrm>
            <a:off x="4883943" y="392808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64394</a:t>
            </a:r>
          </a:p>
        </p:txBody>
      </p:sp>
      <p:sp>
        <p:nvSpPr>
          <p:cNvPr id="467" name="TextBox 466">
            <a:hlinkClick action="ppaction://hlinksldjump" r:id="rId38"/>
          </p:cNvPr>
          <p:cNvSpPr txBox="1"/>
          <p:nvPr/>
        </p:nvSpPr>
        <p:spPr>
          <a:xfrm>
            <a:off x="5639692" y="3928085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CPLA</a:t>
            </a:r>
          </a:p>
        </p:txBody>
      </p:sp>
      <p:sp>
        <p:nvSpPr>
          <p:cNvPr id="468" name="TextBox 467">
            <a:hlinkClick action="ppaction://hlinksldjump" r:id="rId38"/>
          </p:cNvPr>
          <p:cNvSpPr txBox="1"/>
          <p:nvPr/>
        </p:nvSpPr>
        <p:spPr>
          <a:xfrm>
            <a:off x="6663657" y="392808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69" name="TextBox 468">
            <a:hlinkClick action="ppaction://hlinksldjump" r:id="rId35"/>
          </p:cNvPr>
          <p:cNvSpPr txBox="1"/>
          <p:nvPr/>
        </p:nvSpPr>
        <p:spPr>
          <a:xfrm>
            <a:off x="4883943" y="405488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64395</a:t>
            </a:r>
          </a:p>
        </p:txBody>
      </p:sp>
      <p:sp>
        <p:nvSpPr>
          <p:cNvPr id="470" name="TextBox 469">
            <a:hlinkClick action="ppaction://hlinksldjump" r:id="rId35"/>
          </p:cNvPr>
          <p:cNvSpPr txBox="1"/>
          <p:nvPr/>
        </p:nvSpPr>
        <p:spPr>
          <a:xfrm>
            <a:off x="5639692" y="4054886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471" name="TextBox 470">
            <a:hlinkClick action="ppaction://hlinksldjump" r:id="rId35"/>
          </p:cNvPr>
          <p:cNvSpPr txBox="1"/>
          <p:nvPr/>
        </p:nvSpPr>
        <p:spPr>
          <a:xfrm>
            <a:off x="6663657" y="405488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472" name="TextBox 471">
            <a:hlinkClick action="ppaction://hlinksldjump" r:id="rId35"/>
          </p:cNvPr>
          <p:cNvSpPr txBox="1"/>
          <p:nvPr/>
        </p:nvSpPr>
        <p:spPr>
          <a:xfrm>
            <a:off x="4883943" y="418168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64396</a:t>
            </a:r>
          </a:p>
        </p:txBody>
      </p:sp>
      <p:sp>
        <p:nvSpPr>
          <p:cNvPr id="473" name="TextBox 472">
            <a:hlinkClick action="ppaction://hlinksldjump" r:id="rId35"/>
          </p:cNvPr>
          <p:cNvSpPr txBox="1"/>
          <p:nvPr/>
        </p:nvSpPr>
        <p:spPr>
          <a:xfrm>
            <a:off x="5639692" y="4181688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474" name="TextBox 473">
            <a:hlinkClick action="ppaction://hlinksldjump" r:id="rId35"/>
          </p:cNvPr>
          <p:cNvSpPr txBox="1"/>
          <p:nvPr/>
        </p:nvSpPr>
        <p:spPr>
          <a:xfrm>
            <a:off x="6663657" y="418168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475" name="TextBox 474">
            <a:hlinkClick action="ppaction://hlinksldjump" r:id="rId32"/>
          </p:cNvPr>
          <p:cNvSpPr txBox="1"/>
          <p:nvPr/>
        </p:nvSpPr>
        <p:spPr>
          <a:xfrm>
            <a:off x="4883943" y="430848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64397</a:t>
            </a:r>
          </a:p>
        </p:txBody>
      </p:sp>
      <p:sp>
        <p:nvSpPr>
          <p:cNvPr id="476" name="TextBox 475">
            <a:hlinkClick action="ppaction://hlinksldjump" r:id="rId32"/>
          </p:cNvPr>
          <p:cNvSpPr txBox="1"/>
          <p:nvPr/>
        </p:nvSpPr>
        <p:spPr>
          <a:xfrm>
            <a:off x="5639692" y="4308489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477" name="TextBox 476">
            <a:hlinkClick action="ppaction://hlinksldjump" r:id="rId32"/>
          </p:cNvPr>
          <p:cNvSpPr txBox="1"/>
          <p:nvPr/>
        </p:nvSpPr>
        <p:spPr>
          <a:xfrm>
            <a:off x="6663657" y="430848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478" name="TextBox 477">
            <a:hlinkClick action="ppaction://hlinksldjump" r:id="rId27"/>
          </p:cNvPr>
          <p:cNvSpPr txBox="1"/>
          <p:nvPr/>
        </p:nvSpPr>
        <p:spPr>
          <a:xfrm>
            <a:off x="4883943" y="443529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64398</a:t>
            </a:r>
          </a:p>
        </p:txBody>
      </p:sp>
      <p:sp>
        <p:nvSpPr>
          <p:cNvPr id="479" name="TextBox 478">
            <a:hlinkClick action="ppaction://hlinksldjump" r:id="rId27"/>
          </p:cNvPr>
          <p:cNvSpPr txBox="1"/>
          <p:nvPr/>
        </p:nvSpPr>
        <p:spPr>
          <a:xfrm>
            <a:off x="5639692" y="4435291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480" name="TextBox 479">
            <a:hlinkClick action="ppaction://hlinksldjump" r:id="rId27"/>
          </p:cNvPr>
          <p:cNvSpPr txBox="1"/>
          <p:nvPr/>
        </p:nvSpPr>
        <p:spPr>
          <a:xfrm>
            <a:off x="6683278" y="4435291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481" name="TextBox 480">
            <a:hlinkClick action="ppaction://hlinksldjump" r:id="rId34"/>
          </p:cNvPr>
          <p:cNvSpPr txBox="1"/>
          <p:nvPr/>
        </p:nvSpPr>
        <p:spPr>
          <a:xfrm>
            <a:off x="4883943" y="456209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64399</a:t>
            </a:r>
          </a:p>
        </p:txBody>
      </p:sp>
      <p:sp>
        <p:nvSpPr>
          <p:cNvPr id="482" name="TextBox 481">
            <a:hlinkClick action="ppaction://hlinksldjump" r:id="rId34"/>
          </p:cNvPr>
          <p:cNvSpPr txBox="1"/>
          <p:nvPr/>
        </p:nvSpPr>
        <p:spPr>
          <a:xfrm>
            <a:off x="5639692" y="4562092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83" name="TextBox 482">
            <a:hlinkClick action="ppaction://hlinksldjump" r:id="rId34"/>
          </p:cNvPr>
          <p:cNvSpPr txBox="1"/>
          <p:nvPr/>
        </p:nvSpPr>
        <p:spPr>
          <a:xfrm>
            <a:off x="6712710" y="4562092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84" name="TextBox 483">
            <a:hlinkClick action="ppaction://hlinksldjump" r:id="rId34"/>
          </p:cNvPr>
          <p:cNvSpPr txBox="1"/>
          <p:nvPr/>
        </p:nvSpPr>
        <p:spPr>
          <a:xfrm>
            <a:off x="4883943" y="468889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64400</a:t>
            </a:r>
          </a:p>
        </p:txBody>
      </p:sp>
      <p:sp>
        <p:nvSpPr>
          <p:cNvPr id="485" name="TextBox 484">
            <a:hlinkClick action="ppaction://hlinksldjump" r:id="rId34"/>
          </p:cNvPr>
          <p:cNvSpPr txBox="1"/>
          <p:nvPr/>
        </p:nvSpPr>
        <p:spPr>
          <a:xfrm>
            <a:off x="5639692" y="4688894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86" name="TextBox 485">
            <a:hlinkClick action="ppaction://hlinksldjump" r:id="rId34"/>
          </p:cNvPr>
          <p:cNvSpPr txBox="1"/>
          <p:nvPr/>
        </p:nvSpPr>
        <p:spPr>
          <a:xfrm>
            <a:off x="6712710" y="4688894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87" name="TextBox 486">
            <a:hlinkClick action="ppaction://hlinksldjump" r:id="rId34"/>
          </p:cNvPr>
          <p:cNvSpPr txBox="1"/>
          <p:nvPr/>
        </p:nvSpPr>
        <p:spPr>
          <a:xfrm>
            <a:off x="4883943" y="481569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64401</a:t>
            </a:r>
          </a:p>
        </p:txBody>
      </p:sp>
      <p:sp>
        <p:nvSpPr>
          <p:cNvPr id="488" name="TextBox 487">
            <a:hlinkClick action="ppaction://hlinksldjump" r:id="rId34"/>
          </p:cNvPr>
          <p:cNvSpPr txBox="1"/>
          <p:nvPr/>
        </p:nvSpPr>
        <p:spPr>
          <a:xfrm>
            <a:off x="5639692" y="4815696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89" name="TextBox 488">
            <a:hlinkClick action="ppaction://hlinksldjump" r:id="rId34"/>
          </p:cNvPr>
          <p:cNvSpPr txBox="1"/>
          <p:nvPr/>
        </p:nvSpPr>
        <p:spPr>
          <a:xfrm>
            <a:off x="6712710" y="4815696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90" name="TextBox 489">
            <a:hlinkClick action="ppaction://hlinksldjump" r:id="rId34"/>
          </p:cNvPr>
          <p:cNvSpPr txBox="1"/>
          <p:nvPr/>
        </p:nvSpPr>
        <p:spPr>
          <a:xfrm>
            <a:off x="4883943" y="494249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64402</a:t>
            </a:r>
          </a:p>
        </p:txBody>
      </p:sp>
      <p:sp>
        <p:nvSpPr>
          <p:cNvPr id="491" name="TextBox 490">
            <a:hlinkClick action="ppaction://hlinksldjump" r:id="rId34"/>
          </p:cNvPr>
          <p:cNvSpPr txBox="1"/>
          <p:nvPr/>
        </p:nvSpPr>
        <p:spPr>
          <a:xfrm>
            <a:off x="5639692" y="494249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92" name="TextBox 491">
            <a:hlinkClick action="ppaction://hlinksldjump" r:id="rId34"/>
          </p:cNvPr>
          <p:cNvSpPr txBox="1"/>
          <p:nvPr/>
        </p:nvSpPr>
        <p:spPr>
          <a:xfrm>
            <a:off x="6712710" y="4942497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93" name="TextBox 492">
            <a:hlinkClick action="ppaction://hlinksldjump" r:id="rId34"/>
          </p:cNvPr>
          <p:cNvSpPr txBox="1"/>
          <p:nvPr/>
        </p:nvSpPr>
        <p:spPr>
          <a:xfrm>
            <a:off x="4883943" y="506929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64403</a:t>
            </a:r>
          </a:p>
        </p:txBody>
      </p:sp>
      <p:sp>
        <p:nvSpPr>
          <p:cNvPr id="494" name="TextBox 493">
            <a:hlinkClick action="ppaction://hlinksldjump" r:id="rId34"/>
          </p:cNvPr>
          <p:cNvSpPr txBox="1"/>
          <p:nvPr/>
        </p:nvSpPr>
        <p:spPr>
          <a:xfrm>
            <a:off x="5639692" y="5069299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95" name="TextBox 494">
            <a:hlinkClick action="ppaction://hlinksldjump" r:id="rId34"/>
          </p:cNvPr>
          <p:cNvSpPr txBox="1"/>
          <p:nvPr/>
        </p:nvSpPr>
        <p:spPr>
          <a:xfrm>
            <a:off x="6712710" y="5069299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96" name="TextBox 495">
            <a:hlinkClick action="ppaction://hlinksldjump" r:id="rId34"/>
          </p:cNvPr>
          <p:cNvSpPr txBox="1"/>
          <p:nvPr/>
        </p:nvSpPr>
        <p:spPr>
          <a:xfrm>
            <a:off x="4883943" y="519610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64404</a:t>
            </a:r>
          </a:p>
        </p:txBody>
      </p:sp>
      <p:sp>
        <p:nvSpPr>
          <p:cNvPr id="497" name="TextBox 496">
            <a:hlinkClick action="ppaction://hlinksldjump" r:id="rId34"/>
          </p:cNvPr>
          <p:cNvSpPr txBox="1"/>
          <p:nvPr/>
        </p:nvSpPr>
        <p:spPr>
          <a:xfrm>
            <a:off x="5639692" y="5196100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98" name="TextBox 497">
            <a:hlinkClick action="ppaction://hlinksldjump" r:id="rId34"/>
          </p:cNvPr>
          <p:cNvSpPr txBox="1"/>
          <p:nvPr/>
        </p:nvSpPr>
        <p:spPr>
          <a:xfrm>
            <a:off x="6712710" y="5196100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99" name="TextBox 498">
            <a:hlinkClick action="ppaction://hlinksldjump" r:id="rId34"/>
          </p:cNvPr>
          <p:cNvSpPr txBox="1"/>
          <p:nvPr/>
        </p:nvSpPr>
        <p:spPr>
          <a:xfrm>
            <a:off x="4883943" y="532290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64405</a:t>
            </a:r>
          </a:p>
        </p:txBody>
      </p:sp>
      <p:sp>
        <p:nvSpPr>
          <p:cNvPr id="500" name="TextBox 499">
            <a:hlinkClick action="ppaction://hlinksldjump" r:id="rId34"/>
          </p:cNvPr>
          <p:cNvSpPr txBox="1"/>
          <p:nvPr/>
        </p:nvSpPr>
        <p:spPr>
          <a:xfrm>
            <a:off x="5639692" y="5322902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01" name="TextBox 500">
            <a:hlinkClick action="ppaction://hlinksldjump" r:id="rId34"/>
          </p:cNvPr>
          <p:cNvSpPr txBox="1"/>
          <p:nvPr/>
        </p:nvSpPr>
        <p:spPr>
          <a:xfrm>
            <a:off x="6712710" y="5322902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02" name="TextBox 501">
            <a:hlinkClick action="ppaction://hlinksldjump" r:id="rId34"/>
          </p:cNvPr>
          <p:cNvSpPr txBox="1"/>
          <p:nvPr/>
        </p:nvSpPr>
        <p:spPr>
          <a:xfrm>
            <a:off x="4883943" y="5449703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64406</a:t>
            </a:r>
          </a:p>
        </p:txBody>
      </p:sp>
      <p:sp>
        <p:nvSpPr>
          <p:cNvPr id="503" name="TextBox 502">
            <a:hlinkClick action="ppaction://hlinksldjump" r:id="rId34"/>
          </p:cNvPr>
          <p:cNvSpPr txBox="1"/>
          <p:nvPr/>
        </p:nvSpPr>
        <p:spPr>
          <a:xfrm>
            <a:off x="5639692" y="5449703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04" name="TextBox 503">
            <a:hlinkClick action="ppaction://hlinksldjump" r:id="rId34"/>
          </p:cNvPr>
          <p:cNvSpPr txBox="1"/>
          <p:nvPr/>
        </p:nvSpPr>
        <p:spPr>
          <a:xfrm>
            <a:off x="6712710" y="5449703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05" name="TextBox 504">
            <a:hlinkClick action="ppaction://hlinksldjump" r:id="rId34"/>
          </p:cNvPr>
          <p:cNvSpPr txBox="1"/>
          <p:nvPr/>
        </p:nvSpPr>
        <p:spPr>
          <a:xfrm>
            <a:off x="4883943" y="557650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64407</a:t>
            </a:r>
          </a:p>
        </p:txBody>
      </p:sp>
      <p:sp>
        <p:nvSpPr>
          <p:cNvPr id="506" name="TextBox 505">
            <a:hlinkClick action="ppaction://hlinksldjump" r:id="rId34"/>
          </p:cNvPr>
          <p:cNvSpPr txBox="1"/>
          <p:nvPr/>
        </p:nvSpPr>
        <p:spPr>
          <a:xfrm>
            <a:off x="5639692" y="5576505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07" name="TextBox 506">
            <a:hlinkClick action="ppaction://hlinksldjump" r:id="rId34"/>
          </p:cNvPr>
          <p:cNvSpPr txBox="1"/>
          <p:nvPr/>
        </p:nvSpPr>
        <p:spPr>
          <a:xfrm>
            <a:off x="6712710" y="5576505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08" name="TextBox 507">
            <a:hlinkClick action="ppaction://hlinksldjump" r:id="rId34"/>
          </p:cNvPr>
          <p:cNvSpPr txBox="1"/>
          <p:nvPr/>
        </p:nvSpPr>
        <p:spPr>
          <a:xfrm>
            <a:off x="4883943" y="570330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64408</a:t>
            </a:r>
          </a:p>
        </p:txBody>
      </p:sp>
      <p:sp>
        <p:nvSpPr>
          <p:cNvPr id="509" name="TextBox 508">
            <a:hlinkClick action="ppaction://hlinksldjump" r:id="rId34"/>
          </p:cNvPr>
          <p:cNvSpPr txBox="1"/>
          <p:nvPr/>
        </p:nvSpPr>
        <p:spPr>
          <a:xfrm>
            <a:off x="5639692" y="570330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10" name="TextBox 509">
            <a:hlinkClick action="ppaction://hlinksldjump" r:id="rId34"/>
          </p:cNvPr>
          <p:cNvSpPr txBox="1"/>
          <p:nvPr/>
        </p:nvSpPr>
        <p:spPr>
          <a:xfrm>
            <a:off x="6712710" y="5703307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11" name="TextBox 510">
            <a:hlinkClick action="ppaction://hlinksldjump" r:id="rId32"/>
          </p:cNvPr>
          <p:cNvSpPr txBox="1"/>
          <p:nvPr/>
        </p:nvSpPr>
        <p:spPr>
          <a:xfrm>
            <a:off x="4883943" y="583010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64409</a:t>
            </a:r>
          </a:p>
        </p:txBody>
      </p:sp>
      <p:sp>
        <p:nvSpPr>
          <p:cNvPr id="512" name="TextBox 511">
            <a:hlinkClick action="ppaction://hlinksldjump" r:id="rId32"/>
          </p:cNvPr>
          <p:cNvSpPr txBox="1"/>
          <p:nvPr/>
        </p:nvSpPr>
        <p:spPr>
          <a:xfrm>
            <a:off x="5639692" y="5830108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513" name="TextBox 512">
            <a:hlinkClick action="ppaction://hlinksldjump" r:id="rId32"/>
          </p:cNvPr>
          <p:cNvSpPr txBox="1"/>
          <p:nvPr/>
        </p:nvSpPr>
        <p:spPr>
          <a:xfrm>
            <a:off x="6663657" y="583010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514" name="TextBox 513">
            <a:hlinkClick action="ppaction://hlinksldjump" r:id="rId22"/>
          </p:cNvPr>
          <p:cNvSpPr txBox="1"/>
          <p:nvPr/>
        </p:nvSpPr>
        <p:spPr>
          <a:xfrm>
            <a:off x="4883943" y="595691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64410</a:t>
            </a:r>
          </a:p>
        </p:txBody>
      </p:sp>
      <p:sp>
        <p:nvSpPr>
          <p:cNvPr id="515" name="TextBox 514">
            <a:hlinkClick action="ppaction://hlinksldjump" r:id="rId22"/>
          </p:cNvPr>
          <p:cNvSpPr txBox="1"/>
          <p:nvPr/>
        </p:nvSpPr>
        <p:spPr>
          <a:xfrm>
            <a:off x="5639692" y="5956910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spugna e tappetini</a:t>
            </a:r>
          </a:p>
        </p:txBody>
      </p:sp>
      <p:sp>
        <p:nvSpPr>
          <p:cNvPr id="516" name="TextBox 515">
            <a:hlinkClick action="ppaction://hlinksldjump" r:id="rId22"/>
          </p:cNvPr>
          <p:cNvSpPr txBox="1"/>
          <p:nvPr/>
        </p:nvSpPr>
        <p:spPr>
          <a:xfrm>
            <a:off x="6634224" y="5956910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517" name="TextBox 516">
            <a:hlinkClick action="ppaction://hlinksldjump" r:id="rId34"/>
          </p:cNvPr>
          <p:cNvSpPr txBox="1"/>
          <p:nvPr/>
        </p:nvSpPr>
        <p:spPr>
          <a:xfrm>
            <a:off x="4883943" y="6083711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64411</a:t>
            </a:r>
          </a:p>
        </p:txBody>
      </p:sp>
      <p:sp>
        <p:nvSpPr>
          <p:cNvPr id="518" name="TextBox 517">
            <a:hlinkClick action="ppaction://hlinksldjump" r:id="rId34"/>
          </p:cNvPr>
          <p:cNvSpPr txBox="1"/>
          <p:nvPr/>
        </p:nvSpPr>
        <p:spPr>
          <a:xfrm>
            <a:off x="5639692" y="6083711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19" name="TextBox 518">
            <a:hlinkClick action="ppaction://hlinksldjump" r:id="rId34"/>
          </p:cNvPr>
          <p:cNvSpPr txBox="1"/>
          <p:nvPr/>
        </p:nvSpPr>
        <p:spPr>
          <a:xfrm>
            <a:off x="6712710" y="6083711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20" name="TextBox 519">
            <a:hlinkClick action="ppaction://hlinksldjump" r:id="rId34"/>
          </p:cNvPr>
          <p:cNvSpPr txBox="1"/>
          <p:nvPr/>
        </p:nvSpPr>
        <p:spPr>
          <a:xfrm>
            <a:off x="4883943" y="6210513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64412</a:t>
            </a:r>
          </a:p>
        </p:txBody>
      </p:sp>
      <p:sp>
        <p:nvSpPr>
          <p:cNvPr id="521" name="TextBox 520">
            <a:hlinkClick action="ppaction://hlinksldjump" r:id="rId34"/>
          </p:cNvPr>
          <p:cNvSpPr txBox="1"/>
          <p:nvPr/>
        </p:nvSpPr>
        <p:spPr>
          <a:xfrm>
            <a:off x="5639692" y="6210513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22" name="TextBox 521">
            <a:hlinkClick action="ppaction://hlinksldjump" r:id="rId34"/>
          </p:cNvPr>
          <p:cNvSpPr txBox="1"/>
          <p:nvPr/>
        </p:nvSpPr>
        <p:spPr>
          <a:xfrm>
            <a:off x="6712710" y="6210513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23" name="TextBox 522">
            <a:hlinkClick action="ppaction://hlinksldjump" r:id="rId34"/>
          </p:cNvPr>
          <p:cNvSpPr txBox="1"/>
          <p:nvPr/>
        </p:nvSpPr>
        <p:spPr>
          <a:xfrm>
            <a:off x="4883943" y="633731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64413</a:t>
            </a:r>
          </a:p>
        </p:txBody>
      </p:sp>
      <p:sp>
        <p:nvSpPr>
          <p:cNvPr id="524" name="TextBox 523">
            <a:hlinkClick action="ppaction://hlinksldjump" r:id="rId34"/>
          </p:cNvPr>
          <p:cNvSpPr txBox="1"/>
          <p:nvPr/>
        </p:nvSpPr>
        <p:spPr>
          <a:xfrm>
            <a:off x="5639692" y="6337314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25" name="TextBox 524">
            <a:hlinkClick action="ppaction://hlinksldjump" r:id="rId34"/>
          </p:cNvPr>
          <p:cNvSpPr txBox="1"/>
          <p:nvPr/>
        </p:nvSpPr>
        <p:spPr>
          <a:xfrm>
            <a:off x="6712710" y="6337314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26" name="TextBox 525">
            <a:hlinkClick action="ppaction://hlinksldjump" r:id="rId34"/>
          </p:cNvPr>
          <p:cNvSpPr txBox="1"/>
          <p:nvPr/>
        </p:nvSpPr>
        <p:spPr>
          <a:xfrm>
            <a:off x="4883943" y="646411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64414</a:t>
            </a:r>
          </a:p>
        </p:txBody>
      </p:sp>
      <p:sp>
        <p:nvSpPr>
          <p:cNvPr id="527" name="TextBox 526">
            <a:hlinkClick action="ppaction://hlinksldjump" r:id="rId34"/>
          </p:cNvPr>
          <p:cNvSpPr txBox="1"/>
          <p:nvPr/>
        </p:nvSpPr>
        <p:spPr>
          <a:xfrm>
            <a:off x="5639692" y="6464116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28" name="TextBox 527">
            <a:hlinkClick action="ppaction://hlinksldjump" r:id="rId34"/>
          </p:cNvPr>
          <p:cNvSpPr txBox="1"/>
          <p:nvPr/>
        </p:nvSpPr>
        <p:spPr>
          <a:xfrm>
            <a:off x="6712710" y="6464116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29" name="TextBox 528">
            <a:hlinkClick action="ppaction://hlinksldjump" r:id="rId34"/>
          </p:cNvPr>
          <p:cNvSpPr txBox="1"/>
          <p:nvPr/>
        </p:nvSpPr>
        <p:spPr>
          <a:xfrm>
            <a:off x="4883943" y="6590917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64415</a:t>
            </a:r>
          </a:p>
        </p:txBody>
      </p:sp>
      <p:sp>
        <p:nvSpPr>
          <p:cNvPr id="530" name="TextBox 529">
            <a:hlinkClick action="ppaction://hlinksldjump" r:id="rId34"/>
          </p:cNvPr>
          <p:cNvSpPr txBox="1"/>
          <p:nvPr/>
        </p:nvSpPr>
        <p:spPr>
          <a:xfrm>
            <a:off x="5639692" y="659091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531" name="TextBox 530">
            <a:hlinkClick action="ppaction://hlinksldjump" r:id="rId34"/>
          </p:cNvPr>
          <p:cNvSpPr txBox="1"/>
          <p:nvPr/>
        </p:nvSpPr>
        <p:spPr>
          <a:xfrm>
            <a:off x="6712710" y="6590917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532" name="TextBox 531">
            <a:hlinkClick action="ppaction://hlinksldjump" r:id="rId40"/>
          </p:cNvPr>
          <p:cNvSpPr txBox="1"/>
          <p:nvPr/>
        </p:nvSpPr>
        <p:spPr>
          <a:xfrm>
            <a:off x="4883943" y="671771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64416</a:t>
            </a:r>
          </a:p>
        </p:txBody>
      </p:sp>
      <p:sp>
        <p:nvSpPr>
          <p:cNvPr id="533" name="TextBox 532">
            <a:hlinkClick action="ppaction://hlinksldjump" r:id="rId40"/>
          </p:cNvPr>
          <p:cNvSpPr txBox="1"/>
          <p:nvPr/>
        </p:nvSpPr>
        <p:spPr>
          <a:xfrm>
            <a:off x="5639692" y="6717719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34" name="TextBox 533">
            <a:hlinkClick action="ppaction://hlinksldjump" r:id="rId40"/>
          </p:cNvPr>
          <p:cNvSpPr txBox="1"/>
          <p:nvPr/>
        </p:nvSpPr>
        <p:spPr>
          <a:xfrm>
            <a:off x="6653846" y="671771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35" name="TextBox 534">
            <a:hlinkClick action="ppaction://hlinksldjump" r:id="rId40"/>
          </p:cNvPr>
          <p:cNvSpPr txBox="1"/>
          <p:nvPr/>
        </p:nvSpPr>
        <p:spPr>
          <a:xfrm>
            <a:off x="4883943" y="6844521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64417</a:t>
            </a:r>
          </a:p>
        </p:txBody>
      </p:sp>
      <p:sp>
        <p:nvSpPr>
          <p:cNvPr id="536" name="TextBox 535">
            <a:hlinkClick action="ppaction://hlinksldjump" r:id="rId40"/>
          </p:cNvPr>
          <p:cNvSpPr txBox="1"/>
          <p:nvPr/>
        </p:nvSpPr>
        <p:spPr>
          <a:xfrm>
            <a:off x="5639692" y="6844521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37" name="TextBox 536">
            <a:hlinkClick action="ppaction://hlinksldjump" r:id="rId40"/>
          </p:cNvPr>
          <p:cNvSpPr txBox="1"/>
          <p:nvPr/>
        </p:nvSpPr>
        <p:spPr>
          <a:xfrm>
            <a:off x="6653846" y="684452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38" name="TextBox 537">
            <a:hlinkClick action="ppaction://hlinksldjump" r:id="rId40"/>
          </p:cNvPr>
          <p:cNvSpPr txBox="1"/>
          <p:nvPr/>
        </p:nvSpPr>
        <p:spPr>
          <a:xfrm>
            <a:off x="4883943" y="697132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64418</a:t>
            </a:r>
          </a:p>
        </p:txBody>
      </p:sp>
      <p:sp>
        <p:nvSpPr>
          <p:cNvPr id="539" name="TextBox 538">
            <a:hlinkClick action="ppaction://hlinksldjump" r:id="rId40"/>
          </p:cNvPr>
          <p:cNvSpPr txBox="1"/>
          <p:nvPr/>
        </p:nvSpPr>
        <p:spPr>
          <a:xfrm>
            <a:off x="5639692" y="6971322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40" name="TextBox 539">
            <a:hlinkClick action="ppaction://hlinksldjump" r:id="rId40"/>
          </p:cNvPr>
          <p:cNvSpPr txBox="1"/>
          <p:nvPr/>
        </p:nvSpPr>
        <p:spPr>
          <a:xfrm>
            <a:off x="6653846" y="697132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41" name="TextBox 540">
            <a:hlinkClick action="ppaction://hlinksldjump" r:id="rId40"/>
          </p:cNvPr>
          <p:cNvSpPr txBox="1"/>
          <p:nvPr/>
        </p:nvSpPr>
        <p:spPr>
          <a:xfrm>
            <a:off x="4883943" y="709812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64419</a:t>
            </a:r>
          </a:p>
        </p:txBody>
      </p:sp>
      <p:sp>
        <p:nvSpPr>
          <p:cNvPr id="542" name="TextBox 541">
            <a:hlinkClick action="ppaction://hlinksldjump" r:id="rId40"/>
          </p:cNvPr>
          <p:cNvSpPr txBox="1"/>
          <p:nvPr/>
        </p:nvSpPr>
        <p:spPr>
          <a:xfrm>
            <a:off x="5639692" y="7098124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43" name="TextBox 542">
            <a:hlinkClick action="ppaction://hlinksldjump" r:id="rId40"/>
          </p:cNvPr>
          <p:cNvSpPr txBox="1"/>
          <p:nvPr/>
        </p:nvSpPr>
        <p:spPr>
          <a:xfrm>
            <a:off x="6653846" y="709812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44" name="TextBox 543">
            <a:hlinkClick action="ppaction://hlinksldjump" r:id="rId40"/>
          </p:cNvPr>
          <p:cNvSpPr txBox="1"/>
          <p:nvPr/>
        </p:nvSpPr>
        <p:spPr>
          <a:xfrm>
            <a:off x="4883943" y="722492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64420</a:t>
            </a:r>
          </a:p>
        </p:txBody>
      </p:sp>
      <p:sp>
        <p:nvSpPr>
          <p:cNvPr id="545" name="TextBox 544">
            <a:hlinkClick action="ppaction://hlinksldjump" r:id="rId40"/>
          </p:cNvPr>
          <p:cNvSpPr txBox="1"/>
          <p:nvPr/>
        </p:nvSpPr>
        <p:spPr>
          <a:xfrm>
            <a:off x="5639692" y="7224925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46" name="TextBox 545">
            <a:hlinkClick action="ppaction://hlinksldjump" r:id="rId40"/>
          </p:cNvPr>
          <p:cNvSpPr txBox="1"/>
          <p:nvPr/>
        </p:nvSpPr>
        <p:spPr>
          <a:xfrm>
            <a:off x="6653846" y="722492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47" name="TextBox 546">
            <a:hlinkClick action="ppaction://hlinksldjump" r:id="rId40"/>
          </p:cNvPr>
          <p:cNvSpPr txBox="1"/>
          <p:nvPr/>
        </p:nvSpPr>
        <p:spPr>
          <a:xfrm>
            <a:off x="4883943" y="7351727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64421</a:t>
            </a:r>
          </a:p>
        </p:txBody>
      </p:sp>
      <p:sp>
        <p:nvSpPr>
          <p:cNvPr id="548" name="TextBox 547">
            <a:hlinkClick action="ppaction://hlinksldjump" r:id="rId40"/>
          </p:cNvPr>
          <p:cNvSpPr txBox="1"/>
          <p:nvPr/>
        </p:nvSpPr>
        <p:spPr>
          <a:xfrm>
            <a:off x="5639692" y="7351727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49" name="TextBox 548">
            <a:hlinkClick action="ppaction://hlinksldjump" r:id="rId40"/>
          </p:cNvPr>
          <p:cNvSpPr txBox="1"/>
          <p:nvPr/>
        </p:nvSpPr>
        <p:spPr>
          <a:xfrm>
            <a:off x="6653846" y="735172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50" name="TextBox 549">
            <a:hlinkClick action="ppaction://hlinksldjump" r:id="rId40"/>
          </p:cNvPr>
          <p:cNvSpPr txBox="1"/>
          <p:nvPr/>
        </p:nvSpPr>
        <p:spPr>
          <a:xfrm>
            <a:off x="4883943" y="747852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64422</a:t>
            </a:r>
          </a:p>
        </p:txBody>
      </p:sp>
      <p:sp>
        <p:nvSpPr>
          <p:cNvPr id="551" name="TextBox 550">
            <a:hlinkClick action="ppaction://hlinksldjump" r:id="rId40"/>
          </p:cNvPr>
          <p:cNvSpPr txBox="1"/>
          <p:nvPr/>
        </p:nvSpPr>
        <p:spPr>
          <a:xfrm>
            <a:off x="5639692" y="7478528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52" name="TextBox 551">
            <a:hlinkClick action="ppaction://hlinksldjump" r:id="rId40"/>
          </p:cNvPr>
          <p:cNvSpPr txBox="1"/>
          <p:nvPr/>
        </p:nvSpPr>
        <p:spPr>
          <a:xfrm>
            <a:off x="6653846" y="747852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53" name="TextBox 552">
            <a:hlinkClick action="ppaction://hlinksldjump" r:id="rId40"/>
          </p:cNvPr>
          <p:cNvSpPr txBox="1"/>
          <p:nvPr/>
        </p:nvSpPr>
        <p:spPr>
          <a:xfrm>
            <a:off x="4883943" y="7605330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64423</a:t>
            </a:r>
          </a:p>
        </p:txBody>
      </p:sp>
      <p:sp>
        <p:nvSpPr>
          <p:cNvPr id="554" name="TextBox 553">
            <a:hlinkClick action="ppaction://hlinksldjump" r:id="rId40"/>
          </p:cNvPr>
          <p:cNvSpPr txBox="1"/>
          <p:nvPr/>
        </p:nvSpPr>
        <p:spPr>
          <a:xfrm>
            <a:off x="5639692" y="7605330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55" name="TextBox 554">
            <a:hlinkClick action="ppaction://hlinksldjump" r:id="rId40"/>
          </p:cNvPr>
          <p:cNvSpPr txBox="1"/>
          <p:nvPr/>
        </p:nvSpPr>
        <p:spPr>
          <a:xfrm>
            <a:off x="6653846" y="760533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56" name="TextBox 555">
            <a:hlinkClick action="ppaction://hlinksldjump" r:id="rId40"/>
          </p:cNvPr>
          <p:cNvSpPr txBox="1"/>
          <p:nvPr/>
        </p:nvSpPr>
        <p:spPr>
          <a:xfrm>
            <a:off x="4883943" y="773213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64424</a:t>
            </a:r>
          </a:p>
        </p:txBody>
      </p:sp>
      <p:sp>
        <p:nvSpPr>
          <p:cNvPr id="557" name="TextBox 556">
            <a:hlinkClick action="ppaction://hlinksldjump" r:id="rId40"/>
          </p:cNvPr>
          <p:cNvSpPr txBox="1"/>
          <p:nvPr/>
        </p:nvSpPr>
        <p:spPr>
          <a:xfrm>
            <a:off x="5639692" y="7732132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58" name="TextBox 557">
            <a:hlinkClick action="ppaction://hlinksldjump" r:id="rId40"/>
          </p:cNvPr>
          <p:cNvSpPr txBox="1"/>
          <p:nvPr/>
        </p:nvSpPr>
        <p:spPr>
          <a:xfrm>
            <a:off x="6653846" y="773213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59" name="TextBox 558">
            <a:hlinkClick action="ppaction://hlinksldjump" r:id="rId40"/>
          </p:cNvPr>
          <p:cNvSpPr txBox="1"/>
          <p:nvPr/>
        </p:nvSpPr>
        <p:spPr>
          <a:xfrm>
            <a:off x="4883943" y="785893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64425</a:t>
            </a:r>
          </a:p>
        </p:txBody>
      </p:sp>
      <p:sp>
        <p:nvSpPr>
          <p:cNvPr id="560" name="TextBox 559">
            <a:hlinkClick action="ppaction://hlinksldjump" r:id="rId40"/>
          </p:cNvPr>
          <p:cNvSpPr txBox="1"/>
          <p:nvPr/>
        </p:nvSpPr>
        <p:spPr>
          <a:xfrm>
            <a:off x="5639692" y="7858933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61" name="TextBox 560">
            <a:hlinkClick action="ppaction://hlinksldjump" r:id="rId40"/>
          </p:cNvPr>
          <p:cNvSpPr txBox="1"/>
          <p:nvPr/>
        </p:nvSpPr>
        <p:spPr>
          <a:xfrm>
            <a:off x="6653846" y="785893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62" name="TextBox 561">
            <a:hlinkClick action="ppaction://hlinksldjump" r:id="rId40"/>
          </p:cNvPr>
          <p:cNvSpPr txBox="1"/>
          <p:nvPr/>
        </p:nvSpPr>
        <p:spPr>
          <a:xfrm>
            <a:off x="4883943" y="798573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64426</a:t>
            </a:r>
          </a:p>
        </p:txBody>
      </p:sp>
      <p:sp>
        <p:nvSpPr>
          <p:cNvPr id="563" name="TextBox 562">
            <a:hlinkClick action="ppaction://hlinksldjump" r:id="rId40"/>
          </p:cNvPr>
          <p:cNvSpPr txBox="1"/>
          <p:nvPr/>
        </p:nvSpPr>
        <p:spPr>
          <a:xfrm>
            <a:off x="5639692" y="7985735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64" name="TextBox 563">
            <a:hlinkClick action="ppaction://hlinksldjump" r:id="rId40"/>
          </p:cNvPr>
          <p:cNvSpPr txBox="1"/>
          <p:nvPr/>
        </p:nvSpPr>
        <p:spPr>
          <a:xfrm>
            <a:off x="6653846" y="798573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65" name="TextBox 564">
            <a:hlinkClick action="ppaction://hlinksldjump" r:id="rId40"/>
          </p:cNvPr>
          <p:cNvSpPr txBox="1"/>
          <p:nvPr/>
        </p:nvSpPr>
        <p:spPr>
          <a:xfrm>
            <a:off x="4883943" y="811253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64427</a:t>
            </a:r>
          </a:p>
        </p:txBody>
      </p:sp>
      <p:sp>
        <p:nvSpPr>
          <p:cNvPr id="566" name="TextBox 565">
            <a:hlinkClick action="ppaction://hlinksldjump" r:id="rId40"/>
          </p:cNvPr>
          <p:cNvSpPr txBox="1"/>
          <p:nvPr/>
        </p:nvSpPr>
        <p:spPr>
          <a:xfrm>
            <a:off x="5639692" y="8112536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67" name="TextBox 566">
            <a:hlinkClick action="ppaction://hlinksldjump" r:id="rId40"/>
          </p:cNvPr>
          <p:cNvSpPr txBox="1"/>
          <p:nvPr/>
        </p:nvSpPr>
        <p:spPr>
          <a:xfrm>
            <a:off x="6653846" y="811253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68" name="TextBox 567">
            <a:hlinkClick action="ppaction://hlinksldjump" r:id="rId40"/>
          </p:cNvPr>
          <p:cNvSpPr txBox="1"/>
          <p:nvPr/>
        </p:nvSpPr>
        <p:spPr>
          <a:xfrm>
            <a:off x="4883943" y="823933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64428</a:t>
            </a:r>
          </a:p>
        </p:txBody>
      </p:sp>
      <p:sp>
        <p:nvSpPr>
          <p:cNvPr id="569" name="TextBox 568">
            <a:hlinkClick action="ppaction://hlinksldjump" r:id="rId40"/>
          </p:cNvPr>
          <p:cNvSpPr txBox="1"/>
          <p:nvPr/>
        </p:nvSpPr>
        <p:spPr>
          <a:xfrm>
            <a:off x="5639692" y="8239338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70" name="TextBox 569">
            <a:hlinkClick action="ppaction://hlinksldjump" r:id="rId40"/>
          </p:cNvPr>
          <p:cNvSpPr txBox="1"/>
          <p:nvPr/>
        </p:nvSpPr>
        <p:spPr>
          <a:xfrm>
            <a:off x="6653846" y="823933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71" name="TextBox 570">
            <a:hlinkClick action="ppaction://hlinksldjump" r:id="rId40"/>
          </p:cNvPr>
          <p:cNvSpPr txBox="1"/>
          <p:nvPr/>
        </p:nvSpPr>
        <p:spPr>
          <a:xfrm>
            <a:off x="4883943" y="836613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64429</a:t>
            </a:r>
          </a:p>
        </p:txBody>
      </p:sp>
      <p:sp>
        <p:nvSpPr>
          <p:cNvPr id="572" name="TextBox 571">
            <a:hlinkClick action="ppaction://hlinksldjump" r:id="rId40"/>
          </p:cNvPr>
          <p:cNvSpPr txBox="1"/>
          <p:nvPr/>
        </p:nvSpPr>
        <p:spPr>
          <a:xfrm>
            <a:off x="5639692" y="8366139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73" name="TextBox 572">
            <a:hlinkClick action="ppaction://hlinksldjump" r:id="rId40"/>
          </p:cNvPr>
          <p:cNvSpPr txBox="1"/>
          <p:nvPr/>
        </p:nvSpPr>
        <p:spPr>
          <a:xfrm>
            <a:off x="6653846" y="836613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74" name="TextBox 573">
            <a:hlinkClick action="ppaction://hlinksldjump" r:id="rId40"/>
          </p:cNvPr>
          <p:cNvSpPr txBox="1"/>
          <p:nvPr/>
        </p:nvSpPr>
        <p:spPr>
          <a:xfrm>
            <a:off x="4883943" y="849294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64430</a:t>
            </a:r>
          </a:p>
        </p:txBody>
      </p:sp>
      <p:sp>
        <p:nvSpPr>
          <p:cNvPr id="575" name="TextBox 574">
            <a:hlinkClick action="ppaction://hlinksldjump" r:id="rId40"/>
          </p:cNvPr>
          <p:cNvSpPr txBox="1"/>
          <p:nvPr/>
        </p:nvSpPr>
        <p:spPr>
          <a:xfrm>
            <a:off x="5639692" y="8492941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576" name="TextBox 575">
            <a:hlinkClick action="ppaction://hlinksldjump" r:id="rId40"/>
          </p:cNvPr>
          <p:cNvSpPr txBox="1"/>
          <p:nvPr/>
        </p:nvSpPr>
        <p:spPr>
          <a:xfrm>
            <a:off x="6653846" y="849294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577" name="TextBox 576">
            <a:hlinkClick action="ppaction://hlinksldjump" r:id="rId33"/>
          </p:cNvPr>
          <p:cNvSpPr txBox="1"/>
          <p:nvPr/>
        </p:nvSpPr>
        <p:spPr>
          <a:xfrm>
            <a:off x="4883943" y="861974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64436</a:t>
            </a:r>
          </a:p>
        </p:txBody>
      </p:sp>
      <p:sp>
        <p:nvSpPr>
          <p:cNvPr id="578" name="TextBox 577">
            <a:hlinkClick action="ppaction://hlinksldjump" r:id="rId33"/>
          </p:cNvPr>
          <p:cNvSpPr txBox="1"/>
          <p:nvPr/>
        </p:nvSpPr>
        <p:spPr>
          <a:xfrm>
            <a:off x="5639692" y="8619742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579" name="TextBox 578">
            <a:hlinkClick action="ppaction://hlinksldjump" r:id="rId33"/>
          </p:cNvPr>
          <p:cNvSpPr txBox="1"/>
          <p:nvPr/>
        </p:nvSpPr>
        <p:spPr>
          <a:xfrm>
            <a:off x="6663657" y="861974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580" name="TextBox 579">
            <a:hlinkClick action="ppaction://hlinksldjump" r:id="rId33"/>
          </p:cNvPr>
          <p:cNvSpPr txBox="1"/>
          <p:nvPr/>
        </p:nvSpPr>
        <p:spPr>
          <a:xfrm>
            <a:off x="4883943" y="874654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64437</a:t>
            </a:r>
          </a:p>
        </p:txBody>
      </p:sp>
      <p:sp>
        <p:nvSpPr>
          <p:cNvPr id="581" name="TextBox 580">
            <a:hlinkClick action="ppaction://hlinksldjump" r:id="rId33"/>
          </p:cNvPr>
          <p:cNvSpPr txBox="1"/>
          <p:nvPr/>
        </p:nvSpPr>
        <p:spPr>
          <a:xfrm>
            <a:off x="5639692" y="8746544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582" name="TextBox 581">
            <a:hlinkClick action="ppaction://hlinksldjump" r:id="rId33"/>
          </p:cNvPr>
          <p:cNvSpPr txBox="1"/>
          <p:nvPr/>
        </p:nvSpPr>
        <p:spPr>
          <a:xfrm>
            <a:off x="6663657" y="874654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583" name="TextBox 582">
            <a:hlinkClick action="ppaction://hlinksldjump" r:id="rId33"/>
          </p:cNvPr>
          <p:cNvSpPr txBox="1"/>
          <p:nvPr/>
        </p:nvSpPr>
        <p:spPr>
          <a:xfrm>
            <a:off x="4883943" y="8873346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64438</a:t>
            </a:r>
          </a:p>
        </p:txBody>
      </p:sp>
      <p:sp>
        <p:nvSpPr>
          <p:cNvPr id="584" name="TextBox 583">
            <a:hlinkClick action="ppaction://hlinksldjump" r:id="rId33"/>
          </p:cNvPr>
          <p:cNvSpPr txBox="1"/>
          <p:nvPr/>
        </p:nvSpPr>
        <p:spPr>
          <a:xfrm>
            <a:off x="5639692" y="8873346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585" name="TextBox 584">
            <a:hlinkClick action="ppaction://hlinksldjump" r:id="rId33"/>
          </p:cNvPr>
          <p:cNvSpPr txBox="1"/>
          <p:nvPr/>
        </p:nvSpPr>
        <p:spPr>
          <a:xfrm>
            <a:off x="6663657" y="887334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586" name="TextBox 585">
            <a:hlinkClick action="ppaction://hlinksldjump" r:id="rId39"/>
          </p:cNvPr>
          <p:cNvSpPr txBox="1"/>
          <p:nvPr/>
        </p:nvSpPr>
        <p:spPr>
          <a:xfrm>
            <a:off x="4883943" y="900014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64439</a:t>
            </a:r>
          </a:p>
        </p:txBody>
      </p:sp>
      <p:sp>
        <p:nvSpPr>
          <p:cNvPr id="587" name="TextBox 586">
            <a:hlinkClick action="ppaction://hlinksldjump" r:id="rId39"/>
          </p:cNvPr>
          <p:cNvSpPr txBox="1"/>
          <p:nvPr/>
        </p:nvSpPr>
        <p:spPr>
          <a:xfrm>
            <a:off x="5639692" y="9000147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88" name="TextBox 587">
            <a:hlinkClick action="ppaction://hlinksldjump" r:id="rId39"/>
          </p:cNvPr>
          <p:cNvSpPr txBox="1"/>
          <p:nvPr/>
        </p:nvSpPr>
        <p:spPr>
          <a:xfrm>
            <a:off x="6663657" y="900014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89" name="TextBox 588">
            <a:hlinkClick action="ppaction://hlinksldjump" r:id="rId5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590" name="TextBox 589">
            <a:hlinkClick action="ppaction://hlinksldjump" r:id="rId6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91" name="TextBox 590">
            <a:hlinkClick action="ppaction://hlinksldjump" r:id="rId7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92" name="TextBox 591">
            <a:hlinkClick action="ppaction://hlinksldjump" r:id="rId8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93" name="TextBox 592">
            <a:hlinkClick action="ppaction://hlinksldjump" r:id="rId9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94" name="TextBox 593">
            <a:hlinkClick action="ppaction://hlinksldjump" r:id="rId10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95" name="TextBox 594">
            <a:hlinkClick action="ppaction://hlinksldjump" r:id="rId11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126</a:t>
            </a:r>
          </a:p>
        </p:txBody>
      </p:sp>
      <p:sp>
        <p:nvSpPr>
          <p:cNvPr id="597" name="TextBox 596">
            <a:hlinkClick action="ppaction://hlinksldjump" r:id="rId41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98" name="TextBox 597">
            <a:hlinkClick r:id="rId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600" name="TextBox 599">
            <a:hlinkClick r:id="rId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5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>
            <a:hlinkClick action="ppaction://hlinksldjump" r:id="rId6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>
            <a:hlinkClick action="ppaction://hlinksldjump" r:id="rId7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8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9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10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1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6855" y="321979"/>
            <a:ext cx="10697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INDICE DEI CODICI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948" y="747181"/>
            <a:ext cx="107509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INDICE DEI CODICI</a:t>
            </a:r>
          </a:p>
        </p:txBody>
      </p:sp>
      <p:sp>
        <p:nvSpPr>
          <p:cNvPr id="13" name="TextBox 12">
            <a:hlinkClick action="ppaction://hlinksldjump" r:id="rId12"/>
          </p:cNvPr>
          <p:cNvSpPr txBox="1"/>
          <p:nvPr/>
        </p:nvSpPr>
        <p:spPr>
          <a:xfrm>
            <a:off x="539948" y="101164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64440</a:t>
            </a:r>
          </a:p>
        </p:txBody>
      </p:sp>
      <p:sp>
        <p:nvSpPr>
          <p:cNvPr id="14" name="TextBox 13">
            <a:hlinkClick action="ppaction://hlinksldjump" r:id="rId12"/>
          </p:cNvPr>
          <p:cNvSpPr txBox="1"/>
          <p:nvPr/>
        </p:nvSpPr>
        <p:spPr>
          <a:xfrm>
            <a:off x="1295697" y="1011649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15" name="TextBox 14">
            <a:hlinkClick action="ppaction://hlinksldjump" r:id="rId12"/>
          </p:cNvPr>
          <p:cNvSpPr txBox="1"/>
          <p:nvPr/>
        </p:nvSpPr>
        <p:spPr>
          <a:xfrm>
            <a:off x="2309851" y="101164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16" name="TextBox 15">
            <a:hlinkClick action="ppaction://hlinksldjump" r:id="rId13"/>
          </p:cNvPr>
          <p:cNvSpPr txBox="1"/>
          <p:nvPr/>
        </p:nvSpPr>
        <p:spPr>
          <a:xfrm>
            <a:off x="539948" y="113845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64441</a:t>
            </a:r>
          </a:p>
        </p:txBody>
      </p:sp>
      <p:sp>
        <p:nvSpPr>
          <p:cNvPr id="17" name="TextBox 16">
            <a:hlinkClick action="ppaction://hlinksldjump" r:id="rId13"/>
          </p:cNvPr>
          <p:cNvSpPr txBox="1"/>
          <p:nvPr/>
        </p:nvSpPr>
        <p:spPr>
          <a:xfrm>
            <a:off x="1295697" y="1138450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2329472" y="113845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539948" y="126525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64442</a:t>
            </a:r>
          </a:p>
        </p:txBody>
      </p:sp>
      <p:sp>
        <p:nvSpPr>
          <p:cNvPr id="20" name="TextBox 19">
            <a:hlinkClick action="ppaction://hlinksldjump" r:id="rId13"/>
          </p:cNvPr>
          <p:cNvSpPr txBox="1"/>
          <p:nvPr/>
        </p:nvSpPr>
        <p:spPr>
          <a:xfrm>
            <a:off x="1295697" y="1265252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21" name="TextBox 20">
            <a:hlinkClick action="ppaction://hlinksldjump" r:id="rId13"/>
          </p:cNvPr>
          <p:cNvSpPr txBox="1"/>
          <p:nvPr/>
        </p:nvSpPr>
        <p:spPr>
          <a:xfrm>
            <a:off x="2329472" y="126525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22" name="TextBox 21">
            <a:hlinkClick action="ppaction://hlinksldjump" r:id="rId12"/>
          </p:cNvPr>
          <p:cNvSpPr txBox="1"/>
          <p:nvPr/>
        </p:nvSpPr>
        <p:spPr>
          <a:xfrm>
            <a:off x="539948" y="1392053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64443</a:t>
            </a:r>
          </a:p>
        </p:txBody>
      </p:sp>
      <p:sp>
        <p:nvSpPr>
          <p:cNvPr id="23" name="TextBox 22">
            <a:hlinkClick action="ppaction://hlinksldjump" r:id="rId12"/>
          </p:cNvPr>
          <p:cNvSpPr txBox="1"/>
          <p:nvPr/>
        </p:nvSpPr>
        <p:spPr>
          <a:xfrm>
            <a:off x="1295697" y="1392053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24" name="TextBox 23">
            <a:hlinkClick action="ppaction://hlinksldjump" r:id="rId12"/>
          </p:cNvPr>
          <p:cNvSpPr txBox="1"/>
          <p:nvPr/>
        </p:nvSpPr>
        <p:spPr>
          <a:xfrm>
            <a:off x="2309851" y="139205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25" name="TextBox 24">
            <a:hlinkClick action="ppaction://hlinksldjump" r:id="rId14"/>
          </p:cNvPr>
          <p:cNvSpPr txBox="1"/>
          <p:nvPr/>
        </p:nvSpPr>
        <p:spPr>
          <a:xfrm>
            <a:off x="539948" y="151885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64444</a:t>
            </a:r>
          </a:p>
        </p:txBody>
      </p:sp>
      <p:sp>
        <p:nvSpPr>
          <p:cNvPr id="26" name="TextBox 25">
            <a:hlinkClick action="ppaction://hlinksldjump" r:id="rId14"/>
          </p:cNvPr>
          <p:cNvSpPr txBox="1"/>
          <p:nvPr/>
        </p:nvSpPr>
        <p:spPr>
          <a:xfrm>
            <a:off x="1295697" y="1518855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27" name="TextBox 26">
            <a:hlinkClick action="ppaction://hlinksldjump" r:id="rId14"/>
          </p:cNvPr>
          <p:cNvSpPr txBox="1"/>
          <p:nvPr/>
        </p:nvSpPr>
        <p:spPr>
          <a:xfrm>
            <a:off x="2329472" y="151885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28" name="TextBox 27">
            <a:hlinkClick action="ppaction://hlinksldjump" r:id="rId14"/>
          </p:cNvPr>
          <p:cNvSpPr txBox="1"/>
          <p:nvPr/>
        </p:nvSpPr>
        <p:spPr>
          <a:xfrm>
            <a:off x="539948" y="164565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64445</a:t>
            </a:r>
          </a:p>
        </p:txBody>
      </p:sp>
      <p:sp>
        <p:nvSpPr>
          <p:cNvPr id="29" name="TextBox 28">
            <a:hlinkClick action="ppaction://hlinksldjump" r:id="rId14"/>
          </p:cNvPr>
          <p:cNvSpPr txBox="1"/>
          <p:nvPr/>
        </p:nvSpPr>
        <p:spPr>
          <a:xfrm>
            <a:off x="1295697" y="1645657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30" name="TextBox 29">
            <a:hlinkClick action="ppaction://hlinksldjump" r:id="rId14"/>
          </p:cNvPr>
          <p:cNvSpPr txBox="1"/>
          <p:nvPr/>
        </p:nvSpPr>
        <p:spPr>
          <a:xfrm>
            <a:off x="2329472" y="164565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31" name="TextBox 30">
            <a:hlinkClick action="ppaction://hlinksldjump" r:id="rId14"/>
          </p:cNvPr>
          <p:cNvSpPr txBox="1"/>
          <p:nvPr/>
        </p:nvSpPr>
        <p:spPr>
          <a:xfrm>
            <a:off x="539948" y="177245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64446</a:t>
            </a:r>
          </a:p>
        </p:txBody>
      </p:sp>
      <p:sp>
        <p:nvSpPr>
          <p:cNvPr id="32" name="TextBox 31">
            <a:hlinkClick action="ppaction://hlinksldjump" r:id="rId14"/>
          </p:cNvPr>
          <p:cNvSpPr txBox="1"/>
          <p:nvPr/>
        </p:nvSpPr>
        <p:spPr>
          <a:xfrm>
            <a:off x="1295697" y="1772458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33" name="TextBox 32">
            <a:hlinkClick action="ppaction://hlinksldjump" r:id="rId14"/>
          </p:cNvPr>
          <p:cNvSpPr txBox="1"/>
          <p:nvPr/>
        </p:nvSpPr>
        <p:spPr>
          <a:xfrm>
            <a:off x="2329472" y="177245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34" name="TextBox 33">
            <a:hlinkClick action="ppaction://hlinksldjump" r:id="rId14"/>
          </p:cNvPr>
          <p:cNvSpPr txBox="1"/>
          <p:nvPr/>
        </p:nvSpPr>
        <p:spPr>
          <a:xfrm>
            <a:off x="539948" y="1899260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64447</a:t>
            </a:r>
          </a:p>
        </p:txBody>
      </p:sp>
      <p:sp>
        <p:nvSpPr>
          <p:cNvPr id="35" name="TextBox 34">
            <a:hlinkClick action="ppaction://hlinksldjump" r:id="rId14"/>
          </p:cNvPr>
          <p:cNvSpPr txBox="1"/>
          <p:nvPr/>
        </p:nvSpPr>
        <p:spPr>
          <a:xfrm>
            <a:off x="1295697" y="1899260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36" name="TextBox 35">
            <a:hlinkClick action="ppaction://hlinksldjump" r:id="rId14"/>
          </p:cNvPr>
          <p:cNvSpPr txBox="1"/>
          <p:nvPr/>
        </p:nvSpPr>
        <p:spPr>
          <a:xfrm>
            <a:off x="2329472" y="189926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37" name="TextBox 36">
            <a:hlinkClick action="ppaction://hlinksldjump" r:id="rId15"/>
          </p:cNvPr>
          <p:cNvSpPr txBox="1"/>
          <p:nvPr/>
        </p:nvSpPr>
        <p:spPr>
          <a:xfrm>
            <a:off x="539948" y="202606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64448</a:t>
            </a:r>
          </a:p>
        </p:txBody>
      </p:sp>
      <p:sp>
        <p:nvSpPr>
          <p:cNvPr id="38" name="TextBox 37">
            <a:hlinkClick action="ppaction://hlinksldjump" r:id="rId15"/>
          </p:cNvPr>
          <p:cNvSpPr txBox="1"/>
          <p:nvPr/>
        </p:nvSpPr>
        <p:spPr>
          <a:xfrm>
            <a:off x="1295697" y="2026061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2290229" y="2026061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40" name="TextBox 39">
            <a:hlinkClick action="ppaction://hlinksldjump" r:id="rId15"/>
          </p:cNvPr>
          <p:cNvSpPr txBox="1"/>
          <p:nvPr/>
        </p:nvSpPr>
        <p:spPr>
          <a:xfrm>
            <a:off x="539948" y="2152863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64449</a:t>
            </a:r>
          </a:p>
        </p:txBody>
      </p:sp>
      <p:sp>
        <p:nvSpPr>
          <p:cNvPr id="41" name="TextBox 40">
            <a:hlinkClick action="ppaction://hlinksldjump" r:id="rId15"/>
          </p:cNvPr>
          <p:cNvSpPr txBox="1"/>
          <p:nvPr/>
        </p:nvSpPr>
        <p:spPr>
          <a:xfrm>
            <a:off x="1295697" y="2152863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42" name="TextBox 41">
            <a:hlinkClick action="ppaction://hlinksldjump" r:id="rId15"/>
          </p:cNvPr>
          <p:cNvSpPr txBox="1"/>
          <p:nvPr/>
        </p:nvSpPr>
        <p:spPr>
          <a:xfrm>
            <a:off x="2290229" y="2152863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43" name="TextBox 42">
            <a:hlinkClick action="ppaction://hlinksldjump" r:id="rId16"/>
          </p:cNvPr>
          <p:cNvSpPr txBox="1"/>
          <p:nvPr/>
        </p:nvSpPr>
        <p:spPr>
          <a:xfrm>
            <a:off x="539948" y="227966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64450</a:t>
            </a:r>
          </a:p>
        </p:txBody>
      </p:sp>
      <p:sp>
        <p:nvSpPr>
          <p:cNvPr id="44" name="TextBox 43">
            <a:hlinkClick action="ppaction://hlinksldjump" r:id="rId16"/>
          </p:cNvPr>
          <p:cNvSpPr txBox="1"/>
          <p:nvPr/>
        </p:nvSpPr>
        <p:spPr>
          <a:xfrm>
            <a:off x="1295697" y="2279664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45" name="TextBox 44">
            <a:hlinkClick action="ppaction://hlinksldjump" r:id="rId16"/>
          </p:cNvPr>
          <p:cNvSpPr txBox="1"/>
          <p:nvPr/>
        </p:nvSpPr>
        <p:spPr>
          <a:xfrm>
            <a:off x="2319661" y="227966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46" name="TextBox 45">
            <a:hlinkClick action="ppaction://hlinksldjump" r:id="rId16"/>
          </p:cNvPr>
          <p:cNvSpPr txBox="1"/>
          <p:nvPr/>
        </p:nvSpPr>
        <p:spPr>
          <a:xfrm>
            <a:off x="539948" y="2406466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64451</a:t>
            </a:r>
          </a:p>
        </p:txBody>
      </p:sp>
      <p:sp>
        <p:nvSpPr>
          <p:cNvPr id="47" name="TextBox 46">
            <a:hlinkClick action="ppaction://hlinksldjump" r:id="rId16"/>
          </p:cNvPr>
          <p:cNvSpPr txBox="1"/>
          <p:nvPr/>
        </p:nvSpPr>
        <p:spPr>
          <a:xfrm>
            <a:off x="1295697" y="2406466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48" name="TextBox 47">
            <a:hlinkClick action="ppaction://hlinksldjump" r:id="rId16"/>
          </p:cNvPr>
          <p:cNvSpPr txBox="1"/>
          <p:nvPr/>
        </p:nvSpPr>
        <p:spPr>
          <a:xfrm>
            <a:off x="2319661" y="240646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49" name="TextBox 48">
            <a:hlinkClick action="ppaction://hlinksldjump" r:id="rId16"/>
          </p:cNvPr>
          <p:cNvSpPr txBox="1"/>
          <p:nvPr/>
        </p:nvSpPr>
        <p:spPr>
          <a:xfrm>
            <a:off x="539948" y="253326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64452</a:t>
            </a:r>
          </a:p>
        </p:txBody>
      </p:sp>
      <p:sp>
        <p:nvSpPr>
          <p:cNvPr id="50" name="TextBox 49">
            <a:hlinkClick action="ppaction://hlinksldjump" r:id="rId16"/>
          </p:cNvPr>
          <p:cNvSpPr txBox="1"/>
          <p:nvPr/>
        </p:nvSpPr>
        <p:spPr>
          <a:xfrm>
            <a:off x="1295697" y="2533267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51" name="TextBox 50">
            <a:hlinkClick action="ppaction://hlinksldjump" r:id="rId16"/>
          </p:cNvPr>
          <p:cNvSpPr txBox="1"/>
          <p:nvPr/>
        </p:nvSpPr>
        <p:spPr>
          <a:xfrm>
            <a:off x="2319661" y="253326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52" name="TextBox 51">
            <a:hlinkClick action="ppaction://hlinksldjump" r:id="rId16"/>
          </p:cNvPr>
          <p:cNvSpPr txBox="1"/>
          <p:nvPr/>
        </p:nvSpPr>
        <p:spPr>
          <a:xfrm>
            <a:off x="539948" y="266006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64453</a:t>
            </a:r>
          </a:p>
        </p:txBody>
      </p:sp>
      <p:sp>
        <p:nvSpPr>
          <p:cNvPr id="53" name="TextBox 52">
            <a:hlinkClick action="ppaction://hlinksldjump" r:id="rId16"/>
          </p:cNvPr>
          <p:cNvSpPr txBox="1"/>
          <p:nvPr/>
        </p:nvSpPr>
        <p:spPr>
          <a:xfrm>
            <a:off x="1295697" y="2660069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54" name="TextBox 53">
            <a:hlinkClick action="ppaction://hlinksldjump" r:id="rId16"/>
          </p:cNvPr>
          <p:cNvSpPr txBox="1"/>
          <p:nvPr/>
        </p:nvSpPr>
        <p:spPr>
          <a:xfrm>
            <a:off x="2319661" y="266006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55" name="TextBox 54">
            <a:hlinkClick action="ppaction://hlinksldjump" r:id="rId17"/>
          </p:cNvPr>
          <p:cNvSpPr txBox="1"/>
          <p:nvPr/>
        </p:nvSpPr>
        <p:spPr>
          <a:xfrm>
            <a:off x="539948" y="278687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64454</a:t>
            </a:r>
          </a:p>
        </p:txBody>
      </p:sp>
      <p:sp>
        <p:nvSpPr>
          <p:cNvPr id="56" name="TextBox 55">
            <a:hlinkClick action="ppaction://hlinksldjump" r:id="rId17"/>
          </p:cNvPr>
          <p:cNvSpPr txBox="1"/>
          <p:nvPr/>
        </p:nvSpPr>
        <p:spPr>
          <a:xfrm>
            <a:off x="1295697" y="2786871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insalatiere</a:t>
            </a:r>
          </a:p>
        </p:txBody>
      </p:sp>
      <p:sp>
        <p:nvSpPr>
          <p:cNvPr id="57" name="TextBox 56">
            <a:hlinkClick action="ppaction://hlinksldjump" r:id="rId17"/>
          </p:cNvPr>
          <p:cNvSpPr txBox="1"/>
          <p:nvPr/>
        </p:nvSpPr>
        <p:spPr>
          <a:xfrm>
            <a:off x="2319661" y="278687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58" name="TextBox 57">
            <a:hlinkClick action="ppaction://hlinksldjump" r:id="rId13"/>
          </p:cNvPr>
          <p:cNvSpPr txBox="1"/>
          <p:nvPr/>
        </p:nvSpPr>
        <p:spPr>
          <a:xfrm>
            <a:off x="539948" y="291367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64457</a:t>
            </a:r>
          </a:p>
        </p:txBody>
      </p:sp>
      <p:sp>
        <p:nvSpPr>
          <p:cNvPr id="59" name="TextBox 58">
            <a:hlinkClick action="ppaction://hlinksldjump" r:id="rId13"/>
          </p:cNvPr>
          <p:cNvSpPr txBox="1"/>
          <p:nvPr/>
        </p:nvSpPr>
        <p:spPr>
          <a:xfrm>
            <a:off x="1295697" y="2913672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60" name="TextBox 59">
            <a:hlinkClick action="ppaction://hlinksldjump" r:id="rId13"/>
          </p:cNvPr>
          <p:cNvSpPr txBox="1"/>
          <p:nvPr/>
        </p:nvSpPr>
        <p:spPr>
          <a:xfrm>
            <a:off x="2329472" y="291367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61" name="TextBox 60">
            <a:hlinkClick action="ppaction://hlinksldjump" r:id="rId18"/>
          </p:cNvPr>
          <p:cNvSpPr txBox="1"/>
          <p:nvPr/>
        </p:nvSpPr>
        <p:spPr>
          <a:xfrm>
            <a:off x="539948" y="304047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64458</a:t>
            </a:r>
          </a:p>
        </p:txBody>
      </p:sp>
      <p:sp>
        <p:nvSpPr>
          <p:cNvPr id="62" name="TextBox 61">
            <a:hlinkClick action="ppaction://hlinksldjump" r:id="rId18"/>
          </p:cNvPr>
          <p:cNvSpPr txBox="1"/>
          <p:nvPr/>
        </p:nvSpPr>
        <p:spPr>
          <a:xfrm>
            <a:off x="1295697" y="3040474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63" name="TextBox 62">
            <a:hlinkClick action="ppaction://hlinksldjump" r:id="rId18"/>
          </p:cNvPr>
          <p:cNvSpPr txBox="1"/>
          <p:nvPr/>
        </p:nvSpPr>
        <p:spPr>
          <a:xfrm>
            <a:off x="2309851" y="304047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64" name="TextBox 63">
            <a:hlinkClick action="ppaction://hlinksldjump" r:id="rId18"/>
          </p:cNvPr>
          <p:cNvSpPr txBox="1"/>
          <p:nvPr/>
        </p:nvSpPr>
        <p:spPr>
          <a:xfrm>
            <a:off x="539948" y="316727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64459</a:t>
            </a:r>
          </a:p>
        </p:txBody>
      </p:sp>
      <p:sp>
        <p:nvSpPr>
          <p:cNvPr id="65" name="TextBox 64">
            <a:hlinkClick action="ppaction://hlinksldjump" r:id="rId18"/>
          </p:cNvPr>
          <p:cNvSpPr txBox="1"/>
          <p:nvPr/>
        </p:nvSpPr>
        <p:spPr>
          <a:xfrm>
            <a:off x="1295697" y="3167275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66" name="TextBox 65">
            <a:hlinkClick action="ppaction://hlinksldjump" r:id="rId18"/>
          </p:cNvPr>
          <p:cNvSpPr txBox="1"/>
          <p:nvPr/>
        </p:nvSpPr>
        <p:spPr>
          <a:xfrm>
            <a:off x="2309851" y="316727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67" name="TextBox 66">
            <a:hlinkClick action="ppaction://hlinksldjump" r:id="rId17"/>
          </p:cNvPr>
          <p:cNvSpPr txBox="1"/>
          <p:nvPr/>
        </p:nvSpPr>
        <p:spPr>
          <a:xfrm>
            <a:off x="539948" y="329407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64460</a:t>
            </a:r>
          </a:p>
        </p:txBody>
      </p:sp>
      <p:sp>
        <p:nvSpPr>
          <p:cNvPr id="68" name="TextBox 67">
            <a:hlinkClick action="ppaction://hlinksldjump" r:id="rId17"/>
          </p:cNvPr>
          <p:cNvSpPr txBox="1"/>
          <p:nvPr/>
        </p:nvSpPr>
        <p:spPr>
          <a:xfrm>
            <a:off x="1295697" y="3294077"/>
            <a:ext cx="59161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Vassoio sushi</a:t>
            </a:r>
          </a:p>
        </p:txBody>
      </p:sp>
      <p:sp>
        <p:nvSpPr>
          <p:cNvPr id="69" name="TextBox 68">
            <a:hlinkClick action="ppaction://hlinksldjump" r:id="rId17"/>
          </p:cNvPr>
          <p:cNvSpPr txBox="1"/>
          <p:nvPr/>
        </p:nvSpPr>
        <p:spPr>
          <a:xfrm>
            <a:off x="2319661" y="329407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70" name="TextBox 69">
            <a:hlinkClick action="ppaction://hlinksldjump" r:id="rId19"/>
          </p:cNvPr>
          <p:cNvSpPr txBox="1"/>
          <p:nvPr/>
        </p:nvSpPr>
        <p:spPr>
          <a:xfrm>
            <a:off x="539948" y="342087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64461</a:t>
            </a:r>
          </a:p>
        </p:txBody>
      </p:sp>
      <p:sp>
        <p:nvSpPr>
          <p:cNvPr id="71" name="TextBox 70">
            <a:hlinkClick action="ppaction://hlinksldjump" r:id="rId19"/>
          </p:cNvPr>
          <p:cNvSpPr txBox="1"/>
          <p:nvPr/>
        </p:nvSpPr>
        <p:spPr>
          <a:xfrm>
            <a:off x="1295697" y="3420878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in polpa</a:t>
            </a:r>
          </a:p>
        </p:txBody>
      </p:sp>
      <p:sp>
        <p:nvSpPr>
          <p:cNvPr id="72" name="TextBox 71">
            <a:hlinkClick action="ppaction://hlinksldjump" r:id="rId19"/>
          </p:cNvPr>
          <p:cNvSpPr txBox="1"/>
          <p:nvPr/>
        </p:nvSpPr>
        <p:spPr>
          <a:xfrm>
            <a:off x="2319661" y="342087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73" name="TextBox 72">
            <a:hlinkClick action="ppaction://hlinksldjump" r:id="rId19"/>
          </p:cNvPr>
          <p:cNvSpPr txBox="1"/>
          <p:nvPr/>
        </p:nvSpPr>
        <p:spPr>
          <a:xfrm>
            <a:off x="539948" y="354768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64463</a:t>
            </a:r>
          </a:p>
        </p:txBody>
      </p:sp>
      <p:sp>
        <p:nvSpPr>
          <p:cNvPr id="74" name="TextBox 73">
            <a:hlinkClick action="ppaction://hlinksldjump" r:id="rId19"/>
          </p:cNvPr>
          <p:cNvSpPr txBox="1"/>
          <p:nvPr/>
        </p:nvSpPr>
        <p:spPr>
          <a:xfrm>
            <a:off x="1295697" y="3547680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in polpa</a:t>
            </a:r>
          </a:p>
        </p:txBody>
      </p:sp>
      <p:sp>
        <p:nvSpPr>
          <p:cNvPr id="75" name="TextBox 74">
            <a:hlinkClick action="ppaction://hlinksldjump" r:id="rId19"/>
          </p:cNvPr>
          <p:cNvSpPr txBox="1"/>
          <p:nvPr/>
        </p:nvSpPr>
        <p:spPr>
          <a:xfrm>
            <a:off x="2319661" y="354768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76" name="TextBox 75">
            <a:hlinkClick action="ppaction://hlinksldjump" r:id="rId20"/>
          </p:cNvPr>
          <p:cNvSpPr txBox="1"/>
          <p:nvPr/>
        </p:nvSpPr>
        <p:spPr>
          <a:xfrm>
            <a:off x="539948" y="367448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64464</a:t>
            </a:r>
          </a:p>
        </p:txBody>
      </p:sp>
      <p:sp>
        <p:nvSpPr>
          <p:cNvPr id="77" name="TextBox 76">
            <a:hlinkClick action="ppaction://hlinksldjump" r:id="rId20"/>
          </p:cNvPr>
          <p:cNvSpPr txBox="1"/>
          <p:nvPr/>
        </p:nvSpPr>
        <p:spPr>
          <a:xfrm>
            <a:off x="1295697" y="3674482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ovali Classic</a:t>
            </a:r>
          </a:p>
        </p:txBody>
      </p:sp>
      <p:sp>
        <p:nvSpPr>
          <p:cNvPr id="78" name="TextBox 77">
            <a:hlinkClick action="ppaction://hlinksldjump" r:id="rId20"/>
          </p:cNvPr>
          <p:cNvSpPr txBox="1"/>
          <p:nvPr/>
        </p:nvSpPr>
        <p:spPr>
          <a:xfrm>
            <a:off x="2339283" y="3674482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79" name="TextBox 78">
            <a:hlinkClick action="ppaction://hlinksldjump" r:id="rId17"/>
          </p:cNvPr>
          <p:cNvSpPr txBox="1"/>
          <p:nvPr/>
        </p:nvSpPr>
        <p:spPr>
          <a:xfrm>
            <a:off x="539948" y="380128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64465</a:t>
            </a:r>
          </a:p>
        </p:txBody>
      </p:sp>
      <p:sp>
        <p:nvSpPr>
          <p:cNvPr id="80" name="TextBox 79">
            <a:hlinkClick action="ppaction://hlinksldjump" r:id="rId17"/>
          </p:cNvPr>
          <p:cNvSpPr txBox="1"/>
          <p:nvPr/>
        </p:nvSpPr>
        <p:spPr>
          <a:xfrm>
            <a:off x="1295697" y="3801283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panino</a:t>
            </a:r>
          </a:p>
        </p:txBody>
      </p:sp>
      <p:sp>
        <p:nvSpPr>
          <p:cNvPr id="81" name="TextBox 80">
            <a:hlinkClick action="ppaction://hlinksldjump" r:id="rId17"/>
          </p:cNvPr>
          <p:cNvSpPr txBox="1"/>
          <p:nvPr/>
        </p:nvSpPr>
        <p:spPr>
          <a:xfrm>
            <a:off x="2319661" y="380128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82" name="TextBox 81">
            <a:hlinkClick action="ppaction://hlinksldjump" r:id="rId19"/>
          </p:cNvPr>
          <p:cNvSpPr txBox="1"/>
          <p:nvPr/>
        </p:nvSpPr>
        <p:spPr>
          <a:xfrm>
            <a:off x="539948" y="392808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64466</a:t>
            </a:r>
          </a:p>
        </p:txBody>
      </p:sp>
      <p:sp>
        <p:nvSpPr>
          <p:cNvPr id="83" name="TextBox 82">
            <a:hlinkClick action="ppaction://hlinksldjump" r:id="rId19"/>
          </p:cNvPr>
          <p:cNvSpPr txBox="1"/>
          <p:nvPr/>
        </p:nvSpPr>
        <p:spPr>
          <a:xfrm>
            <a:off x="1295697" y="3928085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in polpa</a:t>
            </a:r>
          </a:p>
        </p:txBody>
      </p:sp>
      <p:sp>
        <p:nvSpPr>
          <p:cNvPr id="84" name="TextBox 83">
            <a:hlinkClick action="ppaction://hlinksldjump" r:id="rId19"/>
          </p:cNvPr>
          <p:cNvSpPr txBox="1"/>
          <p:nvPr/>
        </p:nvSpPr>
        <p:spPr>
          <a:xfrm>
            <a:off x="2319661" y="392808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85" name="TextBox 84">
            <a:hlinkClick action="ppaction://hlinksldjump" r:id="rId17"/>
          </p:cNvPr>
          <p:cNvSpPr txBox="1"/>
          <p:nvPr/>
        </p:nvSpPr>
        <p:spPr>
          <a:xfrm>
            <a:off x="539948" y="405488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64467</a:t>
            </a:r>
          </a:p>
        </p:txBody>
      </p:sp>
      <p:sp>
        <p:nvSpPr>
          <p:cNvPr id="86" name="TextBox 85">
            <a:hlinkClick action="ppaction://hlinksldjump" r:id="rId17"/>
          </p:cNvPr>
          <p:cNvSpPr txBox="1"/>
          <p:nvPr/>
        </p:nvSpPr>
        <p:spPr>
          <a:xfrm>
            <a:off x="1295697" y="4054886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Ciotoline per salse</a:t>
            </a:r>
          </a:p>
        </p:txBody>
      </p:sp>
      <p:sp>
        <p:nvSpPr>
          <p:cNvPr id="87" name="TextBox 86">
            <a:hlinkClick action="ppaction://hlinksldjump" r:id="rId17"/>
          </p:cNvPr>
          <p:cNvSpPr txBox="1"/>
          <p:nvPr/>
        </p:nvSpPr>
        <p:spPr>
          <a:xfrm>
            <a:off x="2319661" y="405488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88" name="TextBox 87">
            <a:hlinkClick action="ppaction://hlinksldjump" r:id="rId17"/>
          </p:cNvPr>
          <p:cNvSpPr txBox="1"/>
          <p:nvPr/>
        </p:nvSpPr>
        <p:spPr>
          <a:xfrm>
            <a:off x="539948" y="418168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64468</a:t>
            </a:r>
          </a:p>
        </p:txBody>
      </p:sp>
      <p:sp>
        <p:nvSpPr>
          <p:cNvPr id="89" name="TextBox 88">
            <a:hlinkClick action="ppaction://hlinksldjump" r:id="rId17"/>
          </p:cNvPr>
          <p:cNvSpPr txBox="1"/>
          <p:nvPr/>
        </p:nvSpPr>
        <p:spPr>
          <a:xfrm>
            <a:off x="1295697" y="4181688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Ciotoline per salse</a:t>
            </a:r>
          </a:p>
        </p:txBody>
      </p:sp>
      <p:sp>
        <p:nvSpPr>
          <p:cNvPr id="90" name="TextBox 89">
            <a:hlinkClick action="ppaction://hlinksldjump" r:id="rId17"/>
          </p:cNvPr>
          <p:cNvSpPr txBox="1"/>
          <p:nvPr/>
        </p:nvSpPr>
        <p:spPr>
          <a:xfrm>
            <a:off x="2319661" y="418168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91" name="TextBox 90">
            <a:hlinkClick action="ppaction://hlinksldjump" r:id="rId17"/>
          </p:cNvPr>
          <p:cNvSpPr txBox="1"/>
          <p:nvPr/>
        </p:nvSpPr>
        <p:spPr>
          <a:xfrm>
            <a:off x="539948" y="430848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64469</a:t>
            </a:r>
          </a:p>
        </p:txBody>
      </p:sp>
      <p:sp>
        <p:nvSpPr>
          <p:cNvPr id="92" name="TextBox 91">
            <a:hlinkClick action="ppaction://hlinksldjump" r:id="rId17"/>
          </p:cNvPr>
          <p:cNvSpPr txBox="1"/>
          <p:nvPr/>
        </p:nvSpPr>
        <p:spPr>
          <a:xfrm>
            <a:off x="1295697" y="4308489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Ciotoline per salse</a:t>
            </a:r>
          </a:p>
        </p:txBody>
      </p:sp>
      <p:sp>
        <p:nvSpPr>
          <p:cNvPr id="93" name="TextBox 92">
            <a:hlinkClick action="ppaction://hlinksldjump" r:id="rId17"/>
          </p:cNvPr>
          <p:cNvSpPr txBox="1"/>
          <p:nvPr/>
        </p:nvSpPr>
        <p:spPr>
          <a:xfrm>
            <a:off x="2319661" y="430848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94" name="TextBox 93">
            <a:hlinkClick action="ppaction://hlinksldjump" r:id="rId17"/>
          </p:cNvPr>
          <p:cNvSpPr txBox="1"/>
          <p:nvPr/>
        </p:nvSpPr>
        <p:spPr>
          <a:xfrm>
            <a:off x="539948" y="443529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64470</a:t>
            </a:r>
          </a:p>
        </p:txBody>
      </p:sp>
      <p:sp>
        <p:nvSpPr>
          <p:cNvPr id="95" name="TextBox 94">
            <a:hlinkClick action="ppaction://hlinksldjump" r:id="rId17"/>
          </p:cNvPr>
          <p:cNvSpPr txBox="1"/>
          <p:nvPr/>
        </p:nvSpPr>
        <p:spPr>
          <a:xfrm>
            <a:off x="1295697" y="4435291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Ciotoline per salse</a:t>
            </a:r>
          </a:p>
        </p:txBody>
      </p:sp>
      <p:sp>
        <p:nvSpPr>
          <p:cNvPr id="96" name="TextBox 95">
            <a:hlinkClick action="ppaction://hlinksldjump" r:id="rId17"/>
          </p:cNvPr>
          <p:cNvSpPr txBox="1"/>
          <p:nvPr/>
        </p:nvSpPr>
        <p:spPr>
          <a:xfrm>
            <a:off x="2319661" y="443529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97" name="TextBox 96">
            <a:hlinkClick action="ppaction://hlinksldjump" r:id="rId21"/>
          </p:cNvPr>
          <p:cNvSpPr txBox="1"/>
          <p:nvPr/>
        </p:nvSpPr>
        <p:spPr>
          <a:xfrm>
            <a:off x="539948" y="4562092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64471</a:t>
            </a:r>
          </a:p>
        </p:txBody>
      </p:sp>
      <p:sp>
        <p:nvSpPr>
          <p:cNvPr id="98" name="TextBox 97">
            <a:hlinkClick action="ppaction://hlinksldjump" r:id="rId21"/>
          </p:cNvPr>
          <p:cNvSpPr txBox="1"/>
          <p:nvPr/>
        </p:nvSpPr>
        <p:spPr>
          <a:xfrm>
            <a:off x="1295697" y="4562092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99" name="TextBox 98">
            <a:hlinkClick action="ppaction://hlinksldjump" r:id="rId21"/>
          </p:cNvPr>
          <p:cNvSpPr txBox="1"/>
          <p:nvPr/>
        </p:nvSpPr>
        <p:spPr>
          <a:xfrm>
            <a:off x="2339283" y="4562092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100" name="TextBox 99">
            <a:hlinkClick action="ppaction://hlinksldjump" r:id="rId22"/>
          </p:cNvPr>
          <p:cNvSpPr txBox="1"/>
          <p:nvPr/>
        </p:nvSpPr>
        <p:spPr>
          <a:xfrm>
            <a:off x="539948" y="468889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64472</a:t>
            </a:r>
          </a:p>
        </p:txBody>
      </p:sp>
      <p:sp>
        <p:nvSpPr>
          <p:cNvPr id="101" name="TextBox 100">
            <a:hlinkClick action="ppaction://hlinksldjump" r:id="rId22"/>
          </p:cNvPr>
          <p:cNvSpPr txBox="1"/>
          <p:nvPr/>
        </p:nvSpPr>
        <p:spPr>
          <a:xfrm>
            <a:off x="1295697" y="4688894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102" name="TextBox 101">
            <a:hlinkClick action="ppaction://hlinksldjump" r:id="rId22"/>
          </p:cNvPr>
          <p:cNvSpPr txBox="1"/>
          <p:nvPr/>
        </p:nvSpPr>
        <p:spPr>
          <a:xfrm>
            <a:off x="2319661" y="468889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103" name="TextBox 102">
            <a:hlinkClick action="ppaction://hlinksldjump" r:id="rId23"/>
          </p:cNvPr>
          <p:cNvSpPr txBox="1"/>
          <p:nvPr/>
        </p:nvSpPr>
        <p:spPr>
          <a:xfrm>
            <a:off x="539948" y="481569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64473</a:t>
            </a:r>
          </a:p>
        </p:txBody>
      </p:sp>
      <p:sp>
        <p:nvSpPr>
          <p:cNvPr id="104" name="TextBox 103">
            <a:hlinkClick action="ppaction://hlinksldjump" r:id="rId23"/>
          </p:cNvPr>
          <p:cNvSpPr txBox="1"/>
          <p:nvPr/>
        </p:nvSpPr>
        <p:spPr>
          <a:xfrm>
            <a:off x="1295697" y="4815696"/>
            <a:ext cx="11998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multiuso e scamosciati</a:t>
            </a:r>
          </a:p>
        </p:txBody>
      </p:sp>
      <p:sp>
        <p:nvSpPr>
          <p:cNvPr id="105" name="TextBox 104">
            <a:hlinkClick action="ppaction://hlinksldjump" r:id="rId23"/>
          </p:cNvPr>
          <p:cNvSpPr txBox="1"/>
          <p:nvPr/>
        </p:nvSpPr>
        <p:spPr>
          <a:xfrm>
            <a:off x="2290229" y="4815696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106" name="TextBox 105">
            <a:hlinkClick action="ppaction://hlinksldjump" r:id="rId15"/>
          </p:cNvPr>
          <p:cNvSpPr txBox="1"/>
          <p:nvPr/>
        </p:nvSpPr>
        <p:spPr>
          <a:xfrm>
            <a:off x="539948" y="494249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64474</a:t>
            </a:r>
          </a:p>
        </p:txBody>
      </p:sp>
      <p:sp>
        <p:nvSpPr>
          <p:cNvPr id="107" name="TextBox 106">
            <a:hlinkClick action="ppaction://hlinksldjump" r:id="rId15"/>
          </p:cNvPr>
          <p:cNvSpPr txBox="1"/>
          <p:nvPr/>
        </p:nvSpPr>
        <p:spPr>
          <a:xfrm>
            <a:off x="1295697" y="4942497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08" name="TextBox 107">
            <a:hlinkClick action="ppaction://hlinksldjump" r:id="rId15"/>
          </p:cNvPr>
          <p:cNvSpPr txBox="1"/>
          <p:nvPr/>
        </p:nvSpPr>
        <p:spPr>
          <a:xfrm>
            <a:off x="2290229" y="4942497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09" name="TextBox 108">
            <a:hlinkClick action="ppaction://hlinksldjump" r:id="rId23"/>
          </p:cNvPr>
          <p:cNvSpPr txBox="1"/>
          <p:nvPr/>
        </p:nvSpPr>
        <p:spPr>
          <a:xfrm>
            <a:off x="539948" y="506929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64475</a:t>
            </a:r>
          </a:p>
        </p:txBody>
      </p:sp>
      <p:sp>
        <p:nvSpPr>
          <p:cNvPr id="110" name="TextBox 109">
            <a:hlinkClick action="ppaction://hlinksldjump" r:id="rId23"/>
          </p:cNvPr>
          <p:cNvSpPr txBox="1"/>
          <p:nvPr/>
        </p:nvSpPr>
        <p:spPr>
          <a:xfrm>
            <a:off x="1295697" y="5069299"/>
            <a:ext cx="11998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multiuso e scamosciati</a:t>
            </a:r>
          </a:p>
        </p:txBody>
      </p:sp>
      <p:sp>
        <p:nvSpPr>
          <p:cNvPr id="111" name="TextBox 110">
            <a:hlinkClick action="ppaction://hlinksldjump" r:id="rId23"/>
          </p:cNvPr>
          <p:cNvSpPr txBox="1"/>
          <p:nvPr/>
        </p:nvSpPr>
        <p:spPr>
          <a:xfrm>
            <a:off x="2290229" y="5069299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112" name="TextBox 111">
            <a:hlinkClick action="ppaction://hlinksldjump" r:id="rId15"/>
          </p:cNvPr>
          <p:cNvSpPr txBox="1"/>
          <p:nvPr/>
        </p:nvSpPr>
        <p:spPr>
          <a:xfrm>
            <a:off x="539948" y="5196100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64476</a:t>
            </a:r>
          </a:p>
        </p:txBody>
      </p:sp>
      <p:sp>
        <p:nvSpPr>
          <p:cNvPr id="113" name="TextBox 112">
            <a:hlinkClick action="ppaction://hlinksldjump" r:id="rId15"/>
          </p:cNvPr>
          <p:cNvSpPr txBox="1"/>
          <p:nvPr/>
        </p:nvSpPr>
        <p:spPr>
          <a:xfrm>
            <a:off x="1295697" y="5196100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in microfibra</a:t>
            </a:r>
          </a:p>
        </p:txBody>
      </p:sp>
      <p:sp>
        <p:nvSpPr>
          <p:cNvPr id="114" name="TextBox 113">
            <a:hlinkClick action="ppaction://hlinksldjump" r:id="rId15"/>
          </p:cNvPr>
          <p:cNvSpPr txBox="1"/>
          <p:nvPr/>
        </p:nvSpPr>
        <p:spPr>
          <a:xfrm>
            <a:off x="2290229" y="5196100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115" name="TextBox 114">
            <a:hlinkClick action="ppaction://hlinksldjump" r:id="rId23"/>
          </p:cNvPr>
          <p:cNvSpPr txBox="1"/>
          <p:nvPr/>
        </p:nvSpPr>
        <p:spPr>
          <a:xfrm>
            <a:off x="539948" y="532290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64477</a:t>
            </a:r>
          </a:p>
        </p:txBody>
      </p:sp>
      <p:sp>
        <p:nvSpPr>
          <p:cNvPr id="116" name="TextBox 115">
            <a:hlinkClick action="ppaction://hlinksldjump" r:id="rId23"/>
          </p:cNvPr>
          <p:cNvSpPr txBox="1"/>
          <p:nvPr/>
        </p:nvSpPr>
        <p:spPr>
          <a:xfrm>
            <a:off x="1295697" y="5322902"/>
            <a:ext cx="11998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multiuso e scamosciati</a:t>
            </a:r>
          </a:p>
        </p:txBody>
      </p:sp>
      <p:sp>
        <p:nvSpPr>
          <p:cNvPr id="117" name="TextBox 116">
            <a:hlinkClick action="ppaction://hlinksldjump" r:id="rId23"/>
          </p:cNvPr>
          <p:cNvSpPr txBox="1"/>
          <p:nvPr/>
        </p:nvSpPr>
        <p:spPr>
          <a:xfrm>
            <a:off x="2290229" y="5322902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118" name="TextBox 117">
            <a:hlinkClick action="ppaction://hlinksldjump" r:id="rId23"/>
          </p:cNvPr>
          <p:cNvSpPr txBox="1"/>
          <p:nvPr/>
        </p:nvSpPr>
        <p:spPr>
          <a:xfrm>
            <a:off x="539948" y="544970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64478</a:t>
            </a:r>
          </a:p>
        </p:txBody>
      </p:sp>
      <p:sp>
        <p:nvSpPr>
          <p:cNvPr id="119" name="TextBox 118">
            <a:hlinkClick action="ppaction://hlinksldjump" r:id="rId23"/>
          </p:cNvPr>
          <p:cNvSpPr txBox="1"/>
          <p:nvPr/>
        </p:nvSpPr>
        <p:spPr>
          <a:xfrm>
            <a:off x="1295697" y="5449703"/>
            <a:ext cx="11998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multiuso e scamosciati</a:t>
            </a:r>
          </a:p>
        </p:txBody>
      </p:sp>
      <p:sp>
        <p:nvSpPr>
          <p:cNvPr id="120" name="TextBox 119">
            <a:hlinkClick action="ppaction://hlinksldjump" r:id="rId23"/>
          </p:cNvPr>
          <p:cNvSpPr txBox="1"/>
          <p:nvPr/>
        </p:nvSpPr>
        <p:spPr>
          <a:xfrm>
            <a:off x="2290229" y="5449703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121" name="TextBox 120">
            <a:hlinkClick action="ppaction://hlinksldjump" r:id="rId16"/>
          </p:cNvPr>
          <p:cNvSpPr txBox="1"/>
          <p:nvPr/>
        </p:nvSpPr>
        <p:spPr>
          <a:xfrm>
            <a:off x="539948" y="557650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64479</a:t>
            </a:r>
          </a:p>
        </p:txBody>
      </p:sp>
      <p:sp>
        <p:nvSpPr>
          <p:cNvPr id="122" name="TextBox 121">
            <a:hlinkClick action="ppaction://hlinksldjump" r:id="rId16"/>
          </p:cNvPr>
          <p:cNvSpPr txBox="1"/>
          <p:nvPr/>
        </p:nvSpPr>
        <p:spPr>
          <a:xfrm>
            <a:off x="1295697" y="5576505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123" name="TextBox 122">
            <a:hlinkClick action="ppaction://hlinksldjump" r:id="rId16"/>
          </p:cNvPr>
          <p:cNvSpPr txBox="1"/>
          <p:nvPr/>
        </p:nvSpPr>
        <p:spPr>
          <a:xfrm>
            <a:off x="2319661" y="557650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124" name="TextBox 123">
            <a:hlinkClick action="ppaction://hlinksldjump" r:id="rId16"/>
          </p:cNvPr>
          <p:cNvSpPr txBox="1"/>
          <p:nvPr/>
        </p:nvSpPr>
        <p:spPr>
          <a:xfrm>
            <a:off x="539948" y="570330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64480</a:t>
            </a:r>
          </a:p>
        </p:txBody>
      </p:sp>
      <p:sp>
        <p:nvSpPr>
          <p:cNvPr id="125" name="TextBox 124">
            <a:hlinkClick action="ppaction://hlinksldjump" r:id="rId16"/>
          </p:cNvPr>
          <p:cNvSpPr txBox="1"/>
          <p:nvPr/>
        </p:nvSpPr>
        <p:spPr>
          <a:xfrm>
            <a:off x="1295697" y="5703307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126" name="TextBox 125">
            <a:hlinkClick action="ppaction://hlinksldjump" r:id="rId16"/>
          </p:cNvPr>
          <p:cNvSpPr txBox="1"/>
          <p:nvPr/>
        </p:nvSpPr>
        <p:spPr>
          <a:xfrm>
            <a:off x="2319661" y="570330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127" name="TextBox 126">
            <a:hlinkClick action="ppaction://hlinksldjump" r:id="rId16"/>
          </p:cNvPr>
          <p:cNvSpPr txBox="1"/>
          <p:nvPr/>
        </p:nvSpPr>
        <p:spPr>
          <a:xfrm>
            <a:off x="539948" y="583010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64481</a:t>
            </a:r>
          </a:p>
        </p:txBody>
      </p:sp>
      <p:sp>
        <p:nvSpPr>
          <p:cNvPr id="128" name="TextBox 127">
            <a:hlinkClick action="ppaction://hlinksldjump" r:id="rId16"/>
          </p:cNvPr>
          <p:cNvSpPr txBox="1"/>
          <p:nvPr/>
        </p:nvSpPr>
        <p:spPr>
          <a:xfrm>
            <a:off x="1295697" y="5830108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129" name="TextBox 128">
            <a:hlinkClick action="ppaction://hlinksldjump" r:id="rId16"/>
          </p:cNvPr>
          <p:cNvSpPr txBox="1"/>
          <p:nvPr/>
        </p:nvSpPr>
        <p:spPr>
          <a:xfrm>
            <a:off x="2319661" y="583010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130" name="TextBox 129">
            <a:hlinkClick action="ppaction://hlinksldjump" r:id="rId16"/>
          </p:cNvPr>
          <p:cNvSpPr txBox="1"/>
          <p:nvPr/>
        </p:nvSpPr>
        <p:spPr>
          <a:xfrm>
            <a:off x="539948" y="5956910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64482</a:t>
            </a:r>
          </a:p>
        </p:txBody>
      </p:sp>
      <p:sp>
        <p:nvSpPr>
          <p:cNvPr id="131" name="TextBox 130">
            <a:hlinkClick action="ppaction://hlinksldjump" r:id="rId16"/>
          </p:cNvPr>
          <p:cNvSpPr txBox="1"/>
          <p:nvPr/>
        </p:nvSpPr>
        <p:spPr>
          <a:xfrm>
            <a:off x="1295697" y="5956910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132" name="TextBox 131">
            <a:hlinkClick action="ppaction://hlinksldjump" r:id="rId16"/>
          </p:cNvPr>
          <p:cNvSpPr txBox="1"/>
          <p:nvPr/>
        </p:nvSpPr>
        <p:spPr>
          <a:xfrm>
            <a:off x="2319661" y="595691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133" name="TextBox 132">
            <a:hlinkClick action="ppaction://hlinksldjump" r:id="rId23"/>
          </p:cNvPr>
          <p:cNvSpPr txBox="1"/>
          <p:nvPr/>
        </p:nvSpPr>
        <p:spPr>
          <a:xfrm>
            <a:off x="539948" y="608371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64483</a:t>
            </a:r>
          </a:p>
        </p:txBody>
      </p:sp>
      <p:sp>
        <p:nvSpPr>
          <p:cNvPr id="134" name="TextBox 133">
            <a:hlinkClick action="ppaction://hlinksldjump" r:id="rId23"/>
          </p:cNvPr>
          <p:cNvSpPr txBox="1"/>
          <p:nvPr/>
        </p:nvSpPr>
        <p:spPr>
          <a:xfrm>
            <a:off x="1295697" y="6083711"/>
            <a:ext cx="11998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multiuso e scamosciati</a:t>
            </a:r>
          </a:p>
        </p:txBody>
      </p:sp>
      <p:sp>
        <p:nvSpPr>
          <p:cNvPr id="135" name="TextBox 134">
            <a:hlinkClick action="ppaction://hlinksldjump" r:id="rId23"/>
          </p:cNvPr>
          <p:cNvSpPr txBox="1"/>
          <p:nvPr/>
        </p:nvSpPr>
        <p:spPr>
          <a:xfrm>
            <a:off x="2290229" y="6083711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136" name="TextBox 135">
            <a:hlinkClick action="ppaction://hlinksldjump" r:id="rId22"/>
          </p:cNvPr>
          <p:cNvSpPr txBox="1"/>
          <p:nvPr/>
        </p:nvSpPr>
        <p:spPr>
          <a:xfrm>
            <a:off x="539948" y="6210513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64484</a:t>
            </a:r>
          </a:p>
        </p:txBody>
      </p:sp>
      <p:sp>
        <p:nvSpPr>
          <p:cNvPr id="137" name="TextBox 136">
            <a:hlinkClick action="ppaction://hlinksldjump" r:id="rId22"/>
          </p:cNvPr>
          <p:cNvSpPr txBox="1"/>
          <p:nvPr/>
        </p:nvSpPr>
        <p:spPr>
          <a:xfrm>
            <a:off x="1295697" y="6210513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138" name="TextBox 137">
            <a:hlinkClick action="ppaction://hlinksldjump" r:id="rId22"/>
          </p:cNvPr>
          <p:cNvSpPr txBox="1"/>
          <p:nvPr/>
        </p:nvSpPr>
        <p:spPr>
          <a:xfrm>
            <a:off x="2319661" y="621051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139" name="TextBox 138">
            <a:hlinkClick action="ppaction://hlinksldjump" r:id="rId13"/>
          </p:cNvPr>
          <p:cNvSpPr txBox="1"/>
          <p:nvPr/>
        </p:nvSpPr>
        <p:spPr>
          <a:xfrm>
            <a:off x="539948" y="633731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64485</a:t>
            </a:r>
          </a:p>
        </p:txBody>
      </p:sp>
      <p:sp>
        <p:nvSpPr>
          <p:cNvPr id="140" name="TextBox 139">
            <a:hlinkClick action="ppaction://hlinksldjump" r:id="rId13"/>
          </p:cNvPr>
          <p:cNvSpPr txBox="1"/>
          <p:nvPr/>
        </p:nvSpPr>
        <p:spPr>
          <a:xfrm>
            <a:off x="1295697" y="6337314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141" name="TextBox 140">
            <a:hlinkClick action="ppaction://hlinksldjump" r:id="rId13"/>
          </p:cNvPr>
          <p:cNvSpPr txBox="1"/>
          <p:nvPr/>
        </p:nvSpPr>
        <p:spPr>
          <a:xfrm>
            <a:off x="2329472" y="633731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142" name="TextBox 141">
            <a:hlinkClick action="ppaction://hlinksldjump" r:id="rId13"/>
          </p:cNvPr>
          <p:cNvSpPr txBox="1"/>
          <p:nvPr/>
        </p:nvSpPr>
        <p:spPr>
          <a:xfrm>
            <a:off x="539948" y="6464116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64486</a:t>
            </a:r>
          </a:p>
        </p:txBody>
      </p:sp>
      <p:sp>
        <p:nvSpPr>
          <p:cNvPr id="143" name="TextBox 142">
            <a:hlinkClick action="ppaction://hlinksldjump" r:id="rId13"/>
          </p:cNvPr>
          <p:cNvSpPr txBox="1"/>
          <p:nvPr/>
        </p:nvSpPr>
        <p:spPr>
          <a:xfrm>
            <a:off x="1295697" y="6464116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144" name="TextBox 143">
            <a:hlinkClick action="ppaction://hlinksldjump" r:id="rId13"/>
          </p:cNvPr>
          <p:cNvSpPr txBox="1"/>
          <p:nvPr/>
        </p:nvSpPr>
        <p:spPr>
          <a:xfrm>
            <a:off x="2329472" y="646411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145" name="TextBox 144">
            <a:hlinkClick action="ppaction://hlinksldjump" r:id="rId24"/>
          </p:cNvPr>
          <p:cNvSpPr txBox="1"/>
          <p:nvPr/>
        </p:nvSpPr>
        <p:spPr>
          <a:xfrm>
            <a:off x="539948" y="659091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64487</a:t>
            </a:r>
          </a:p>
        </p:txBody>
      </p:sp>
      <p:sp>
        <p:nvSpPr>
          <p:cNvPr id="146" name="TextBox 145">
            <a:hlinkClick action="ppaction://hlinksldjump" r:id="rId24"/>
          </p:cNvPr>
          <p:cNvSpPr txBox="1"/>
          <p:nvPr/>
        </p:nvSpPr>
        <p:spPr>
          <a:xfrm>
            <a:off x="1295697" y="6590917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per pulizia intensa</a:t>
            </a:r>
          </a:p>
        </p:txBody>
      </p:sp>
      <p:sp>
        <p:nvSpPr>
          <p:cNvPr id="147" name="TextBox 146">
            <a:hlinkClick action="ppaction://hlinksldjump" r:id="rId24"/>
          </p:cNvPr>
          <p:cNvSpPr txBox="1"/>
          <p:nvPr/>
        </p:nvSpPr>
        <p:spPr>
          <a:xfrm>
            <a:off x="2300040" y="6590917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148" name="TextBox 147">
            <a:hlinkClick action="ppaction://hlinksldjump" r:id="rId24"/>
          </p:cNvPr>
          <p:cNvSpPr txBox="1"/>
          <p:nvPr/>
        </p:nvSpPr>
        <p:spPr>
          <a:xfrm>
            <a:off x="539948" y="671771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64488</a:t>
            </a:r>
          </a:p>
        </p:txBody>
      </p:sp>
      <p:sp>
        <p:nvSpPr>
          <p:cNvPr id="149" name="TextBox 148">
            <a:hlinkClick action="ppaction://hlinksldjump" r:id="rId24"/>
          </p:cNvPr>
          <p:cNvSpPr txBox="1"/>
          <p:nvPr/>
        </p:nvSpPr>
        <p:spPr>
          <a:xfrm>
            <a:off x="1295697" y="6717719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per pulizia intensa</a:t>
            </a:r>
          </a:p>
        </p:txBody>
      </p:sp>
      <p:sp>
        <p:nvSpPr>
          <p:cNvPr id="150" name="TextBox 149">
            <a:hlinkClick action="ppaction://hlinksldjump" r:id="rId24"/>
          </p:cNvPr>
          <p:cNvSpPr txBox="1"/>
          <p:nvPr/>
        </p:nvSpPr>
        <p:spPr>
          <a:xfrm>
            <a:off x="2300040" y="6717719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151" name="TextBox 150">
            <a:hlinkClick action="ppaction://hlinksldjump" r:id="rId24"/>
          </p:cNvPr>
          <p:cNvSpPr txBox="1"/>
          <p:nvPr/>
        </p:nvSpPr>
        <p:spPr>
          <a:xfrm>
            <a:off x="539948" y="684452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64489</a:t>
            </a:r>
          </a:p>
        </p:txBody>
      </p:sp>
      <p:sp>
        <p:nvSpPr>
          <p:cNvPr id="152" name="TextBox 151">
            <a:hlinkClick action="ppaction://hlinksldjump" r:id="rId24"/>
          </p:cNvPr>
          <p:cNvSpPr txBox="1"/>
          <p:nvPr/>
        </p:nvSpPr>
        <p:spPr>
          <a:xfrm>
            <a:off x="1295697" y="6844521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per pulizia intensa</a:t>
            </a:r>
          </a:p>
        </p:txBody>
      </p:sp>
      <p:sp>
        <p:nvSpPr>
          <p:cNvPr id="153" name="TextBox 152">
            <a:hlinkClick action="ppaction://hlinksldjump" r:id="rId24"/>
          </p:cNvPr>
          <p:cNvSpPr txBox="1"/>
          <p:nvPr/>
        </p:nvSpPr>
        <p:spPr>
          <a:xfrm>
            <a:off x="2300040" y="6844521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154" name="TextBox 153">
            <a:hlinkClick action="ppaction://hlinksldjump" r:id="rId12"/>
          </p:cNvPr>
          <p:cNvSpPr txBox="1"/>
          <p:nvPr/>
        </p:nvSpPr>
        <p:spPr>
          <a:xfrm>
            <a:off x="539948" y="697132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64490</a:t>
            </a:r>
          </a:p>
        </p:txBody>
      </p:sp>
      <p:sp>
        <p:nvSpPr>
          <p:cNvPr id="155" name="TextBox 154">
            <a:hlinkClick action="ppaction://hlinksldjump" r:id="rId12"/>
          </p:cNvPr>
          <p:cNvSpPr txBox="1"/>
          <p:nvPr/>
        </p:nvSpPr>
        <p:spPr>
          <a:xfrm>
            <a:off x="1295697" y="6971322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156" name="TextBox 155">
            <a:hlinkClick action="ppaction://hlinksldjump" r:id="rId12"/>
          </p:cNvPr>
          <p:cNvSpPr txBox="1"/>
          <p:nvPr/>
        </p:nvSpPr>
        <p:spPr>
          <a:xfrm>
            <a:off x="2309851" y="697132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157" name="TextBox 156">
            <a:hlinkClick action="ppaction://hlinksldjump" r:id="rId12"/>
          </p:cNvPr>
          <p:cNvSpPr txBox="1"/>
          <p:nvPr/>
        </p:nvSpPr>
        <p:spPr>
          <a:xfrm>
            <a:off x="539948" y="709812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64492</a:t>
            </a:r>
          </a:p>
        </p:txBody>
      </p:sp>
      <p:sp>
        <p:nvSpPr>
          <p:cNvPr id="158" name="TextBox 157">
            <a:hlinkClick action="ppaction://hlinksldjump" r:id="rId12"/>
          </p:cNvPr>
          <p:cNvSpPr txBox="1"/>
          <p:nvPr/>
        </p:nvSpPr>
        <p:spPr>
          <a:xfrm>
            <a:off x="1295697" y="7098124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159" name="TextBox 158">
            <a:hlinkClick action="ppaction://hlinksldjump" r:id="rId12"/>
          </p:cNvPr>
          <p:cNvSpPr txBox="1"/>
          <p:nvPr/>
        </p:nvSpPr>
        <p:spPr>
          <a:xfrm>
            <a:off x="2309851" y="709812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160" name="TextBox 159">
            <a:hlinkClick action="ppaction://hlinksldjump" r:id="rId25"/>
          </p:cNvPr>
          <p:cNvSpPr txBox="1"/>
          <p:nvPr/>
        </p:nvSpPr>
        <p:spPr>
          <a:xfrm>
            <a:off x="539948" y="722492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64493</a:t>
            </a:r>
          </a:p>
        </p:txBody>
      </p:sp>
      <p:sp>
        <p:nvSpPr>
          <p:cNvPr id="161" name="TextBox 160">
            <a:hlinkClick action="ppaction://hlinksldjump" r:id="rId25"/>
          </p:cNvPr>
          <p:cNvSpPr txBox="1"/>
          <p:nvPr/>
        </p:nvSpPr>
        <p:spPr>
          <a:xfrm>
            <a:off x="1295697" y="7224925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162" name="TextBox 161">
            <a:hlinkClick action="ppaction://hlinksldjump" r:id="rId25"/>
          </p:cNvPr>
          <p:cNvSpPr txBox="1"/>
          <p:nvPr/>
        </p:nvSpPr>
        <p:spPr>
          <a:xfrm>
            <a:off x="2319661" y="722492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163" name="TextBox 162">
            <a:hlinkClick action="ppaction://hlinksldjump" r:id="rId25"/>
          </p:cNvPr>
          <p:cNvSpPr txBox="1"/>
          <p:nvPr/>
        </p:nvSpPr>
        <p:spPr>
          <a:xfrm>
            <a:off x="539948" y="735172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64494</a:t>
            </a:r>
          </a:p>
        </p:txBody>
      </p:sp>
      <p:sp>
        <p:nvSpPr>
          <p:cNvPr id="164" name="TextBox 163">
            <a:hlinkClick action="ppaction://hlinksldjump" r:id="rId25"/>
          </p:cNvPr>
          <p:cNvSpPr txBox="1"/>
          <p:nvPr/>
        </p:nvSpPr>
        <p:spPr>
          <a:xfrm>
            <a:off x="1295697" y="7351727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165" name="TextBox 164">
            <a:hlinkClick action="ppaction://hlinksldjump" r:id="rId25"/>
          </p:cNvPr>
          <p:cNvSpPr txBox="1"/>
          <p:nvPr/>
        </p:nvSpPr>
        <p:spPr>
          <a:xfrm>
            <a:off x="2319661" y="735172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166" name="TextBox 165">
            <a:hlinkClick action="ppaction://hlinksldjump" r:id="rId25"/>
          </p:cNvPr>
          <p:cNvSpPr txBox="1"/>
          <p:nvPr/>
        </p:nvSpPr>
        <p:spPr>
          <a:xfrm>
            <a:off x="539948" y="747852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64495</a:t>
            </a:r>
          </a:p>
        </p:txBody>
      </p:sp>
      <p:sp>
        <p:nvSpPr>
          <p:cNvPr id="167" name="TextBox 166">
            <a:hlinkClick action="ppaction://hlinksldjump" r:id="rId25"/>
          </p:cNvPr>
          <p:cNvSpPr txBox="1"/>
          <p:nvPr/>
        </p:nvSpPr>
        <p:spPr>
          <a:xfrm>
            <a:off x="1295697" y="7478528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168" name="TextBox 167">
            <a:hlinkClick action="ppaction://hlinksldjump" r:id="rId25"/>
          </p:cNvPr>
          <p:cNvSpPr txBox="1"/>
          <p:nvPr/>
        </p:nvSpPr>
        <p:spPr>
          <a:xfrm>
            <a:off x="2319661" y="747852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169" name="TextBox 168">
            <a:hlinkClick action="ppaction://hlinksldjump" r:id="rId25"/>
          </p:cNvPr>
          <p:cNvSpPr txBox="1"/>
          <p:nvPr/>
        </p:nvSpPr>
        <p:spPr>
          <a:xfrm>
            <a:off x="539948" y="760533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64496</a:t>
            </a:r>
          </a:p>
        </p:txBody>
      </p:sp>
      <p:sp>
        <p:nvSpPr>
          <p:cNvPr id="170" name="TextBox 169">
            <a:hlinkClick action="ppaction://hlinksldjump" r:id="rId25"/>
          </p:cNvPr>
          <p:cNvSpPr txBox="1"/>
          <p:nvPr/>
        </p:nvSpPr>
        <p:spPr>
          <a:xfrm>
            <a:off x="1295697" y="7605330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171" name="TextBox 170">
            <a:hlinkClick action="ppaction://hlinksldjump" r:id="rId25"/>
          </p:cNvPr>
          <p:cNvSpPr txBox="1"/>
          <p:nvPr/>
        </p:nvSpPr>
        <p:spPr>
          <a:xfrm>
            <a:off x="2319661" y="760533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172" name="TextBox 171">
            <a:hlinkClick action="ppaction://hlinksldjump" r:id="rId25"/>
          </p:cNvPr>
          <p:cNvSpPr txBox="1"/>
          <p:nvPr/>
        </p:nvSpPr>
        <p:spPr>
          <a:xfrm>
            <a:off x="539948" y="773213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64497</a:t>
            </a:r>
          </a:p>
        </p:txBody>
      </p:sp>
      <p:sp>
        <p:nvSpPr>
          <p:cNvPr id="173" name="TextBox 172">
            <a:hlinkClick action="ppaction://hlinksldjump" r:id="rId25"/>
          </p:cNvPr>
          <p:cNvSpPr txBox="1"/>
          <p:nvPr/>
        </p:nvSpPr>
        <p:spPr>
          <a:xfrm>
            <a:off x="1295697" y="7732132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174" name="TextBox 173">
            <a:hlinkClick action="ppaction://hlinksldjump" r:id="rId25"/>
          </p:cNvPr>
          <p:cNvSpPr txBox="1"/>
          <p:nvPr/>
        </p:nvSpPr>
        <p:spPr>
          <a:xfrm>
            <a:off x="2319661" y="773213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175" name="TextBox 174">
            <a:hlinkClick action="ppaction://hlinksldjump" r:id="rId26"/>
          </p:cNvPr>
          <p:cNvSpPr txBox="1"/>
          <p:nvPr/>
        </p:nvSpPr>
        <p:spPr>
          <a:xfrm>
            <a:off x="539948" y="7858933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64498</a:t>
            </a:r>
          </a:p>
        </p:txBody>
      </p:sp>
      <p:sp>
        <p:nvSpPr>
          <p:cNvPr id="176" name="TextBox 175">
            <a:hlinkClick action="ppaction://hlinksldjump" r:id="rId26"/>
          </p:cNvPr>
          <p:cNvSpPr txBox="1"/>
          <p:nvPr/>
        </p:nvSpPr>
        <p:spPr>
          <a:xfrm>
            <a:off x="1295697" y="7858933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177" name="TextBox 176">
            <a:hlinkClick action="ppaction://hlinksldjump" r:id="rId26"/>
          </p:cNvPr>
          <p:cNvSpPr txBox="1"/>
          <p:nvPr/>
        </p:nvSpPr>
        <p:spPr>
          <a:xfrm>
            <a:off x="2309851" y="785893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178" name="TextBox 177">
            <a:hlinkClick action="ppaction://hlinksldjump" r:id="rId26"/>
          </p:cNvPr>
          <p:cNvSpPr txBox="1"/>
          <p:nvPr/>
        </p:nvSpPr>
        <p:spPr>
          <a:xfrm>
            <a:off x="539948" y="798573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64499</a:t>
            </a:r>
          </a:p>
        </p:txBody>
      </p:sp>
      <p:sp>
        <p:nvSpPr>
          <p:cNvPr id="179" name="TextBox 178">
            <a:hlinkClick action="ppaction://hlinksldjump" r:id="rId26"/>
          </p:cNvPr>
          <p:cNvSpPr txBox="1"/>
          <p:nvPr/>
        </p:nvSpPr>
        <p:spPr>
          <a:xfrm>
            <a:off x="1295697" y="7985735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180" name="TextBox 179">
            <a:hlinkClick action="ppaction://hlinksldjump" r:id="rId26"/>
          </p:cNvPr>
          <p:cNvSpPr txBox="1"/>
          <p:nvPr/>
        </p:nvSpPr>
        <p:spPr>
          <a:xfrm>
            <a:off x="2309851" y="798573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181" name="TextBox 180">
            <a:hlinkClick action="ppaction://hlinksldjump" r:id="rId26"/>
          </p:cNvPr>
          <p:cNvSpPr txBox="1"/>
          <p:nvPr/>
        </p:nvSpPr>
        <p:spPr>
          <a:xfrm>
            <a:off x="539948" y="811253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64500</a:t>
            </a:r>
          </a:p>
        </p:txBody>
      </p:sp>
      <p:sp>
        <p:nvSpPr>
          <p:cNvPr id="182" name="TextBox 181">
            <a:hlinkClick action="ppaction://hlinksldjump" r:id="rId26"/>
          </p:cNvPr>
          <p:cNvSpPr txBox="1"/>
          <p:nvPr/>
        </p:nvSpPr>
        <p:spPr>
          <a:xfrm>
            <a:off x="1295697" y="8112536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183" name="TextBox 182">
            <a:hlinkClick action="ppaction://hlinksldjump" r:id="rId26"/>
          </p:cNvPr>
          <p:cNvSpPr txBox="1"/>
          <p:nvPr/>
        </p:nvSpPr>
        <p:spPr>
          <a:xfrm>
            <a:off x="2309851" y="811253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184" name="TextBox 183">
            <a:hlinkClick action="ppaction://hlinksldjump" r:id="rId26"/>
          </p:cNvPr>
          <p:cNvSpPr txBox="1"/>
          <p:nvPr/>
        </p:nvSpPr>
        <p:spPr>
          <a:xfrm>
            <a:off x="539948" y="823933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64501</a:t>
            </a:r>
          </a:p>
        </p:txBody>
      </p:sp>
      <p:sp>
        <p:nvSpPr>
          <p:cNvPr id="185" name="TextBox 184">
            <a:hlinkClick action="ppaction://hlinksldjump" r:id="rId26"/>
          </p:cNvPr>
          <p:cNvSpPr txBox="1"/>
          <p:nvPr/>
        </p:nvSpPr>
        <p:spPr>
          <a:xfrm>
            <a:off x="1295697" y="8239338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186" name="TextBox 185">
            <a:hlinkClick action="ppaction://hlinksldjump" r:id="rId26"/>
          </p:cNvPr>
          <p:cNvSpPr txBox="1"/>
          <p:nvPr/>
        </p:nvSpPr>
        <p:spPr>
          <a:xfrm>
            <a:off x="2309851" y="823933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187" name="TextBox 186">
            <a:hlinkClick action="ppaction://hlinksldjump" r:id="rId16"/>
          </p:cNvPr>
          <p:cNvSpPr txBox="1"/>
          <p:nvPr/>
        </p:nvSpPr>
        <p:spPr>
          <a:xfrm>
            <a:off x="539948" y="836613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64503</a:t>
            </a:r>
          </a:p>
        </p:txBody>
      </p:sp>
      <p:sp>
        <p:nvSpPr>
          <p:cNvPr id="188" name="TextBox 187">
            <a:hlinkClick action="ppaction://hlinksldjump" r:id="rId16"/>
          </p:cNvPr>
          <p:cNvSpPr txBox="1"/>
          <p:nvPr/>
        </p:nvSpPr>
        <p:spPr>
          <a:xfrm>
            <a:off x="1295697" y="8366139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189" name="TextBox 188">
            <a:hlinkClick action="ppaction://hlinksldjump" r:id="rId16"/>
          </p:cNvPr>
          <p:cNvSpPr txBox="1"/>
          <p:nvPr/>
        </p:nvSpPr>
        <p:spPr>
          <a:xfrm>
            <a:off x="2319661" y="836613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190" name="TextBox 189">
            <a:hlinkClick action="ppaction://hlinksldjump" r:id="rId22"/>
          </p:cNvPr>
          <p:cNvSpPr txBox="1"/>
          <p:nvPr/>
        </p:nvSpPr>
        <p:spPr>
          <a:xfrm>
            <a:off x="539948" y="849294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64508</a:t>
            </a:r>
          </a:p>
        </p:txBody>
      </p:sp>
      <p:sp>
        <p:nvSpPr>
          <p:cNvPr id="191" name="TextBox 190">
            <a:hlinkClick action="ppaction://hlinksldjump" r:id="rId22"/>
          </p:cNvPr>
          <p:cNvSpPr txBox="1"/>
          <p:nvPr/>
        </p:nvSpPr>
        <p:spPr>
          <a:xfrm>
            <a:off x="1295697" y="8492941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192" name="TextBox 191">
            <a:hlinkClick action="ppaction://hlinksldjump" r:id="rId22"/>
          </p:cNvPr>
          <p:cNvSpPr txBox="1"/>
          <p:nvPr/>
        </p:nvSpPr>
        <p:spPr>
          <a:xfrm>
            <a:off x="2319661" y="849294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193" name="TextBox 192">
            <a:hlinkClick action="ppaction://hlinksldjump" r:id="rId26"/>
          </p:cNvPr>
          <p:cNvSpPr txBox="1"/>
          <p:nvPr/>
        </p:nvSpPr>
        <p:spPr>
          <a:xfrm>
            <a:off x="539948" y="8619742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64510</a:t>
            </a:r>
          </a:p>
        </p:txBody>
      </p:sp>
      <p:sp>
        <p:nvSpPr>
          <p:cNvPr id="194" name="TextBox 193">
            <a:hlinkClick action="ppaction://hlinksldjump" r:id="rId26"/>
          </p:cNvPr>
          <p:cNvSpPr txBox="1"/>
          <p:nvPr/>
        </p:nvSpPr>
        <p:spPr>
          <a:xfrm>
            <a:off x="1295697" y="8619742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195" name="TextBox 194">
            <a:hlinkClick action="ppaction://hlinksldjump" r:id="rId26"/>
          </p:cNvPr>
          <p:cNvSpPr txBox="1"/>
          <p:nvPr/>
        </p:nvSpPr>
        <p:spPr>
          <a:xfrm>
            <a:off x="2309851" y="861974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196" name="TextBox 195">
            <a:hlinkClick action="ppaction://hlinksldjump" r:id="rId27"/>
          </p:cNvPr>
          <p:cNvSpPr txBox="1"/>
          <p:nvPr/>
        </p:nvSpPr>
        <p:spPr>
          <a:xfrm>
            <a:off x="539948" y="8746544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64511</a:t>
            </a:r>
          </a:p>
        </p:txBody>
      </p:sp>
      <p:sp>
        <p:nvSpPr>
          <p:cNvPr id="197" name="TextBox 196">
            <a:hlinkClick action="ppaction://hlinksldjump" r:id="rId27"/>
          </p:cNvPr>
          <p:cNvSpPr txBox="1"/>
          <p:nvPr/>
        </p:nvSpPr>
        <p:spPr>
          <a:xfrm>
            <a:off x="1295697" y="8746544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in legno</a:t>
            </a:r>
          </a:p>
        </p:txBody>
      </p:sp>
      <p:sp>
        <p:nvSpPr>
          <p:cNvPr id="198" name="TextBox 197">
            <a:hlinkClick action="ppaction://hlinksldjump" r:id="rId27"/>
          </p:cNvPr>
          <p:cNvSpPr txBox="1"/>
          <p:nvPr/>
        </p:nvSpPr>
        <p:spPr>
          <a:xfrm>
            <a:off x="2329472" y="874654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199" name="TextBox 198">
            <a:hlinkClick action="ppaction://hlinksldjump" r:id="rId27"/>
          </p:cNvPr>
          <p:cNvSpPr txBox="1"/>
          <p:nvPr/>
        </p:nvSpPr>
        <p:spPr>
          <a:xfrm>
            <a:off x="539948" y="8873346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64512</a:t>
            </a:r>
          </a:p>
        </p:txBody>
      </p:sp>
      <p:sp>
        <p:nvSpPr>
          <p:cNvPr id="200" name="TextBox 199">
            <a:hlinkClick action="ppaction://hlinksldjump" r:id="rId27"/>
          </p:cNvPr>
          <p:cNvSpPr txBox="1"/>
          <p:nvPr/>
        </p:nvSpPr>
        <p:spPr>
          <a:xfrm>
            <a:off x="1295697" y="8873346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in legno</a:t>
            </a:r>
          </a:p>
        </p:txBody>
      </p:sp>
      <p:sp>
        <p:nvSpPr>
          <p:cNvPr id="201" name="TextBox 200">
            <a:hlinkClick action="ppaction://hlinksldjump" r:id="rId27"/>
          </p:cNvPr>
          <p:cNvSpPr txBox="1"/>
          <p:nvPr/>
        </p:nvSpPr>
        <p:spPr>
          <a:xfrm>
            <a:off x="2329472" y="887334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202" name="TextBox 201">
            <a:hlinkClick action="ppaction://hlinksldjump" r:id="rId27"/>
          </p:cNvPr>
          <p:cNvSpPr txBox="1"/>
          <p:nvPr/>
        </p:nvSpPr>
        <p:spPr>
          <a:xfrm>
            <a:off x="539948" y="9000147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64513</a:t>
            </a:r>
          </a:p>
        </p:txBody>
      </p:sp>
      <p:sp>
        <p:nvSpPr>
          <p:cNvPr id="203" name="TextBox 202">
            <a:hlinkClick action="ppaction://hlinksldjump" r:id="rId27"/>
          </p:cNvPr>
          <p:cNvSpPr txBox="1"/>
          <p:nvPr/>
        </p:nvSpPr>
        <p:spPr>
          <a:xfrm>
            <a:off x="1295697" y="9000147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in legno</a:t>
            </a:r>
          </a:p>
        </p:txBody>
      </p:sp>
      <p:sp>
        <p:nvSpPr>
          <p:cNvPr id="204" name="TextBox 203">
            <a:hlinkClick action="ppaction://hlinksldjump" r:id="rId27"/>
          </p:cNvPr>
          <p:cNvSpPr txBox="1"/>
          <p:nvPr/>
        </p:nvSpPr>
        <p:spPr>
          <a:xfrm>
            <a:off x="2329472" y="900014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205" name="TextBox 204">
            <a:hlinkClick action="ppaction://hlinksldjump" r:id="rId27"/>
          </p:cNvPr>
          <p:cNvSpPr txBox="1"/>
          <p:nvPr/>
        </p:nvSpPr>
        <p:spPr>
          <a:xfrm>
            <a:off x="2711946" y="1011649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64514</a:t>
            </a:r>
          </a:p>
        </p:txBody>
      </p:sp>
      <p:sp>
        <p:nvSpPr>
          <p:cNvPr id="206" name="TextBox 205">
            <a:hlinkClick action="ppaction://hlinksldjump" r:id="rId27"/>
          </p:cNvPr>
          <p:cNvSpPr txBox="1"/>
          <p:nvPr/>
        </p:nvSpPr>
        <p:spPr>
          <a:xfrm>
            <a:off x="3467695" y="1011649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in legno</a:t>
            </a:r>
          </a:p>
        </p:txBody>
      </p:sp>
      <p:sp>
        <p:nvSpPr>
          <p:cNvPr id="207" name="TextBox 206">
            <a:hlinkClick action="ppaction://hlinksldjump" r:id="rId27"/>
          </p:cNvPr>
          <p:cNvSpPr txBox="1"/>
          <p:nvPr/>
        </p:nvSpPr>
        <p:spPr>
          <a:xfrm>
            <a:off x="4501470" y="101164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208" name="TextBox 207">
            <a:hlinkClick action="ppaction://hlinksldjump" r:id="rId28"/>
          </p:cNvPr>
          <p:cNvSpPr txBox="1"/>
          <p:nvPr/>
        </p:nvSpPr>
        <p:spPr>
          <a:xfrm>
            <a:off x="2711946" y="1138450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64515</a:t>
            </a:r>
          </a:p>
        </p:txBody>
      </p:sp>
      <p:sp>
        <p:nvSpPr>
          <p:cNvPr id="209" name="TextBox 208">
            <a:hlinkClick action="ppaction://hlinksldjump" r:id="rId28"/>
          </p:cNvPr>
          <p:cNvSpPr txBox="1"/>
          <p:nvPr/>
        </p:nvSpPr>
        <p:spPr>
          <a:xfrm>
            <a:off x="3467695" y="1138450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210" name="TextBox 209">
            <a:hlinkClick action="ppaction://hlinksldjump" r:id="rId28"/>
          </p:cNvPr>
          <p:cNvSpPr txBox="1"/>
          <p:nvPr/>
        </p:nvSpPr>
        <p:spPr>
          <a:xfrm>
            <a:off x="4481848" y="113845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211" name="TextBox 210">
            <a:hlinkClick action="ppaction://hlinksldjump" r:id="rId27"/>
          </p:cNvPr>
          <p:cNvSpPr txBox="1"/>
          <p:nvPr/>
        </p:nvSpPr>
        <p:spPr>
          <a:xfrm>
            <a:off x="2711946" y="1265252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64516</a:t>
            </a:r>
          </a:p>
        </p:txBody>
      </p:sp>
      <p:sp>
        <p:nvSpPr>
          <p:cNvPr id="212" name="TextBox 211">
            <a:hlinkClick action="ppaction://hlinksldjump" r:id="rId27"/>
          </p:cNvPr>
          <p:cNvSpPr txBox="1"/>
          <p:nvPr/>
        </p:nvSpPr>
        <p:spPr>
          <a:xfrm>
            <a:off x="3467695" y="1265252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in legno</a:t>
            </a:r>
          </a:p>
        </p:txBody>
      </p:sp>
      <p:sp>
        <p:nvSpPr>
          <p:cNvPr id="213" name="TextBox 212">
            <a:hlinkClick action="ppaction://hlinksldjump" r:id="rId27"/>
          </p:cNvPr>
          <p:cNvSpPr txBox="1"/>
          <p:nvPr/>
        </p:nvSpPr>
        <p:spPr>
          <a:xfrm>
            <a:off x="4501470" y="126525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214" name="TextBox 213">
            <a:hlinkClick action="ppaction://hlinksldjump" r:id="rId28"/>
          </p:cNvPr>
          <p:cNvSpPr txBox="1"/>
          <p:nvPr/>
        </p:nvSpPr>
        <p:spPr>
          <a:xfrm>
            <a:off x="2711946" y="1392053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64517</a:t>
            </a:r>
          </a:p>
        </p:txBody>
      </p:sp>
      <p:sp>
        <p:nvSpPr>
          <p:cNvPr id="215" name="TextBox 214">
            <a:hlinkClick action="ppaction://hlinksldjump" r:id="rId28"/>
          </p:cNvPr>
          <p:cNvSpPr txBox="1"/>
          <p:nvPr/>
        </p:nvSpPr>
        <p:spPr>
          <a:xfrm>
            <a:off x="3467695" y="1392053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216" name="TextBox 215">
            <a:hlinkClick action="ppaction://hlinksldjump" r:id="rId28"/>
          </p:cNvPr>
          <p:cNvSpPr txBox="1"/>
          <p:nvPr/>
        </p:nvSpPr>
        <p:spPr>
          <a:xfrm>
            <a:off x="4481848" y="139205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217" name="TextBox 216">
            <a:hlinkClick action="ppaction://hlinksldjump" r:id="rId26"/>
          </p:cNvPr>
          <p:cNvSpPr txBox="1"/>
          <p:nvPr/>
        </p:nvSpPr>
        <p:spPr>
          <a:xfrm>
            <a:off x="2711946" y="1518855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64518</a:t>
            </a:r>
          </a:p>
        </p:txBody>
      </p:sp>
      <p:sp>
        <p:nvSpPr>
          <p:cNvPr id="218" name="TextBox 217">
            <a:hlinkClick action="ppaction://hlinksldjump" r:id="rId26"/>
          </p:cNvPr>
          <p:cNvSpPr txBox="1"/>
          <p:nvPr/>
        </p:nvSpPr>
        <p:spPr>
          <a:xfrm>
            <a:off x="3467695" y="1518855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219" name="TextBox 218">
            <a:hlinkClick action="ppaction://hlinksldjump" r:id="rId26"/>
          </p:cNvPr>
          <p:cNvSpPr txBox="1"/>
          <p:nvPr/>
        </p:nvSpPr>
        <p:spPr>
          <a:xfrm>
            <a:off x="4481848" y="151885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220" name="TextBox 219">
            <a:hlinkClick action="ppaction://hlinksldjump" r:id="rId29"/>
          </p:cNvPr>
          <p:cNvSpPr txBox="1"/>
          <p:nvPr/>
        </p:nvSpPr>
        <p:spPr>
          <a:xfrm>
            <a:off x="2711946" y="1645657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64519</a:t>
            </a:r>
          </a:p>
        </p:txBody>
      </p:sp>
      <p:sp>
        <p:nvSpPr>
          <p:cNvPr id="221" name="TextBox 220">
            <a:hlinkClick action="ppaction://hlinksldjump" r:id="rId29"/>
          </p:cNvPr>
          <p:cNvSpPr txBox="1"/>
          <p:nvPr/>
        </p:nvSpPr>
        <p:spPr>
          <a:xfrm>
            <a:off x="3467695" y="1645657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222" name="TextBox 221">
            <a:hlinkClick action="ppaction://hlinksldjump" r:id="rId29"/>
          </p:cNvPr>
          <p:cNvSpPr txBox="1"/>
          <p:nvPr/>
        </p:nvSpPr>
        <p:spPr>
          <a:xfrm>
            <a:off x="4491659" y="164565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223" name="TextBox 222">
            <a:hlinkClick action="ppaction://hlinksldjump" r:id="rId29"/>
          </p:cNvPr>
          <p:cNvSpPr txBox="1"/>
          <p:nvPr/>
        </p:nvSpPr>
        <p:spPr>
          <a:xfrm>
            <a:off x="2711946" y="177245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64520</a:t>
            </a:r>
          </a:p>
        </p:txBody>
      </p:sp>
      <p:sp>
        <p:nvSpPr>
          <p:cNvPr id="224" name="TextBox 223">
            <a:hlinkClick action="ppaction://hlinksldjump" r:id="rId29"/>
          </p:cNvPr>
          <p:cNvSpPr txBox="1"/>
          <p:nvPr/>
        </p:nvSpPr>
        <p:spPr>
          <a:xfrm>
            <a:off x="3467695" y="1772458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225" name="TextBox 224">
            <a:hlinkClick action="ppaction://hlinksldjump" r:id="rId29"/>
          </p:cNvPr>
          <p:cNvSpPr txBox="1"/>
          <p:nvPr/>
        </p:nvSpPr>
        <p:spPr>
          <a:xfrm>
            <a:off x="4491659" y="177245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226" name="TextBox 225">
            <a:hlinkClick action="ppaction://hlinksldjump" r:id="rId30"/>
          </p:cNvPr>
          <p:cNvSpPr txBox="1"/>
          <p:nvPr/>
        </p:nvSpPr>
        <p:spPr>
          <a:xfrm>
            <a:off x="2711946" y="1899260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64521</a:t>
            </a:r>
          </a:p>
        </p:txBody>
      </p:sp>
      <p:sp>
        <p:nvSpPr>
          <p:cNvPr id="227" name="TextBox 226">
            <a:hlinkClick action="ppaction://hlinksldjump" r:id="rId30"/>
          </p:cNvPr>
          <p:cNvSpPr txBox="1"/>
          <p:nvPr/>
        </p:nvSpPr>
        <p:spPr>
          <a:xfrm>
            <a:off x="3467695" y="1899260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28" name="TextBox 227">
            <a:hlinkClick action="ppaction://hlinksldjump" r:id="rId30"/>
          </p:cNvPr>
          <p:cNvSpPr txBox="1"/>
          <p:nvPr/>
        </p:nvSpPr>
        <p:spPr>
          <a:xfrm>
            <a:off x="4481848" y="189926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29" name="TextBox 228">
            <a:hlinkClick action="ppaction://hlinksldjump" r:id="rId30"/>
          </p:cNvPr>
          <p:cNvSpPr txBox="1"/>
          <p:nvPr/>
        </p:nvSpPr>
        <p:spPr>
          <a:xfrm>
            <a:off x="2711946" y="2026061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64522</a:t>
            </a:r>
          </a:p>
        </p:txBody>
      </p:sp>
      <p:sp>
        <p:nvSpPr>
          <p:cNvPr id="230" name="TextBox 229">
            <a:hlinkClick action="ppaction://hlinksldjump" r:id="rId30"/>
          </p:cNvPr>
          <p:cNvSpPr txBox="1"/>
          <p:nvPr/>
        </p:nvSpPr>
        <p:spPr>
          <a:xfrm>
            <a:off x="3467695" y="2026061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31" name="TextBox 230">
            <a:hlinkClick action="ppaction://hlinksldjump" r:id="rId30"/>
          </p:cNvPr>
          <p:cNvSpPr txBox="1"/>
          <p:nvPr/>
        </p:nvSpPr>
        <p:spPr>
          <a:xfrm>
            <a:off x="4481848" y="202606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32" name="TextBox 231">
            <a:hlinkClick action="ppaction://hlinksldjump" r:id="rId30"/>
          </p:cNvPr>
          <p:cNvSpPr txBox="1"/>
          <p:nvPr/>
        </p:nvSpPr>
        <p:spPr>
          <a:xfrm>
            <a:off x="2711946" y="215286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64524</a:t>
            </a:r>
          </a:p>
        </p:txBody>
      </p:sp>
      <p:sp>
        <p:nvSpPr>
          <p:cNvPr id="233" name="TextBox 232">
            <a:hlinkClick action="ppaction://hlinksldjump" r:id="rId30"/>
          </p:cNvPr>
          <p:cNvSpPr txBox="1"/>
          <p:nvPr/>
        </p:nvSpPr>
        <p:spPr>
          <a:xfrm>
            <a:off x="3467695" y="2152863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34" name="TextBox 233">
            <a:hlinkClick action="ppaction://hlinksldjump" r:id="rId30"/>
          </p:cNvPr>
          <p:cNvSpPr txBox="1"/>
          <p:nvPr/>
        </p:nvSpPr>
        <p:spPr>
          <a:xfrm>
            <a:off x="4481848" y="215286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35" name="TextBox 234">
            <a:hlinkClick action="ppaction://hlinksldjump" r:id="rId30"/>
          </p:cNvPr>
          <p:cNvSpPr txBox="1"/>
          <p:nvPr/>
        </p:nvSpPr>
        <p:spPr>
          <a:xfrm>
            <a:off x="2711946" y="2279664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64525</a:t>
            </a:r>
          </a:p>
        </p:txBody>
      </p:sp>
      <p:sp>
        <p:nvSpPr>
          <p:cNvPr id="236" name="TextBox 235">
            <a:hlinkClick action="ppaction://hlinksldjump" r:id="rId30"/>
          </p:cNvPr>
          <p:cNvSpPr txBox="1"/>
          <p:nvPr/>
        </p:nvSpPr>
        <p:spPr>
          <a:xfrm>
            <a:off x="3467695" y="2279664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37" name="TextBox 236">
            <a:hlinkClick action="ppaction://hlinksldjump" r:id="rId30"/>
          </p:cNvPr>
          <p:cNvSpPr txBox="1"/>
          <p:nvPr/>
        </p:nvSpPr>
        <p:spPr>
          <a:xfrm>
            <a:off x="4481848" y="227966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38" name="TextBox 237">
            <a:hlinkClick action="ppaction://hlinksldjump" r:id="rId30"/>
          </p:cNvPr>
          <p:cNvSpPr txBox="1"/>
          <p:nvPr/>
        </p:nvSpPr>
        <p:spPr>
          <a:xfrm>
            <a:off x="2711946" y="240646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64526</a:t>
            </a:r>
          </a:p>
        </p:txBody>
      </p:sp>
      <p:sp>
        <p:nvSpPr>
          <p:cNvPr id="239" name="TextBox 238">
            <a:hlinkClick action="ppaction://hlinksldjump" r:id="rId30"/>
          </p:cNvPr>
          <p:cNvSpPr txBox="1"/>
          <p:nvPr/>
        </p:nvSpPr>
        <p:spPr>
          <a:xfrm>
            <a:off x="3467695" y="2406466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40" name="TextBox 239">
            <a:hlinkClick action="ppaction://hlinksldjump" r:id="rId30"/>
          </p:cNvPr>
          <p:cNvSpPr txBox="1"/>
          <p:nvPr/>
        </p:nvSpPr>
        <p:spPr>
          <a:xfrm>
            <a:off x="4481848" y="240646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41" name="TextBox 240">
            <a:hlinkClick action="ppaction://hlinksldjump" r:id="rId30"/>
          </p:cNvPr>
          <p:cNvSpPr txBox="1"/>
          <p:nvPr/>
        </p:nvSpPr>
        <p:spPr>
          <a:xfrm>
            <a:off x="2711946" y="2533267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64527</a:t>
            </a:r>
          </a:p>
        </p:txBody>
      </p:sp>
      <p:sp>
        <p:nvSpPr>
          <p:cNvPr id="242" name="TextBox 241">
            <a:hlinkClick action="ppaction://hlinksldjump" r:id="rId30"/>
          </p:cNvPr>
          <p:cNvSpPr txBox="1"/>
          <p:nvPr/>
        </p:nvSpPr>
        <p:spPr>
          <a:xfrm>
            <a:off x="3467695" y="2533267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43" name="TextBox 242">
            <a:hlinkClick action="ppaction://hlinksldjump" r:id="rId30"/>
          </p:cNvPr>
          <p:cNvSpPr txBox="1"/>
          <p:nvPr/>
        </p:nvSpPr>
        <p:spPr>
          <a:xfrm>
            <a:off x="4481848" y="253326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44" name="TextBox 243">
            <a:hlinkClick action="ppaction://hlinksldjump" r:id="rId30"/>
          </p:cNvPr>
          <p:cNvSpPr txBox="1"/>
          <p:nvPr/>
        </p:nvSpPr>
        <p:spPr>
          <a:xfrm>
            <a:off x="2711946" y="266006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64528</a:t>
            </a:r>
          </a:p>
        </p:txBody>
      </p:sp>
      <p:sp>
        <p:nvSpPr>
          <p:cNvPr id="245" name="TextBox 244">
            <a:hlinkClick action="ppaction://hlinksldjump" r:id="rId30"/>
          </p:cNvPr>
          <p:cNvSpPr txBox="1"/>
          <p:nvPr/>
        </p:nvSpPr>
        <p:spPr>
          <a:xfrm>
            <a:off x="3467695" y="2660069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46" name="TextBox 245">
            <a:hlinkClick action="ppaction://hlinksldjump" r:id="rId30"/>
          </p:cNvPr>
          <p:cNvSpPr txBox="1"/>
          <p:nvPr/>
        </p:nvSpPr>
        <p:spPr>
          <a:xfrm>
            <a:off x="4481848" y="266006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47" name="TextBox 246">
            <a:hlinkClick action="ppaction://hlinksldjump" r:id="rId30"/>
          </p:cNvPr>
          <p:cNvSpPr txBox="1"/>
          <p:nvPr/>
        </p:nvSpPr>
        <p:spPr>
          <a:xfrm>
            <a:off x="2711946" y="278687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64529</a:t>
            </a:r>
          </a:p>
        </p:txBody>
      </p:sp>
      <p:sp>
        <p:nvSpPr>
          <p:cNvPr id="248" name="TextBox 247">
            <a:hlinkClick action="ppaction://hlinksldjump" r:id="rId30"/>
          </p:cNvPr>
          <p:cNvSpPr txBox="1"/>
          <p:nvPr/>
        </p:nvSpPr>
        <p:spPr>
          <a:xfrm>
            <a:off x="3467695" y="2786871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49" name="TextBox 248">
            <a:hlinkClick action="ppaction://hlinksldjump" r:id="rId30"/>
          </p:cNvPr>
          <p:cNvSpPr txBox="1"/>
          <p:nvPr/>
        </p:nvSpPr>
        <p:spPr>
          <a:xfrm>
            <a:off x="4481848" y="278687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50" name="TextBox 249">
            <a:hlinkClick action="ppaction://hlinksldjump" r:id="rId30"/>
          </p:cNvPr>
          <p:cNvSpPr txBox="1"/>
          <p:nvPr/>
        </p:nvSpPr>
        <p:spPr>
          <a:xfrm>
            <a:off x="2711946" y="291367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64530</a:t>
            </a:r>
          </a:p>
        </p:txBody>
      </p:sp>
      <p:sp>
        <p:nvSpPr>
          <p:cNvPr id="251" name="TextBox 250">
            <a:hlinkClick action="ppaction://hlinksldjump" r:id="rId30"/>
          </p:cNvPr>
          <p:cNvSpPr txBox="1"/>
          <p:nvPr/>
        </p:nvSpPr>
        <p:spPr>
          <a:xfrm>
            <a:off x="3467695" y="2913672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52" name="TextBox 251">
            <a:hlinkClick action="ppaction://hlinksldjump" r:id="rId30"/>
          </p:cNvPr>
          <p:cNvSpPr txBox="1"/>
          <p:nvPr/>
        </p:nvSpPr>
        <p:spPr>
          <a:xfrm>
            <a:off x="4481848" y="291367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53" name="TextBox 252">
            <a:hlinkClick action="ppaction://hlinksldjump" r:id="rId30"/>
          </p:cNvPr>
          <p:cNvSpPr txBox="1"/>
          <p:nvPr/>
        </p:nvSpPr>
        <p:spPr>
          <a:xfrm>
            <a:off x="2711946" y="3040474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64531</a:t>
            </a:r>
          </a:p>
        </p:txBody>
      </p:sp>
      <p:sp>
        <p:nvSpPr>
          <p:cNvPr id="254" name="TextBox 253">
            <a:hlinkClick action="ppaction://hlinksldjump" r:id="rId30"/>
          </p:cNvPr>
          <p:cNvSpPr txBox="1"/>
          <p:nvPr/>
        </p:nvSpPr>
        <p:spPr>
          <a:xfrm>
            <a:off x="3467695" y="3040474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55" name="TextBox 254">
            <a:hlinkClick action="ppaction://hlinksldjump" r:id="rId30"/>
          </p:cNvPr>
          <p:cNvSpPr txBox="1"/>
          <p:nvPr/>
        </p:nvSpPr>
        <p:spPr>
          <a:xfrm>
            <a:off x="4481848" y="304047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56" name="TextBox 255">
            <a:hlinkClick action="ppaction://hlinksldjump" r:id="rId30"/>
          </p:cNvPr>
          <p:cNvSpPr txBox="1"/>
          <p:nvPr/>
        </p:nvSpPr>
        <p:spPr>
          <a:xfrm>
            <a:off x="2711946" y="3167275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64532</a:t>
            </a:r>
          </a:p>
        </p:txBody>
      </p:sp>
      <p:sp>
        <p:nvSpPr>
          <p:cNvPr id="257" name="TextBox 256">
            <a:hlinkClick action="ppaction://hlinksldjump" r:id="rId30"/>
          </p:cNvPr>
          <p:cNvSpPr txBox="1"/>
          <p:nvPr/>
        </p:nvSpPr>
        <p:spPr>
          <a:xfrm>
            <a:off x="3467695" y="3167275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58" name="TextBox 257">
            <a:hlinkClick action="ppaction://hlinksldjump" r:id="rId30"/>
          </p:cNvPr>
          <p:cNvSpPr txBox="1"/>
          <p:nvPr/>
        </p:nvSpPr>
        <p:spPr>
          <a:xfrm>
            <a:off x="4481848" y="316727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59" name="TextBox 258">
            <a:hlinkClick action="ppaction://hlinksldjump" r:id="rId30"/>
          </p:cNvPr>
          <p:cNvSpPr txBox="1"/>
          <p:nvPr/>
        </p:nvSpPr>
        <p:spPr>
          <a:xfrm>
            <a:off x="2711946" y="329407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64533</a:t>
            </a:r>
          </a:p>
        </p:txBody>
      </p:sp>
      <p:sp>
        <p:nvSpPr>
          <p:cNvPr id="260" name="TextBox 259">
            <a:hlinkClick action="ppaction://hlinksldjump" r:id="rId30"/>
          </p:cNvPr>
          <p:cNvSpPr txBox="1"/>
          <p:nvPr/>
        </p:nvSpPr>
        <p:spPr>
          <a:xfrm>
            <a:off x="3467695" y="3294077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261" name="TextBox 260">
            <a:hlinkClick action="ppaction://hlinksldjump" r:id="rId30"/>
          </p:cNvPr>
          <p:cNvSpPr txBox="1"/>
          <p:nvPr/>
        </p:nvSpPr>
        <p:spPr>
          <a:xfrm>
            <a:off x="4481848" y="329407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262" name="TextBox 261">
            <a:hlinkClick action="ppaction://hlinksldjump" r:id="rId31"/>
          </p:cNvPr>
          <p:cNvSpPr txBox="1"/>
          <p:nvPr/>
        </p:nvSpPr>
        <p:spPr>
          <a:xfrm>
            <a:off x="2711946" y="342087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64534</a:t>
            </a:r>
          </a:p>
        </p:txBody>
      </p:sp>
      <p:sp>
        <p:nvSpPr>
          <p:cNvPr id="263" name="TextBox 262">
            <a:hlinkClick action="ppaction://hlinksldjump" r:id="rId31"/>
          </p:cNvPr>
          <p:cNvSpPr txBox="1"/>
          <p:nvPr/>
        </p:nvSpPr>
        <p:spPr>
          <a:xfrm>
            <a:off x="3467695" y="3420878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264" name="TextBox 263">
            <a:hlinkClick action="ppaction://hlinksldjump" r:id="rId31"/>
          </p:cNvPr>
          <p:cNvSpPr txBox="1"/>
          <p:nvPr/>
        </p:nvSpPr>
        <p:spPr>
          <a:xfrm>
            <a:off x="4501470" y="342087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265" name="TextBox 264">
            <a:hlinkClick action="ppaction://hlinksldjump" r:id="rId31"/>
          </p:cNvPr>
          <p:cNvSpPr txBox="1"/>
          <p:nvPr/>
        </p:nvSpPr>
        <p:spPr>
          <a:xfrm>
            <a:off x="2711946" y="354768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64535</a:t>
            </a:r>
          </a:p>
        </p:txBody>
      </p:sp>
      <p:sp>
        <p:nvSpPr>
          <p:cNvPr id="266" name="TextBox 265">
            <a:hlinkClick action="ppaction://hlinksldjump" r:id="rId31"/>
          </p:cNvPr>
          <p:cNvSpPr txBox="1"/>
          <p:nvPr/>
        </p:nvSpPr>
        <p:spPr>
          <a:xfrm>
            <a:off x="3467695" y="3547680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267" name="TextBox 266">
            <a:hlinkClick action="ppaction://hlinksldjump" r:id="rId31"/>
          </p:cNvPr>
          <p:cNvSpPr txBox="1"/>
          <p:nvPr/>
        </p:nvSpPr>
        <p:spPr>
          <a:xfrm>
            <a:off x="4501470" y="354768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268" name="TextBox 267">
            <a:hlinkClick action="ppaction://hlinksldjump" r:id="rId31"/>
          </p:cNvPr>
          <p:cNvSpPr txBox="1"/>
          <p:nvPr/>
        </p:nvSpPr>
        <p:spPr>
          <a:xfrm>
            <a:off x="2711946" y="367448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64536</a:t>
            </a:r>
          </a:p>
        </p:txBody>
      </p:sp>
      <p:sp>
        <p:nvSpPr>
          <p:cNvPr id="269" name="TextBox 268">
            <a:hlinkClick action="ppaction://hlinksldjump" r:id="rId31"/>
          </p:cNvPr>
          <p:cNvSpPr txBox="1"/>
          <p:nvPr/>
        </p:nvSpPr>
        <p:spPr>
          <a:xfrm>
            <a:off x="3467695" y="3674482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270" name="TextBox 269">
            <a:hlinkClick action="ppaction://hlinksldjump" r:id="rId31"/>
          </p:cNvPr>
          <p:cNvSpPr txBox="1"/>
          <p:nvPr/>
        </p:nvSpPr>
        <p:spPr>
          <a:xfrm>
            <a:off x="4501470" y="367448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271" name="TextBox 270">
            <a:hlinkClick action="ppaction://hlinksldjump" r:id="rId17"/>
          </p:cNvPr>
          <p:cNvSpPr txBox="1"/>
          <p:nvPr/>
        </p:nvSpPr>
        <p:spPr>
          <a:xfrm>
            <a:off x="2711946" y="380128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64537</a:t>
            </a:r>
          </a:p>
        </p:txBody>
      </p:sp>
      <p:sp>
        <p:nvSpPr>
          <p:cNvPr id="272" name="TextBox 271">
            <a:hlinkClick action="ppaction://hlinksldjump" r:id="rId17"/>
          </p:cNvPr>
          <p:cNvSpPr txBox="1"/>
          <p:nvPr/>
        </p:nvSpPr>
        <p:spPr>
          <a:xfrm>
            <a:off x="3467695" y="3801283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panino</a:t>
            </a:r>
          </a:p>
        </p:txBody>
      </p:sp>
      <p:sp>
        <p:nvSpPr>
          <p:cNvPr id="273" name="TextBox 272">
            <a:hlinkClick action="ppaction://hlinksldjump" r:id="rId17"/>
          </p:cNvPr>
          <p:cNvSpPr txBox="1"/>
          <p:nvPr/>
        </p:nvSpPr>
        <p:spPr>
          <a:xfrm>
            <a:off x="4491659" y="380128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</a:t>
            </a:r>
          </a:p>
        </p:txBody>
      </p:sp>
      <p:sp>
        <p:nvSpPr>
          <p:cNvPr id="274" name="TextBox 273">
            <a:hlinkClick action="ppaction://hlinksldjump" r:id="rId23"/>
          </p:cNvPr>
          <p:cNvSpPr txBox="1"/>
          <p:nvPr/>
        </p:nvSpPr>
        <p:spPr>
          <a:xfrm>
            <a:off x="2711946" y="392808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64538</a:t>
            </a:r>
          </a:p>
        </p:txBody>
      </p:sp>
      <p:sp>
        <p:nvSpPr>
          <p:cNvPr id="275" name="TextBox 274">
            <a:hlinkClick action="ppaction://hlinksldjump" r:id="rId23"/>
          </p:cNvPr>
          <p:cNvSpPr txBox="1"/>
          <p:nvPr/>
        </p:nvSpPr>
        <p:spPr>
          <a:xfrm>
            <a:off x="3467695" y="3928085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catturapolvere</a:t>
            </a:r>
          </a:p>
        </p:txBody>
      </p:sp>
      <p:sp>
        <p:nvSpPr>
          <p:cNvPr id="276" name="TextBox 275">
            <a:hlinkClick action="ppaction://hlinksldjump" r:id="rId23"/>
          </p:cNvPr>
          <p:cNvSpPr txBox="1"/>
          <p:nvPr/>
        </p:nvSpPr>
        <p:spPr>
          <a:xfrm>
            <a:off x="4462227" y="3928085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277" name="TextBox 276">
            <a:hlinkClick action="ppaction://hlinksldjump" r:id="rId23"/>
          </p:cNvPr>
          <p:cNvSpPr txBox="1"/>
          <p:nvPr/>
        </p:nvSpPr>
        <p:spPr>
          <a:xfrm>
            <a:off x="2711946" y="405488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64539</a:t>
            </a:r>
          </a:p>
        </p:txBody>
      </p:sp>
      <p:sp>
        <p:nvSpPr>
          <p:cNvPr id="278" name="TextBox 277">
            <a:hlinkClick action="ppaction://hlinksldjump" r:id="rId23"/>
          </p:cNvPr>
          <p:cNvSpPr txBox="1"/>
          <p:nvPr/>
        </p:nvSpPr>
        <p:spPr>
          <a:xfrm>
            <a:off x="3467695" y="4054886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catturapolvere</a:t>
            </a:r>
          </a:p>
        </p:txBody>
      </p:sp>
      <p:sp>
        <p:nvSpPr>
          <p:cNvPr id="279" name="TextBox 278">
            <a:hlinkClick action="ppaction://hlinksldjump" r:id="rId23"/>
          </p:cNvPr>
          <p:cNvSpPr txBox="1"/>
          <p:nvPr/>
        </p:nvSpPr>
        <p:spPr>
          <a:xfrm>
            <a:off x="4462227" y="4054886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280" name="TextBox 279">
            <a:hlinkClick action="ppaction://hlinksldjump" r:id="rId24"/>
          </p:cNvPr>
          <p:cNvSpPr txBox="1"/>
          <p:nvPr/>
        </p:nvSpPr>
        <p:spPr>
          <a:xfrm>
            <a:off x="2711946" y="418168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64540</a:t>
            </a:r>
          </a:p>
        </p:txBody>
      </p:sp>
      <p:sp>
        <p:nvSpPr>
          <p:cNvPr id="281" name="TextBox 280">
            <a:hlinkClick action="ppaction://hlinksldjump" r:id="rId24"/>
          </p:cNvPr>
          <p:cNvSpPr txBox="1"/>
          <p:nvPr/>
        </p:nvSpPr>
        <p:spPr>
          <a:xfrm>
            <a:off x="3467695" y="4181688"/>
            <a:ext cx="92517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Piumini catturapolvere</a:t>
            </a:r>
          </a:p>
        </p:txBody>
      </p:sp>
      <p:sp>
        <p:nvSpPr>
          <p:cNvPr id="282" name="TextBox 281">
            <a:hlinkClick action="ppaction://hlinksldjump" r:id="rId24"/>
          </p:cNvPr>
          <p:cNvSpPr txBox="1"/>
          <p:nvPr/>
        </p:nvSpPr>
        <p:spPr>
          <a:xfrm>
            <a:off x="4472037" y="4181688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283" name="TextBox 282">
            <a:hlinkClick action="ppaction://hlinksldjump" r:id="rId23"/>
          </p:cNvPr>
          <p:cNvSpPr txBox="1"/>
          <p:nvPr/>
        </p:nvSpPr>
        <p:spPr>
          <a:xfrm>
            <a:off x="2711946" y="4308489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64541</a:t>
            </a:r>
          </a:p>
        </p:txBody>
      </p:sp>
      <p:sp>
        <p:nvSpPr>
          <p:cNvPr id="284" name="TextBox 283">
            <a:hlinkClick action="ppaction://hlinksldjump" r:id="rId23"/>
          </p:cNvPr>
          <p:cNvSpPr txBox="1"/>
          <p:nvPr/>
        </p:nvSpPr>
        <p:spPr>
          <a:xfrm>
            <a:off x="3467695" y="4308489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spugna e tappetini</a:t>
            </a:r>
          </a:p>
        </p:txBody>
      </p:sp>
      <p:sp>
        <p:nvSpPr>
          <p:cNvPr id="285" name="TextBox 284">
            <a:hlinkClick action="ppaction://hlinksldjump" r:id="rId23"/>
          </p:cNvPr>
          <p:cNvSpPr txBox="1"/>
          <p:nvPr/>
        </p:nvSpPr>
        <p:spPr>
          <a:xfrm>
            <a:off x="4462227" y="4308489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114</a:t>
            </a:r>
          </a:p>
        </p:txBody>
      </p:sp>
      <p:sp>
        <p:nvSpPr>
          <p:cNvPr id="286" name="TextBox 285">
            <a:hlinkClick action="ppaction://hlinksldjump" r:id="rId24"/>
          </p:cNvPr>
          <p:cNvSpPr txBox="1"/>
          <p:nvPr/>
        </p:nvSpPr>
        <p:spPr>
          <a:xfrm>
            <a:off x="2711946" y="443529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64542</a:t>
            </a:r>
          </a:p>
        </p:txBody>
      </p:sp>
      <p:sp>
        <p:nvSpPr>
          <p:cNvPr id="287" name="TextBox 286">
            <a:hlinkClick action="ppaction://hlinksldjump" r:id="rId24"/>
          </p:cNvPr>
          <p:cNvSpPr txBox="1"/>
          <p:nvPr/>
        </p:nvSpPr>
        <p:spPr>
          <a:xfrm>
            <a:off x="3467695" y="4435291"/>
            <a:ext cx="92517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Piumini catturapolvere</a:t>
            </a:r>
          </a:p>
        </p:txBody>
      </p:sp>
      <p:sp>
        <p:nvSpPr>
          <p:cNvPr id="288" name="TextBox 287">
            <a:hlinkClick action="ppaction://hlinksldjump" r:id="rId24"/>
          </p:cNvPr>
          <p:cNvSpPr txBox="1"/>
          <p:nvPr/>
        </p:nvSpPr>
        <p:spPr>
          <a:xfrm>
            <a:off x="4472037" y="4435291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289" name="TextBox 288">
            <a:hlinkClick action="ppaction://hlinksldjump" r:id="rId24"/>
          </p:cNvPr>
          <p:cNvSpPr txBox="1"/>
          <p:nvPr/>
        </p:nvSpPr>
        <p:spPr>
          <a:xfrm>
            <a:off x="2711946" y="456209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64543</a:t>
            </a:r>
          </a:p>
        </p:txBody>
      </p:sp>
      <p:sp>
        <p:nvSpPr>
          <p:cNvPr id="290" name="TextBox 289">
            <a:hlinkClick action="ppaction://hlinksldjump" r:id="rId24"/>
          </p:cNvPr>
          <p:cNvSpPr txBox="1"/>
          <p:nvPr/>
        </p:nvSpPr>
        <p:spPr>
          <a:xfrm>
            <a:off x="3467695" y="4562092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per pulizia intensa</a:t>
            </a:r>
          </a:p>
        </p:txBody>
      </p:sp>
      <p:sp>
        <p:nvSpPr>
          <p:cNvPr id="291" name="TextBox 290">
            <a:hlinkClick action="ppaction://hlinksldjump" r:id="rId24"/>
          </p:cNvPr>
          <p:cNvSpPr txBox="1"/>
          <p:nvPr/>
        </p:nvSpPr>
        <p:spPr>
          <a:xfrm>
            <a:off x="4472037" y="4562092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292" name="TextBox 291">
            <a:hlinkClick action="ppaction://hlinksldjump" r:id="rId24"/>
          </p:cNvPr>
          <p:cNvSpPr txBox="1"/>
          <p:nvPr/>
        </p:nvSpPr>
        <p:spPr>
          <a:xfrm>
            <a:off x="2711946" y="468889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64544</a:t>
            </a:r>
          </a:p>
        </p:txBody>
      </p:sp>
      <p:sp>
        <p:nvSpPr>
          <p:cNvPr id="293" name="TextBox 292">
            <a:hlinkClick action="ppaction://hlinksldjump" r:id="rId24"/>
          </p:cNvPr>
          <p:cNvSpPr txBox="1"/>
          <p:nvPr/>
        </p:nvSpPr>
        <p:spPr>
          <a:xfrm>
            <a:off x="3467695" y="4688894"/>
            <a:ext cx="92517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Piumini catturapolvere</a:t>
            </a:r>
          </a:p>
        </p:txBody>
      </p:sp>
      <p:sp>
        <p:nvSpPr>
          <p:cNvPr id="294" name="TextBox 293">
            <a:hlinkClick action="ppaction://hlinksldjump" r:id="rId24"/>
          </p:cNvPr>
          <p:cNvSpPr txBox="1"/>
          <p:nvPr/>
        </p:nvSpPr>
        <p:spPr>
          <a:xfrm>
            <a:off x="4472037" y="4688894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295" name="TextBox 294">
            <a:hlinkClick action="ppaction://hlinksldjump" r:id="rId24"/>
          </p:cNvPr>
          <p:cNvSpPr txBox="1"/>
          <p:nvPr/>
        </p:nvSpPr>
        <p:spPr>
          <a:xfrm>
            <a:off x="2711946" y="481569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64545</a:t>
            </a:r>
          </a:p>
        </p:txBody>
      </p:sp>
      <p:sp>
        <p:nvSpPr>
          <p:cNvPr id="296" name="TextBox 295">
            <a:hlinkClick action="ppaction://hlinksldjump" r:id="rId24"/>
          </p:cNvPr>
          <p:cNvSpPr txBox="1"/>
          <p:nvPr/>
        </p:nvSpPr>
        <p:spPr>
          <a:xfrm>
            <a:off x="3467695" y="4815696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Salviette di servizio</a:t>
            </a:r>
          </a:p>
        </p:txBody>
      </p:sp>
      <p:sp>
        <p:nvSpPr>
          <p:cNvPr id="297" name="TextBox 296">
            <a:hlinkClick action="ppaction://hlinksldjump" r:id="rId24"/>
          </p:cNvPr>
          <p:cNvSpPr txBox="1"/>
          <p:nvPr/>
        </p:nvSpPr>
        <p:spPr>
          <a:xfrm>
            <a:off x="4472037" y="4815696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298" name="TextBox 297">
            <a:hlinkClick action="ppaction://hlinksldjump" r:id="rId32"/>
          </p:cNvPr>
          <p:cNvSpPr txBox="1"/>
          <p:nvPr/>
        </p:nvSpPr>
        <p:spPr>
          <a:xfrm>
            <a:off x="2711946" y="494249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64546</a:t>
            </a:r>
          </a:p>
        </p:txBody>
      </p:sp>
      <p:sp>
        <p:nvSpPr>
          <p:cNvPr id="299" name="TextBox 298">
            <a:hlinkClick action="ppaction://hlinksldjump" r:id="rId32"/>
          </p:cNvPr>
          <p:cNvSpPr txBox="1"/>
          <p:nvPr/>
        </p:nvSpPr>
        <p:spPr>
          <a:xfrm>
            <a:off x="3467695" y="4942497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Spugna cancellina</a:t>
            </a:r>
          </a:p>
        </p:txBody>
      </p:sp>
      <p:sp>
        <p:nvSpPr>
          <p:cNvPr id="300" name="TextBox 299">
            <a:hlinkClick action="ppaction://hlinksldjump" r:id="rId32"/>
          </p:cNvPr>
          <p:cNvSpPr txBox="1"/>
          <p:nvPr/>
        </p:nvSpPr>
        <p:spPr>
          <a:xfrm>
            <a:off x="4462227" y="4942497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116</a:t>
            </a:r>
          </a:p>
        </p:txBody>
      </p:sp>
      <p:sp>
        <p:nvSpPr>
          <p:cNvPr id="301" name="TextBox 300">
            <a:hlinkClick action="ppaction://hlinksldjump" r:id="rId24"/>
          </p:cNvPr>
          <p:cNvSpPr txBox="1"/>
          <p:nvPr/>
        </p:nvSpPr>
        <p:spPr>
          <a:xfrm>
            <a:off x="2711946" y="5069299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64547</a:t>
            </a:r>
          </a:p>
        </p:txBody>
      </p:sp>
      <p:sp>
        <p:nvSpPr>
          <p:cNvPr id="302" name="TextBox 301">
            <a:hlinkClick action="ppaction://hlinksldjump" r:id="rId24"/>
          </p:cNvPr>
          <p:cNvSpPr txBox="1"/>
          <p:nvPr/>
        </p:nvSpPr>
        <p:spPr>
          <a:xfrm>
            <a:off x="3467695" y="5069299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Salviette di servizio</a:t>
            </a:r>
          </a:p>
        </p:txBody>
      </p:sp>
      <p:sp>
        <p:nvSpPr>
          <p:cNvPr id="303" name="TextBox 302">
            <a:hlinkClick action="ppaction://hlinksldjump" r:id="rId24"/>
          </p:cNvPr>
          <p:cNvSpPr txBox="1"/>
          <p:nvPr/>
        </p:nvSpPr>
        <p:spPr>
          <a:xfrm>
            <a:off x="4472037" y="5069299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304" name="TextBox 303">
            <a:hlinkClick action="ppaction://hlinksldjump" r:id="rId26"/>
          </p:cNvPr>
          <p:cNvSpPr txBox="1"/>
          <p:nvPr/>
        </p:nvSpPr>
        <p:spPr>
          <a:xfrm>
            <a:off x="2711946" y="519610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64550</a:t>
            </a:r>
          </a:p>
        </p:txBody>
      </p:sp>
      <p:sp>
        <p:nvSpPr>
          <p:cNvPr id="305" name="TextBox 304">
            <a:hlinkClick action="ppaction://hlinksldjump" r:id="rId26"/>
          </p:cNvPr>
          <p:cNvSpPr txBox="1"/>
          <p:nvPr/>
        </p:nvSpPr>
        <p:spPr>
          <a:xfrm>
            <a:off x="3467695" y="5196100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306" name="TextBox 305">
            <a:hlinkClick action="ppaction://hlinksldjump" r:id="rId26"/>
          </p:cNvPr>
          <p:cNvSpPr txBox="1"/>
          <p:nvPr/>
        </p:nvSpPr>
        <p:spPr>
          <a:xfrm>
            <a:off x="4481848" y="519610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07" name="TextBox 306">
            <a:hlinkClick action="ppaction://hlinksldjump" r:id="rId26"/>
          </p:cNvPr>
          <p:cNvSpPr txBox="1"/>
          <p:nvPr/>
        </p:nvSpPr>
        <p:spPr>
          <a:xfrm>
            <a:off x="2711946" y="5322902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64551</a:t>
            </a:r>
          </a:p>
        </p:txBody>
      </p:sp>
      <p:sp>
        <p:nvSpPr>
          <p:cNvPr id="308" name="TextBox 307">
            <a:hlinkClick action="ppaction://hlinksldjump" r:id="rId26"/>
          </p:cNvPr>
          <p:cNvSpPr txBox="1"/>
          <p:nvPr/>
        </p:nvSpPr>
        <p:spPr>
          <a:xfrm>
            <a:off x="3467695" y="5322902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309" name="TextBox 308">
            <a:hlinkClick action="ppaction://hlinksldjump" r:id="rId26"/>
          </p:cNvPr>
          <p:cNvSpPr txBox="1"/>
          <p:nvPr/>
        </p:nvSpPr>
        <p:spPr>
          <a:xfrm>
            <a:off x="4481848" y="532290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10" name="TextBox 309">
            <a:hlinkClick action="ppaction://hlinksldjump" r:id="rId26"/>
          </p:cNvPr>
          <p:cNvSpPr txBox="1"/>
          <p:nvPr/>
        </p:nvSpPr>
        <p:spPr>
          <a:xfrm>
            <a:off x="2711946" y="5449703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64552</a:t>
            </a:r>
          </a:p>
        </p:txBody>
      </p:sp>
      <p:sp>
        <p:nvSpPr>
          <p:cNvPr id="311" name="TextBox 310">
            <a:hlinkClick action="ppaction://hlinksldjump" r:id="rId26"/>
          </p:cNvPr>
          <p:cNvSpPr txBox="1"/>
          <p:nvPr/>
        </p:nvSpPr>
        <p:spPr>
          <a:xfrm>
            <a:off x="3467695" y="5449703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312" name="TextBox 311">
            <a:hlinkClick action="ppaction://hlinksldjump" r:id="rId26"/>
          </p:cNvPr>
          <p:cNvSpPr txBox="1"/>
          <p:nvPr/>
        </p:nvSpPr>
        <p:spPr>
          <a:xfrm>
            <a:off x="4481848" y="544970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13" name="TextBox 312">
            <a:hlinkClick action="ppaction://hlinksldjump" r:id="rId26"/>
          </p:cNvPr>
          <p:cNvSpPr txBox="1"/>
          <p:nvPr/>
        </p:nvSpPr>
        <p:spPr>
          <a:xfrm>
            <a:off x="2711946" y="5576505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64553</a:t>
            </a:r>
          </a:p>
        </p:txBody>
      </p:sp>
      <p:sp>
        <p:nvSpPr>
          <p:cNvPr id="314" name="TextBox 313">
            <a:hlinkClick action="ppaction://hlinksldjump" r:id="rId26"/>
          </p:cNvPr>
          <p:cNvSpPr txBox="1"/>
          <p:nvPr/>
        </p:nvSpPr>
        <p:spPr>
          <a:xfrm>
            <a:off x="3467695" y="5576505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315" name="TextBox 314">
            <a:hlinkClick action="ppaction://hlinksldjump" r:id="rId26"/>
          </p:cNvPr>
          <p:cNvSpPr txBox="1"/>
          <p:nvPr/>
        </p:nvSpPr>
        <p:spPr>
          <a:xfrm>
            <a:off x="4481848" y="557650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16" name="TextBox 315">
            <a:hlinkClick action="ppaction://hlinksldjump" r:id="rId13"/>
          </p:cNvPr>
          <p:cNvSpPr txBox="1"/>
          <p:nvPr/>
        </p:nvSpPr>
        <p:spPr>
          <a:xfrm>
            <a:off x="2711946" y="570330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64554</a:t>
            </a:r>
          </a:p>
        </p:txBody>
      </p:sp>
      <p:sp>
        <p:nvSpPr>
          <p:cNvPr id="317" name="TextBox 316">
            <a:hlinkClick action="ppaction://hlinksldjump" r:id="rId13"/>
          </p:cNvPr>
          <p:cNvSpPr txBox="1"/>
          <p:nvPr/>
        </p:nvSpPr>
        <p:spPr>
          <a:xfrm>
            <a:off x="3467695" y="5703307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318" name="TextBox 317">
            <a:hlinkClick action="ppaction://hlinksldjump" r:id="rId13"/>
          </p:cNvPr>
          <p:cNvSpPr txBox="1"/>
          <p:nvPr/>
        </p:nvSpPr>
        <p:spPr>
          <a:xfrm>
            <a:off x="4501470" y="570330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319" name="TextBox 318">
            <a:hlinkClick action="ppaction://hlinksldjump" r:id="rId33"/>
          </p:cNvPr>
          <p:cNvSpPr txBox="1"/>
          <p:nvPr/>
        </p:nvSpPr>
        <p:spPr>
          <a:xfrm>
            <a:off x="2711946" y="5830108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64555</a:t>
            </a:r>
          </a:p>
        </p:txBody>
      </p:sp>
      <p:sp>
        <p:nvSpPr>
          <p:cNvPr id="320" name="TextBox 319">
            <a:hlinkClick action="ppaction://hlinksldjump" r:id="rId33"/>
          </p:cNvPr>
          <p:cNvSpPr txBox="1"/>
          <p:nvPr/>
        </p:nvSpPr>
        <p:spPr>
          <a:xfrm>
            <a:off x="3467695" y="5830108"/>
            <a:ext cx="72896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a scomparti</a:t>
            </a:r>
          </a:p>
        </p:txBody>
      </p:sp>
      <p:sp>
        <p:nvSpPr>
          <p:cNvPr id="321" name="TextBox 320">
            <a:hlinkClick action="ppaction://hlinksldjump" r:id="rId33"/>
          </p:cNvPr>
          <p:cNvSpPr txBox="1"/>
          <p:nvPr/>
        </p:nvSpPr>
        <p:spPr>
          <a:xfrm>
            <a:off x="4501470" y="583010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322" name="TextBox 321">
            <a:hlinkClick action="ppaction://hlinksldjump" r:id="rId34"/>
          </p:cNvPr>
          <p:cNvSpPr txBox="1"/>
          <p:nvPr/>
        </p:nvSpPr>
        <p:spPr>
          <a:xfrm>
            <a:off x="2711946" y="595691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64558</a:t>
            </a:r>
          </a:p>
        </p:txBody>
      </p:sp>
      <p:sp>
        <p:nvSpPr>
          <p:cNvPr id="323" name="TextBox 322">
            <a:hlinkClick action="ppaction://hlinksldjump" r:id="rId34"/>
          </p:cNvPr>
          <p:cNvSpPr txBox="1"/>
          <p:nvPr/>
        </p:nvSpPr>
        <p:spPr>
          <a:xfrm>
            <a:off x="3467695" y="5956910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24" name="TextBox 323">
            <a:hlinkClick action="ppaction://hlinksldjump" r:id="rId34"/>
          </p:cNvPr>
          <p:cNvSpPr txBox="1"/>
          <p:nvPr/>
        </p:nvSpPr>
        <p:spPr>
          <a:xfrm>
            <a:off x="4540713" y="5956910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25" name="TextBox 324">
            <a:hlinkClick action="ppaction://hlinksldjump" r:id="rId34"/>
          </p:cNvPr>
          <p:cNvSpPr txBox="1"/>
          <p:nvPr/>
        </p:nvSpPr>
        <p:spPr>
          <a:xfrm>
            <a:off x="2711946" y="608371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64559</a:t>
            </a:r>
          </a:p>
        </p:txBody>
      </p:sp>
      <p:sp>
        <p:nvSpPr>
          <p:cNvPr id="326" name="TextBox 325">
            <a:hlinkClick action="ppaction://hlinksldjump" r:id="rId34"/>
          </p:cNvPr>
          <p:cNvSpPr txBox="1"/>
          <p:nvPr/>
        </p:nvSpPr>
        <p:spPr>
          <a:xfrm>
            <a:off x="3467695" y="6083711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27" name="TextBox 326">
            <a:hlinkClick action="ppaction://hlinksldjump" r:id="rId34"/>
          </p:cNvPr>
          <p:cNvSpPr txBox="1"/>
          <p:nvPr/>
        </p:nvSpPr>
        <p:spPr>
          <a:xfrm>
            <a:off x="4540713" y="6083711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28" name="TextBox 327">
            <a:hlinkClick action="ppaction://hlinksldjump" r:id="rId34"/>
          </p:cNvPr>
          <p:cNvSpPr txBox="1"/>
          <p:nvPr/>
        </p:nvSpPr>
        <p:spPr>
          <a:xfrm>
            <a:off x="2711946" y="621051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64560</a:t>
            </a:r>
          </a:p>
        </p:txBody>
      </p:sp>
      <p:sp>
        <p:nvSpPr>
          <p:cNvPr id="329" name="TextBox 328">
            <a:hlinkClick action="ppaction://hlinksldjump" r:id="rId34"/>
          </p:cNvPr>
          <p:cNvSpPr txBox="1"/>
          <p:nvPr/>
        </p:nvSpPr>
        <p:spPr>
          <a:xfrm>
            <a:off x="3467695" y="6210513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30" name="TextBox 329">
            <a:hlinkClick action="ppaction://hlinksldjump" r:id="rId34"/>
          </p:cNvPr>
          <p:cNvSpPr txBox="1"/>
          <p:nvPr/>
        </p:nvSpPr>
        <p:spPr>
          <a:xfrm>
            <a:off x="4540713" y="6210513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31" name="TextBox 330">
            <a:hlinkClick action="ppaction://hlinksldjump" r:id="rId34"/>
          </p:cNvPr>
          <p:cNvSpPr txBox="1"/>
          <p:nvPr/>
        </p:nvSpPr>
        <p:spPr>
          <a:xfrm>
            <a:off x="2711946" y="6337314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64561</a:t>
            </a:r>
          </a:p>
        </p:txBody>
      </p:sp>
      <p:sp>
        <p:nvSpPr>
          <p:cNvPr id="332" name="TextBox 331">
            <a:hlinkClick action="ppaction://hlinksldjump" r:id="rId34"/>
          </p:cNvPr>
          <p:cNvSpPr txBox="1"/>
          <p:nvPr/>
        </p:nvSpPr>
        <p:spPr>
          <a:xfrm>
            <a:off x="3467695" y="6337314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33" name="TextBox 332">
            <a:hlinkClick action="ppaction://hlinksldjump" r:id="rId34"/>
          </p:cNvPr>
          <p:cNvSpPr txBox="1"/>
          <p:nvPr/>
        </p:nvSpPr>
        <p:spPr>
          <a:xfrm>
            <a:off x="4540713" y="6337314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34" name="TextBox 333">
            <a:hlinkClick action="ppaction://hlinksldjump" r:id="rId34"/>
          </p:cNvPr>
          <p:cNvSpPr txBox="1"/>
          <p:nvPr/>
        </p:nvSpPr>
        <p:spPr>
          <a:xfrm>
            <a:off x="2711946" y="646411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64562</a:t>
            </a:r>
          </a:p>
        </p:txBody>
      </p:sp>
      <p:sp>
        <p:nvSpPr>
          <p:cNvPr id="335" name="TextBox 334">
            <a:hlinkClick action="ppaction://hlinksldjump" r:id="rId34"/>
          </p:cNvPr>
          <p:cNvSpPr txBox="1"/>
          <p:nvPr/>
        </p:nvSpPr>
        <p:spPr>
          <a:xfrm>
            <a:off x="3467695" y="6464116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336" name="TextBox 335">
            <a:hlinkClick action="ppaction://hlinksldjump" r:id="rId34"/>
          </p:cNvPr>
          <p:cNvSpPr txBox="1"/>
          <p:nvPr/>
        </p:nvSpPr>
        <p:spPr>
          <a:xfrm>
            <a:off x="4540713" y="6464116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337" name="TextBox 336">
            <a:hlinkClick action="ppaction://hlinksldjump" r:id="rId35"/>
          </p:cNvPr>
          <p:cNvSpPr txBox="1"/>
          <p:nvPr/>
        </p:nvSpPr>
        <p:spPr>
          <a:xfrm>
            <a:off x="2711946" y="659091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64563</a:t>
            </a:r>
          </a:p>
        </p:txBody>
      </p:sp>
      <p:sp>
        <p:nvSpPr>
          <p:cNvPr id="338" name="TextBox 337">
            <a:hlinkClick action="ppaction://hlinksldjump" r:id="rId35"/>
          </p:cNvPr>
          <p:cNvSpPr txBox="1"/>
          <p:nvPr/>
        </p:nvSpPr>
        <p:spPr>
          <a:xfrm>
            <a:off x="3467695" y="6590917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339" name="TextBox 338">
            <a:hlinkClick action="ppaction://hlinksldjump" r:id="rId35"/>
          </p:cNvPr>
          <p:cNvSpPr txBox="1"/>
          <p:nvPr/>
        </p:nvSpPr>
        <p:spPr>
          <a:xfrm>
            <a:off x="4481848" y="659091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340" name="TextBox 339">
            <a:hlinkClick action="ppaction://hlinksldjump" r:id="rId35"/>
          </p:cNvPr>
          <p:cNvSpPr txBox="1"/>
          <p:nvPr/>
        </p:nvSpPr>
        <p:spPr>
          <a:xfrm>
            <a:off x="2711946" y="671771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64564</a:t>
            </a:r>
          </a:p>
        </p:txBody>
      </p:sp>
      <p:sp>
        <p:nvSpPr>
          <p:cNvPr id="341" name="TextBox 340">
            <a:hlinkClick action="ppaction://hlinksldjump" r:id="rId35"/>
          </p:cNvPr>
          <p:cNvSpPr txBox="1"/>
          <p:nvPr/>
        </p:nvSpPr>
        <p:spPr>
          <a:xfrm>
            <a:off x="3467695" y="6717719"/>
            <a:ext cx="10036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Buste e rotoli sottovuoto</a:t>
            </a:r>
          </a:p>
        </p:txBody>
      </p:sp>
      <p:sp>
        <p:nvSpPr>
          <p:cNvPr id="342" name="TextBox 341">
            <a:hlinkClick action="ppaction://hlinksldjump" r:id="rId35"/>
          </p:cNvPr>
          <p:cNvSpPr txBox="1"/>
          <p:nvPr/>
        </p:nvSpPr>
        <p:spPr>
          <a:xfrm>
            <a:off x="4481848" y="671771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</a:t>
            </a:r>
          </a:p>
        </p:txBody>
      </p:sp>
      <p:sp>
        <p:nvSpPr>
          <p:cNvPr id="343" name="TextBox 342">
            <a:hlinkClick action="ppaction://hlinksldjump" r:id="rId36"/>
          </p:cNvPr>
          <p:cNvSpPr txBox="1"/>
          <p:nvPr/>
        </p:nvSpPr>
        <p:spPr>
          <a:xfrm>
            <a:off x="2711946" y="684452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64565</a:t>
            </a:r>
          </a:p>
        </p:txBody>
      </p:sp>
      <p:sp>
        <p:nvSpPr>
          <p:cNvPr id="344" name="TextBox 343">
            <a:hlinkClick action="ppaction://hlinksldjump" r:id="rId36"/>
          </p:cNvPr>
          <p:cNvSpPr txBox="1"/>
          <p:nvPr/>
        </p:nvSpPr>
        <p:spPr>
          <a:xfrm>
            <a:off x="3467695" y="6844521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rettangolari</a:t>
            </a:r>
          </a:p>
        </p:txBody>
      </p:sp>
      <p:sp>
        <p:nvSpPr>
          <p:cNvPr id="345" name="TextBox 344">
            <a:hlinkClick action="ppaction://hlinksldjump" r:id="rId36"/>
          </p:cNvPr>
          <p:cNvSpPr txBox="1"/>
          <p:nvPr/>
        </p:nvSpPr>
        <p:spPr>
          <a:xfrm>
            <a:off x="4501470" y="684452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346" name="TextBox 345">
            <a:hlinkClick action="ppaction://hlinksldjump" r:id="rId36"/>
          </p:cNvPr>
          <p:cNvSpPr txBox="1"/>
          <p:nvPr/>
        </p:nvSpPr>
        <p:spPr>
          <a:xfrm>
            <a:off x="2711946" y="697132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64566</a:t>
            </a:r>
          </a:p>
        </p:txBody>
      </p:sp>
      <p:sp>
        <p:nvSpPr>
          <p:cNvPr id="347" name="TextBox 346">
            <a:hlinkClick action="ppaction://hlinksldjump" r:id="rId36"/>
          </p:cNvPr>
          <p:cNvSpPr txBox="1"/>
          <p:nvPr/>
        </p:nvSpPr>
        <p:spPr>
          <a:xfrm>
            <a:off x="3467695" y="6971322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rettangolari</a:t>
            </a:r>
          </a:p>
        </p:txBody>
      </p:sp>
      <p:sp>
        <p:nvSpPr>
          <p:cNvPr id="348" name="TextBox 347">
            <a:hlinkClick action="ppaction://hlinksldjump" r:id="rId36"/>
          </p:cNvPr>
          <p:cNvSpPr txBox="1"/>
          <p:nvPr/>
        </p:nvSpPr>
        <p:spPr>
          <a:xfrm>
            <a:off x="4501470" y="697132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349" name="TextBox 348">
            <a:hlinkClick action="ppaction://hlinksldjump" r:id="rId36"/>
          </p:cNvPr>
          <p:cNvSpPr txBox="1"/>
          <p:nvPr/>
        </p:nvSpPr>
        <p:spPr>
          <a:xfrm>
            <a:off x="2711946" y="709812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64567</a:t>
            </a:r>
          </a:p>
        </p:txBody>
      </p:sp>
      <p:sp>
        <p:nvSpPr>
          <p:cNvPr id="350" name="TextBox 349">
            <a:hlinkClick action="ppaction://hlinksldjump" r:id="rId36"/>
          </p:cNvPr>
          <p:cNvSpPr txBox="1"/>
          <p:nvPr/>
        </p:nvSpPr>
        <p:spPr>
          <a:xfrm>
            <a:off x="3467695" y="7098124"/>
            <a:ext cx="91536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rettangolari</a:t>
            </a:r>
          </a:p>
        </p:txBody>
      </p:sp>
      <p:sp>
        <p:nvSpPr>
          <p:cNvPr id="351" name="TextBox 350">
            <a:hlinkClick action="ppaction://hlinksldjump" r:id="rId36"/>
          </p:cNvPr>
          <p:cNvSpPr txBox="1"/>
          <p:nvPr/>
        </p:nvSpPr>
        <p:spPr>
          <a:xfrm>
            <a:off x="4501470" y="709812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352" name="TextBox 351">
            <a:hlinkClick action="ppaction://hlinksldjump" r:id="rId26"/>
          </p:cNvPr>
          <p:cNvSpPr txBox="1"/>
          <p:nvPr/>
        </p:nvSpPr>
        <p:spPr>
          <a:xfrm>
            <a:off x="2711946" y="722492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64568</a:t>
            </a:r>
          </a:p>
        </p:txBody>
      </p:sp>
      <p:sp>
        <p:nvSpPr>
          <p:cNvPr id="353" name="TextBox 352">
            <a:hlinkClick action="ppaction://hlinksldjump" r:id="rId26"/>
          </p:cNvPr>
          <p:cNvSpPr txBox="1"/>
          <p:nvPr/>
        </p:nvSpPr>
        <p:spPr>
          <a:xfrm>
            <a:off x="3467695" y="7224925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354" name="TextBox 353">
            <a:hlinkClick action="ppaction://hlinksldjump" r:id="rId26"/>
          </p:cNvPr>
          <p:cNvSpPr txBox="1"/>
          <p:nvPr/>
        </p:nvSpPr>
        <p:spPr>
          <a:xfrm>
            <a:off x="4481848" y="722492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55" name="TextBox 354">
            <a:hlinkClick action="ppaction://hlinksldjump" r:id="rId26"/>
          </p:cNvPr>
          <p:cNvSpPr txBox="1"/>
          <p:nvPr/>
        </p:nvSpPr>
        <p:spPr>
          <a:xfrm>
            <a:off x="2711946" y="735172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64569</a:t>
            </a:r>
          </a:p>
        </p:txBody>
      </p:sp>
      <p:sp>
        <p:nvSpPr>
          <p:cNvPr id="356" name="TextBox 355">
            <a:hlinkClick action="ppaction://hlinksldjump" r:id="rId26"/>
          </p:cNvPr>
          <p:cNvSpPr txBox="1"/>
          <p:nvPr/>
        </p:nvSpPr>
        <p:spPr>
          <a:xfrm>
            <a:off x="3467695" y="7351727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357" name="TextBox 356">
            <a:hlinkClick action="ppaction://hlinksldjump" r:id="rId26"/>
          </p:cNvPr>
          <p:cNvSpPr txBox="1"/>
          <p:nvPr/>
        </p:nvSpPr>
        <p:spPr>
          <a:xfrm>
            <a:off x="4481848" y="735172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58" name="TextBox 357">
            <a:hlinkClick action="ppaction://hlinksldjump" r:id="rId26"/>
          </p:cNvPr>
          <p:cNvSpPr txBox="1"/>
          <p:nvPr/>
        </p:nvSpPr>
        <p:spPr>
          <a:xfrm>
            <a:off x="2711946" y="747852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64570</a:t>
            </a:r>
          </a:p>
        </p:txBody>
      </p:sp>
      <p:sp>
        <p:nvSpPr>
          <p:cNvPr id="359" name="TextBox 358">
            <a:hlinkClick action="ppaction://hlinksldjump" r:id="rId26"/>
          </p:cNvPr>
          <p:cNvSpPr txBox="1"/>
          <p:nvPr/>
        </p:nvSpPr>
        <p:spPr>
          <a:xfrm>
            <a:off x="3467695" y="7478528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360" name="TextBox 359">
            <a:hlinkClick action="ppaction://hlinksldjump" r:id="rId26"/>
          </p:cNvPr>
          <p:cNvSpPr txBox="1"/>
          <p:nvPr/>
        </p:nvSpPr>
        <p:spPr>
          <a:xfrm>
            <a:off x="4481848" y="747852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61" name="TextBox 360">
            <a:hlinkClick action="ppaction://hlinksldjump" r:id="rId26"/>
          </p:cNvPr>
          <p:cNvSpPr txBox="1"/>
          <p:nvPr/>
        </p:nvSpPr>
        <p:spPr>
          <a:xfrm>
            <a:off x="2711946" y="7605330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64571</a:t>
            </a:r>
          </a:p>
        </p:txBody>
      </p:sp>
      <p:sp>
        <p:nvSpPr>
          <p:cNvPr id="362" name="TextBox 361">
            <a:hlinkClick action="ppaction://hlinksldjump" r:id="rId26"/>
          </p:cNvPr>
          <p:cNvSpPr txBox="1"/>
          <p:nvPr/>
        </p:nvSpPr>
        <p:spPr>
          <a:xfrm>
            <a:off x="3467695" y="7605330"/>
            <a:ext cx="10723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forno in fogli, rotoli …</a:t>
            </a:r>
          </a:p>
        </p:txBody>
      </p:sp>
      <p:sp>
        <p:nvSpPr>
          <p:cNvPr id="363" name="TextBox 362">
            <a:hlinkClick action="ppaction://hlinksldjump" r:id="rId26"/>
          </p:cNvPr>
          <p:cNvSpPr txBox="1"/>
          <p:nvPr/>
        </p:nvSpPr>
        <p:spPr>
          <a:xfrm>
            <a:off x="4481848" y="760533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</a:t>
            </a:r>
          </a:p>
        </p:txBody>
      </p:sp>
      <p:sp>
        <p:nvSpPr>
          <p:cNvPr id="364" name="TextBox 363">
            <a:hlinkClick action="ppaction://hlinksldjump" r:id="rId37"/>
          </p:cNvPr>
          <p:cNvSpPr txBox="1"/>
          <p:nvPr/>
        </p:nvSpPr>
        <p:spPr>
          <a:xfrm>
            <a:off x="2711946" y="7732132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64575</a:t>
            </a:r>
          </a:p>
        </p:txBody>
      </p:sp>
      <p:sp>
        <p:nvSpPr>
          <p:cNvPr id="365" name="TextBox 364">
            <a:hlinkClick action="ppaction://hlinksldjump" r:id="rId37"/>
          </p:cNvPr>
          <p:cNvSpPr txBox="1"/>
          <p:nvPr/>
        </p:nvSpPr>
        <p:spPr>
          <a:xfrm>
            <a:off x="3467695" y="7732132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366" name="TextBox 365">
            <a:hlinkClick action="ppaction://hlinksldjump" r:id="rId37"/>
          </p:cNvPr>
          <p:cNvSpPr txBox="1"/>
          <p:nvPr/>
        </p:nvSpPr>
        <p:spPr>
          <a:xfrm>
            <a:off x="4491659" y="773213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367" name="TextBox 366">
            <a:hlinkClick action="ppaction://hlinksldjump" r:id="rId37"/>
          </p:cNvPr>
          <p:cNvSpPr txBox="1"/>
          <p:nvPr/>
        </p:nvSpPr>
        <p:spPr>
          <a:xfrm>
            <a:off x="2711946" y="785893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64576</a:t>
            </a:r>
          </a:p>
        </p:txBody>
      </p:sp>
      <p:sp>
        <p:nvSpPr>
          <p:cNvPr id="368" name="TextBox 367">
            <a:hlinkClick action="ppaction://hlinksldjump" r:id="rId37"/>
          </p:cNvPr>
          <p:cNvSpPr txBox="1"/>
          <p:nvPr/>
        </p:nvSpPr>
        <p:spPr>
          <a:xfrm>
            <a:off x="3467695" y="7858933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369" name="TextBox 368">
            <a:hlinkClick action="ppaction://hlinksldjump" r:id="rId37"/>
          </p:cNvPr>
          <p:cNvSpPr txBox="1"/>
          <p:nvPr/>
        </p:nvSpPr>
        <p:spPr>
          <a:xfrm>
            <a:off x="4491659" y="785893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370" name="TextBox 369">
            <a:hlinkClick action="ppaction://hlinksldjump" r:id="rId37"/>
          </p:cNvPr>
          <p:cNvSpPr txBox="1"/>
          <p:nvPr/>
        </p:nvSpPr>
        <p:spPr>
          <a:xfrm>
            <a:off x="2711946" y="7985735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64577</a:t>
            </a:r>
          </a:p>
        </p:txBody>
      </p:sp>
      <p:sp>
        <p:nvSpPr>
          <p:cNvPr id="371" name="TextBox 370">
            <a:hlinkClick action="ppaction://hlinksldjump" r:id="rId37"/>
          </p:cNvPr>
          <p:cNvSpPr txBox="1"/>
          <p:nvPr/>
        </p:nvSpPr>
        <p:spPr>
          <a:xfrm>
            <a:off x="3467695" y="7985735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372" name="TextBox 371">
            <a:hlinkClick action="ppaction://hlinksldjump" r:id="rId37"/>
          </p:cNvPr>
          <p:cNvSpPr txBox="1"/>
          <p:nvPr/>
        </p:nvSpPr>
        <p:spPr>
          <a:xfrm>
            <a:off x="4491659" y="798573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373" name="TextBox 372">
            <a:hlinkClick action="ppaction://hlinksldjump" r:id="rId37"/>
          </p:cNvPr>
          <p:cNvSpPr txBox="1"/>
          <p:nvPr/>
        </p:nvSpPr>
        <p:spPr>
          <a:xfrm>
            <a:off x="2711946" y="811253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64578</a:t>
            </a:r>
          </a:p>
        </p:txBody>
      </p:sp>
      <p:sp>
        <p:nvSpPr>
          <p:cNvPr id="374" name="TextBox 373">
            <a:hlinkClick action="ppaction://hlinksldjump" r:id="rId37"/>
          </p:cNvPr>
          <p:cNvSpPr txBox="1"/>
          <p:nvPr/>
        </p:nvSpPr>
        <p:spPr>
          <a:xfrm>
            <a:off x="3467695" y="8112536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375" name="TextBox 374">
            <a:hlinkClick action="ppaction://hlinksldjump" r:id="rId37"/>
          </p:cNvPr>
          <p:cNvSpPr txBox="1"/>
          <p:nvPr/>
        </p:nvSpPr>
        <p:spPr>
          <a:xfrm>
            <a:off x="4491659" y="811253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376" name="TextBox 375">
            <a:hlinkClick action="ppaction://hlinksldjump" r:id="rId13"/>
          </p:cNvPr>
          <p:cNvSpPr txBox="1"/>
          <p:nvPr/>
        </p:nvSpPr>
        <p:spPr>
          <a:xfrm>
            <a:off x="2711946" y="823933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64580</a:t>
            </a:r>
          </a:p>
        </p:txBody>
      </p:sp>
      <p:sp>
        <p:nvSpPr>
          <p:cNvPr id="377" name="TextBox 376">
            <a:hlinkClick action="ppaction://hlinksldjump" r:id="rId13"/>
          </p:cNvPr>
          <p:cNvSpPr txBox="1"/>
          <p:nvPr/>
        </p:nvSpPr>
        <p:spPr>
          <a:xfrm>
            <a:off x="3467695" y="8239338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378" name="TextBox 377">
            <a:hlinkClick action="ppaction://hlinksldjump" r:id="rId13"/>
          </p:cNvPr>
          <p:cNvSpPr txBox="1"/>
          <p:nvPr/>
        </p:nvSpPr>
        <p:spPr>
          <a:xfrm>
            <a:off x="4501470" y="823933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379" name="TextBox 378">
            <a:hlinkClick action="ppaction://hlinksldjump" r:id="rId38"/>
          </p:cNvPr>
          <p:cNvSpPr txBox="1"/>
          <p:nvPr/>
        </p:nvSpPr>
        <p:spPr>
          <a:xfrm>
            <a:off x="2711946" y="8366139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64581</a:t>
            </a:r>
          </a:p>
        </p:txBody>
      </p:sp>
      <p:sp>
        <p:nvSpPr>
          <p:cNvPr id="380" name="TextBox 379">
            <a:hlinkClick action="ppaction://hlinksldjump" r:id="rId38"/>
          </p:cNvPr>
          <p:cNvSpPr txBox="1"/>
          <p:nvPr/>
        </p:nvSpPr>
        <p:spPr>
          <a:xfrm>
            <a:off x="3467695" y="8366139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decorate</a:t>
            </a:r>
          </a:p>
        </p:txBody>
      </p:sp>
      <p:sp>
        <p:nvSpPr>
          <p:cNvPr id="381" name="TextBox 380">
            <a:hlinkClick action="ppaction://hlinksldjump" r:id="rId38"/>
          </p:cNvPr>
          <p:cNvSpPr txBox="1"/>
          <p:nvPr/>
        </p:nvSpPr>
        <p:spPr>
          <a:xfrm>
            <a:off x="4481848" y="836613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40</a:t>
            </a:r>
          </a:p>
        </p:txBody>
      </p:sp>
      <p:sp>
        <p:nvSpPr>
          <p:cNvPr id="382" name="TextBox 381">
            <a:hlinkClick action="ppaction://hlinksldjump" r:id="rId38"/>
          </p:cNvPr>
          <p:cNvSpPr txBox="1"/>
          <p:nvPr/>
        </p:nvSpPr>
        <p:spPr>
          <a:xfrm>
            <a:off x="2711946" y="849294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64582</a:t>
            </a:r>
          </a:p>
        </p:txBody>
      </p:sp>
      <p:sp>
        <p:nvSpPr>
          <p:cNvPr id="383" name="TextBox 382">
            <a:hlinkClick action="ppaction://hlinksldjump" r:id="rId38"/>
          </p:cNvPr>
          <p:cNvSpPr txBox="1"/>
          <p:nvPr/>
        </p:nvSpPr>
        <p:spPr>
          <a:xfrm>
            <a:off x="3467695" y="8492941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decorate</a:t>
            </a:r>
          </a:p>
        </p:txBody>
      </p:sp>
      <p:sp>
        <p:nvSpPr>
          <p:cNvPr id="384" name="TextBox 383">
            <a:hlinkClick action="ppaction://hlinksldjump" r:id="rId38"/>
          </p:cNvPr>
          <p:cNvSpPr txBox="1"/>
          <p:nvPr/>
        </p:nvSpPr>
        <p:spPr>
          <a:xfrm>
            <a:off x="4481848" y="849294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40</a:t>
            </a:r>
          </a:p>
        </p:txBody>
      </p:sp>
      <p:sp>
        <p:nvSpPr>
          <p:cNvPr id="385" name="TextBox 384">
            <a:hlinkClick action="ppaction://hlinksldjump" r:id="rId18"/>
          </p:cNvPr>
          <p:cNvSpPr txBox="1"/>
          <p:nvPr/>
        </p:nvSpPr>
        <p:spPr>
          <a:xfrm>
            <a:off x="2711946" y="861974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64584</a:t>
            </a:r>
          </a:p>
        </p:txBody>
      </p:sp>
      <p:sp>
        <p:nvSpPr>
          <p:cNvPr id="386" name="TextBox 385">
            <a:hlinkClick action="ppaction://hlinksldjump" r:id="rId18"/>
          </p:cNvPr>
          <p:cNvSpPr txBox="1"/>
          <p:nvPr/>
        </p:nvSpPr>
        <p:spPr>
          <a:xfrm>
            <a:off x="3467695" y="8619742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387" name="TextBox 386">
            <a:hlinkClick action="ppaction://hlinksldjump" r:id="rId18"/>
          </p:cNvPr>
          <p:cNvSpPr txBox="1"/>
          <p:nvPr/>
        </p:nvSpPr>
        <p:spPr>
          <a:xfrm>
            <a:off x="4481848" y="861974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388" name="TextBox 387">
            <a:hlinkClick action="ppaction://hlinksldjump" r:id="rId37"/>
          </p:cNvPr>
          <p:cNvSpPr txBox="1"/>
          <p:nvPr/>
        </p:nvSpPr>
        <p:spPr>
          <a:xfrm>
            <a:off x="2711946" y="874654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64585</a:t>
            </a:r>
          </a:p>
        </p:txBody>
      </p:sp>
      <p:sp>
        <p:nvSpPr>
          <p:cNvPr id="389" name="TextBox 388">
            <a:hlinkClick action="ppaction://hlinksldjump" r:id="rId37"/>
          </p:cNvPr>
          <p:cNvSpPr txBox="1"/>
          <p:nvPr/>
        </p:nvSpPr>
        <p:spPr>
          <a:xfrm>
            <a:off x="3467695" y="8746544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390" name="TextBox 389">
            <a:hlinkClick action="ppaction://hlinksldjump" r:id="rId37"/>
          </p:cNvPr>
          <p:cNvSpPr txBox="1"/>
          <p:nvPr/>
        </p:nvSpPr>
        <p:spPr>
          <a:xfrm>
            <a:off x="4491659" y="874654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391" name="TextBox 390">
            <a:hlinkClick action="ppaction://hlinksldjump" r:id="rId37"/>
          </p:cNvPr>
          <p:cNvSpPr txBox="1"/>
          <p:nvPr/>
        </p:nvSpPr>
        <p:spPr>
          <a:xfrm>
            <a:off x="2711946" y="887334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64586</a:t>
            </a:r>
          </a:p>
        </p:txBody>
      </p:sp>
      <p:sp>
        <p:nvSpPr>
          <p:cNvPr id="392" name="TextBox 391">
            <a:hlinkClick action="ppaction://hlinksldjump" r:id="rId37"/>
          </p:cNvPr>
          <p:cNvSpPr txBox="1"/>
          <p:nvPr/>
        </p:nvSpPr>
        <p:spPr>
          <a:xfrm>
            <a:off x="3467695" y="8873346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393" name="TextBox 392">
            <a:hlinkClick action="ppaction://hlinksldjump" r:id="rId37"/>
          </p:cNvPr>
          <p:cNvSpPr txBox="1"/>
          <p:nvPr/>
        </p:nvSpPr>
        <p:spPr>
          <a:xfrm>
            <a:off x="4491659" y="887334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394" name="TextBox 393">
            <a:hlinkClick action="ppaction://hlinksldjump" r:id="rId37"/>
          </p:cNvPr>
          <p:cNvSpPr txBox="1"/>
          <p:nvPr/>
        </p:nvSpPr>
        <p:spPr>
          <a:xfrm>
            <a:off x="2711946" y="900014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64587</a:t>
            </a:r>
          </a:p>
        </p:txBody>
      </p:sp>
      <p:sp>
        <p:nvSpPr>
          <p:cNvPr id="395" name="TextBox 394">
            <a:hlinkClick action="ppaction://hlinksldjump" r:id="rId37"/>
          </p:cNvPr>
          <p:cNvSpPr txBox="1"/>
          <p:nvPr/>
        </p:nvSpPr>
        <p:spPr>
          <a:xfrm>
            <a:off x="3467695" y="9000147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396" name="TextBox 395">
            <a:hlinkClick action="ppaction://hlinksldjump" r:id="rId37"/>
          </p:cNvPr>
          <p:cNvSpPr txBox="1"/>
          <p:nvPr/>
        </p:nvSpPr>
        <p:spPr>
          <a:xfrm>
            <a:off x="4491659" y="900014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397" name="TextBox 396">
            <a:hlinkClick action="ppaction://hlinksldjump" r:id="rId37"/>
          </p:cNvPr>
          <p:cNvSpPr txBox="1"/>
          <p:nvPr/>
        </p:nvSpPr>
        <p:spPr>
          <a:xfrm>
            <a:off x="4883943" y="101164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64588</a:t>
            </a:r>
          </a:p>
        </p:txBody>
      </p:sp>
      <p:sp>
        <p:nvSpPr>
          <p:cNvPr id="398" name="TextBox 397">
            <a:hlinkClick action="ppaction://hlinksldjump" r:id="rId37"/>
          </p:cNvPr>
          <p:cNvSpPr txBox="1"/>
          <p:nvPr/>
        </p:nvSpPr>
        <p:spPr>
          <a:xfrm>
            <a:off x="5639692" y="1011649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399" name="TextBox 398">
            <a:hlinkClick action="ppaction://hlinksldjump" r:id="rId37"/>
          </p:cNvPr>
          <p:cNvSpPr txBox="1"/>
          <p:nvPr/>
        </p:nvSpPr>
        <p:spPr>
          <a:xfrm>
            <a:off x="6663657" y="101164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00" name="TextBox 399">
            <a:hlinkClick action="ppaction://hlinksldjump" r:id="rId37"/>
          </p:cNvPr>
          <p:cNvSpPr txBox="1"/>
          <p:nvPr/>
        </p:nvSpPr>
        <p:spPr>
          <a:xfrm>
            <a:off x="4883943" y="1138450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64589</a:t>
            </a:r>
          </a:p>
        </p:txBody>
      </p:sp>
      <p:sp>
        <p:nvSpPr>
          <p:cNvPr id="401" name="TextBox 400">
            <a:hlinkClick action="ppaction://hlinksldjump" r:id="rId37"/>
          </p:cNvPr>
          <p:cNvSpPr txBox="1"/>
          <p:nvPr/>
        </p:nvSpPr>
        <p:spPr>
          <a:xfrm>
            <a:off x="5639692" y="1138450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riutilizzabili</a:t>
            </a:r>
          </a:p>
        </p:txBody>
      </p:sp>
      <p:sp>
        <p:nvSpPr>
          <p:cNvPr id="402" name="TextBox 401">
            <a:hlinkClick action="ppaction://hlinksldjump" r:id="rId37"/>
          </p:cNvPr>
          <p:cNvSpPr txBox="1"/>
          <p:nvPr/>
        </p:nvSpPr>
        <p:spPr>
          <a:xfrm>
            <a:off x="6663657" y="113845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26</a:t>
            </a:r>
          </a:p>
        </p:txBody>
      </p:sp>
      <p:sp>
        <p:nvSpPr>
          <p:cNvPr id="403" name="TextBox 402">
            <a:hlinkClick action="ppaction://hlinksldjump" r:id="rId15"/>
          </p:cNvPr>
          <p:cNvSpPr txBox="1"/>
          <p:nvPr/>
        </p:nvSpPr>
        <p:spPr>
          <a:xfrm>
            <a:off x="4883943" y="126525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64590</a:t>
            </a:r>
          </a:p>
        </p:txBody>
      </p:sp>
      <p:sp>
        <p:nvSpPr>
          <p:cNvPr id="404" name="TextBox 403">
            <a:hlinkClick action="ppaction://hlinksldjump" r:id="rId15"/>
          </p:cNvPr>
          <p:cNvSpPr txBox="1"/>
          <p:nvPr/>
        </p:nvSpPr>
        <p:spPr>
          <a:xfrm>
            <a:off x="5639692" y="1265252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Panni PVA</a:t>
            </a:r>
          </a:p>
        </p:txBody>
      </p:sp>
      <p:sp>
        <p:nvSpPr>
          <p:cNvPr id="405" name="TextBox 404">
            <a:hlinkClick action="ppaction://hlinksldjump" r:id="rId15"/>
          </p:cNvPr>
          <p:cNvSpPr txBox="1"/>
          <p:nvPr/>
        </p:nvSpPr>
        <p:spPr>
          <a:xfrm>
            <a:off x="6634224" y="1265252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113</a:t>
            </a:r>
          </a:p>
        </p:txBody>
      </p:sp>
      <p:sp>
        <p:nvSpPr>
          <p:cNvPr id="406" name="TextBox 405">
            <a:hlinkClick action="ppaction://hlinksldjump" r:id="rId13"/>
          </p:cNvPr>
          <p:cNvSpPr txBox="1"/>
          <p:nvPr/>
        </p:nvSpPr>
        <p:spPr>
          <a:xfrm>
            <a:off x="4883943" y="139205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64593</a:t>
            </a:r>
          </a:p>
        </p:txBody>
      </p:sp>
      <p:sp>
        <p:nvSpPr>
          <p:cNvPr id="407" name="TextBox 406">
            <a:hlinkClick action="ppaction://hlinksldjump" r:id="rId13"/>
          </p:cNvPr>
          <p:cNvSpPr txBox="1"/>
          <p:nvPr/>
        </p:nvSpPr>
        <p:spPr>
          <a:xfrm>
            <a:off x="5639692" y="1392053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408" name="TextBox 407">
            <a:hlinkClick action="ppaction://hlinksldjump" r:id="rId13"/>
          </p:cNvPr>
          <p:cNvSpPr txBox="1"/>
          <p:nvPr/>
        </p:nvSpPr>
        <p:spPr>
          <a:xfrm>
            <a:off x="6673467" y="139205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409" name="TextBox 408">
            <a:hlinkClick action="ppaction://hlinksldjump" r:id="rId12"/>
          </p:cNvPr>
          <p:cNvSpPr txBox="1"/>
          <p:nvPr/>
        </p:nvSpPr>
        <p:spPr>
          <a:xfrm>
            <a:off x="4883943" y="151885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64594</a:t>
            </a:r>
          </a:p>
        </p:txBody>
      </p:sp>
      <p:sp>
        <p:nvSpPr>
          <p:cNvPr id="410" name="TextBox 409">
            <a:hlinkClick action="ppaction://hlinksldjump" r:id="rId12"/>
          </p:cNvPr>
          <p:cNvSpPr txBox="1"/>
          <p:nvPr/>
        </p:nvSpPr>
        <p:spPr>
          <a:xfrm>
            <a:off x="5639692" y="1518855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411" name="TextBox 410">
            <a:hlinkClick action="ppaction://hlinksldjump" r:id="rId12"/>
          </p:cNvPr>
          <p:cNvSpPr txBox="1"/>
          <p:nvPr/>
        </p:nvSpPr>
        <p:spPr>
          <a:xfrm>
            <a:off x="6653846" y="151885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412" name="TextBox 411">
            <a:hlinkClick action="ppaction://hlinksldjump" r:id="rId12"/>
          </p:cNvPr>
          <p:cNvSpPr txBox="1"/>
          <p:nvPr/>
        </p:nvSpPr>
        <p:spPr>
          <a:xfrm>
            <a:off x="4883943" y="164565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64595</a:t>
            </a:r>
          </a:p>
        </p:txBody>
      </p:sp>
      <p:sp>
        <p:nvSpPr>
          <p:cNvPr id="413" name="TextBox 412">
            <a:hlinkClick action="ppaction://hlinksldjump" r:id="rId12"/>
          </p:cNvPr>
          <p:cNvSpPr txBox="1"/>
          <p:nvPr/>
        </p:nvSpPr>
        <p:spPr>
          <a:xfrm>
            <a:off x="5639692" y="1645657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414" name="TextBox 413">
            <a:hlinkClick action="ppaction://hlinksldjump" r:id="rId12"/>
          </p:cNvPr>
          <p:cNvSpPr txBox="1"/>
          <p:nvPr/>
        </p:nvSpPr>
        <p:spPr>
          <a:xfrm>
            <a:off x="6653846" y="164565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415" name="TextBox 414">
            <a:hlinkClick action="ppaction://hlinksldjump" r:id="rId12"/>
          </p:cNvPr>
          <p:cNvSpPr txBox="1"/>
          <p:nvPr/>
        </p:nvSpPr>
        <p:spPr>
          <a:xfrm>
            <a:off x="4883943" y="177245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64596</a:t>
            </a:r>
          </a:p>
        </p:txBody>
      </p:sp>
      <p:sp>
        <p:nvSpPr>
          <p:cNvPr id="416" name="TextBox 415">
            <a:hlinkClick action="ppaction://hlinksldjump" r:id="rId12"/>
          </p:cNvPr>
          <p:cNvSpPr txBox="1"/>
          <p:nvPr/>
        </p:nvSpPr>
        <p:spPr>
          <a:xfrm>
            <a:off x="5639692" y="1772458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417" name="TextBox 416">
            <a:hlinkClick action="ppaction://hlinksldjump" r:id="rId12"/>
          </p:cNvPr>
          <p:cNvSpPr txBox="1"/>
          <p:nvPr/>
        </p:nvSpPr>
        <p:spPr>
          <a:xfrm>
            <a:off x="6653846" y="177245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418" name="TextBox 417">
            <a:hlinkClick action="ppaction://hlinksldjump" r:id="rId22"/>
          </p:cNvPr>
          <p:cNvSpPr txBox="1"/>
          <p:nvPr/>
        </p:nvSpPr>
        <p:spPr>
          <a:xfrm>
            <a:off x="4883943" y="189926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64597</a:t>
            </a:r>
          </a:p>
        </p:txBody>
      </p:sp>
      <p:sp>
        <p:nvSpPr>
          <p:cNvPr id="419" name="TextBox 418">
            <a:hlinkClick action="ppaction://hlinksldjump" r:id="rId22"/>
          </p:cNvPr>
          <p:cNvSpPr txBox="1"/>
          <p:nvPr/>
        </p:nvSpPr>
        <p:spPr>
          <a:xfrm>
            <a:off x="5639692" y="1899260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420" name="TextBox 419">
            <a:hlinkClick action="ppaction://hlinksldjump" r:id="rId22"/>
          </p:cNvPr>
          <p:cNvSpPr txBox="1"/>
          <p:nvPr/>
        </p:nvSpPr>
        <p:spPr>
          <a:xfrm>
            <a:off x="6663657" y="189926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421" name="TextBox 420">
            <a:hlinkClick action="ppaction://hlinksldjump" r:id="rId24"/>
          </p:cNvPr>
          <p:cNvSpPr txBox="1"/>
          <p:nvPr/>
        </p:nvSpPr>
        <p:spPr>
          <a:xfrm>
            <a:off x="4883943" y="202606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64598</a:t>
            </a:r>
          </a:p>
        </p:txBody>
      </p:sp>
      <p:sp>
        <p:nvSpPr>
          <p:cNvPr id="422" name="TextBox 421">
            <a:hlinkClick action="ppaction://hlinksldjump" r:id="rId24"/>
          </p:cNvPr>
          <p:cNvSpPr txBox="1"/>
          <p:nvPr/>
        </p:nvSpPr>
        <p:spPr>
          <a:xfrm>
            <a:off x="5639692" y="2026061"/>
            <a:ext cx="92517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Piumini catturapolvere</a:t>
            </a:r>
          </a:p>
        </p:txBody>
      </p:sp>
      <p:sp>
        <p:nvSpPr>
          <p:cNvPr id="423" name="TextBox 422">
            <a:hlinkClick action="ppaction://hlinksldjump" r:id="rId24"/>
          </p:cNvPr>
          <p:cNvSpPr txBox="1"/>
          <p:nvPr/>
        </p:nvSpPr>
        <p:spPr>
          <a:xfrm>
            <a:off x="6644035" y="2026061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115</a:t>
            </a:r>
          </a:p>
        </p:txBody>
      </p:sp>
      <p:sp>
        <p:nvSpPr>
          <p:cNvPr id="424" name="TextBox 423">
            <a:hlinkClick action="ppaction://hlinksldjump" r:id="rId12"/>
          </p:cNvPr>
          <p:cNvSpPr txBox="1"/>
          <p:nvPr/>
        </p:nvSpPr>
        <p:spPr>
          <a:xfrm>
            <a:off x="4883943" y="215286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64599</a:t>
            </a:r>
          </a:p>
        </p:txBody>
      </p:sp>
      <p:sp>
        <p:nvSpPr>
          <p:cNvPr id="425" name="TextBox 424">
            <a:hlinkClick action="ppaction://hlinksldjump" r:id="rId12"/>
          </p:cNvPr>
          <p:cNvSpPr txBox="1"/>
          <p:nvPr/>
        </p:nvSpPr>
        <p:spPr>
          <a:xfrm>
            <a:off x="5639692" y="2152863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carta piccoli</a:t>
            </a:r>
          </a:p>
        </p:txBody>
      </p:sp>
      <p:sp>
        <p:nvSpPr>
          <p:cNvPr id="426" name="TextBox 425">
            <a:hlinkClick action="ppaction://hlinksldjump" r:id="rId12"/>
          </p:cNvPr>
          <p:cNvSpPr txBox="1"/>
          <p:nvPr/>
        </p:nvSpPr>
        <p:spPr>
          <a:xfrm>
            <a:off x="6653846" y="215286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33</a:t>
            </a:r>
          </a:p>
        </p:txBody>
      </p:sp>
      <p:sp>
        <p:nvSpPr>
          <p:cNvPr id="427" name="TextBox 426">
            <a:hlinkClick action="ppaction://hlinksldjump" r:id="rId34"/>
          </p:cNvPr>
          <p:cNvSpPr txBox="1"/>
          <p:nvPr/>
        </p:nvSpPr>
        <p:spPr>
          <a:xfrm>
            <a:off x="4883943" y="227966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64600</a:t>
            </a:r>
          </a:p>
        </p:txBody>
      </p:sp>
      <p:sp>
        <p:nvSpPr>
          <p:cNvPr id="428" name="TextBox 427">
            <a:hlinkClick action="ppaction://hlinksldjump" r:id="rId34"/>
          </p:cNvPr>
          <p:cNvSpPr txBox="1"/>
          <p:nvPr/>
        </p:nvSpPr>
        <p:spPr>
          <a:xfrm>
            <a:off x="5639692" y="2279664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29" name="TextBox 428">
            <a:hlinkClick action="ppaction://hlinksldjump" r:id="rId34"/>
          </p:cNvPr>
          <p:cNvSpPr txBox="1"/>
          <p:nvPr/>
        </p:nvSpPr>
        <p:spPr>
          <a:xfrm>
            <a:off x="6712710" y="2279664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30" name="TextBox 429">
            <a:hlinkClick action="ppaction://hlinksldjump" r:id="rId34"/>
          </p:cNvPr>
          <p:cNvSpPr txBox="1"/>
          <p:nvPr/>
        </p:nvSpPr>
        <p:spPr>
          <a:xfrm>
            <a:off x="4883943" y="240646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64601</a:t>
            </a:r>
          </a:p>
        </p:txBody>
      </p:sp>
      <p:sp>
        <p:nvSpPr>
          <p:cNvPr id="431" name="TextBox 430">
            <a:hlinkClick action="ppaction://hlinksldjump" r:id="rId34"/>
          </p:cNvPr>
          <p:cNvSpPr txBox="1"/>
          <p:nvPr/>
        </p:nvSpPr>
        <p:spPr>
          <a:xfrm>
            <a:off x="5639692" y="2406466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32" name="TextBox 431">
            <a:hlinkClick action="ppaction://hlinksldjump" r:id="rId34"/>
          </p:cNvPr>
          <p:cNvSpPr txBox="1"/>
          <p:nvPr/>
        </p:nvSpPr>
        <p:spPr>
          <a:xfrm>
            <a:off x="6712710" y="2406466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33" name="TextBox 432">
            <a:hlinkClick action="ppaction://hlinksldjump" r:id="rId34"/>
          </p:cNvPr>
          <p:cNvSpPr txBox="1"/>
          <p:nvPr/>
        </p:nvSpPr>
        <p:spPr>
          <a:xfrm>
            <a:off x="4883943" y="253326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64602</a:t>
            </a:r>
          </a:p>
        </p:txBody>
      </p:sp>
      <p:sp>
        <p:nvSpPr>
          <p:cNvPr id="434" name="TextBox 433">
            <a:hlinkClick action="ppaction://hlinksldjump" r:id="rId34"/>
          </p:cNvPr>
          <p:cNvSpPr txBox="1"/>
          <p:nvPr/>
        </p:nvSpPr>
        <p:spPr>
          <a:xfrm>
            <a:off x="5639692" y="253326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35" name="TextBox 434">
            <a:hlinkClick action="ppaction://hlinksldjump" r:id="rId34"/>
          </p:cNvPr>
          <p:cNvSpPr txBox="1"/>
          <p:nvPr/>
        </p:nvSpPr>
        <p:spPr>
          <a:xfrm>
            <a:off x="6712710" y="2533267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36" name="TextBox 435">
            <a:hlinkClick action="ppaction://hlinksldjump" r:id="rId34"/>
          </p:cNvPr>
          <p:cNvSpPr txBox="1"/>
          <p:nvPr/>
        </p:nvSpPr>
        <p:spPr>
          <a:xfrm>
            <a:off x="4883943" y="266006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64603</a:t>
            </a:r>
          </a:p>
        </p:txBody>
      </p:sp>
      <p:sp>
        <p:nvSpPr>
          <p:cNvPr id="437" name="TextBox 436">
            <a:hlinkClick action="ppaction://hlinksldjump" r:id="rId34"/>
          </p:cNvPr>
          <p:cNvSpPr txBox="1"/>
          <p:nvPr/>
        </p:nvSpPr>
        <p:spPr>
          <a:xfrm>
            <a:off x="5639692" y="2660069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38" name="TextBox 437">
            <a:hlinkClick action="ppaction://hlinksldjump" r:id="rId34"/>
          </p:cNvPr>
          <p:cNvSpPr txBox="1"/>
          <p:nvPr/>
        </p:nvSpPr>
        <p:spPr>
          <a:xfrm>
            <a:off x="6712710" y="2660069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39" name="TextBox 438">
            <a:hlinkClick action="ppaction://hlinksldjump" r:id="rId34"/>
          </p:cNvPr>
          <p:cNvSpPr txBox="1"/>
          <p:nvPr/>
        </p:nvSpPr>
        <p:spPr>
          <a:xfrm>
            <a:off x="4883943" y="278687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64604</a:t>
            </a:r>
          </a:p>
        </p:txBody>
      </p:sp>
      <p:sp>
        <p:nvSpPr>
          <p:cNvPr id="440" name="TextBox 439">
            <a:hlinkClick action="ppaction://hlinksldjump" r:id="rId34"/>
          </p:cNvPr>
          <p:cNvSpPr txBox="1"/>
          <p:nvPr/>
        </p:nvSpPr>
        <p:spPr>
          <a:xfrm>
            <a:off x="5639692" y="2786871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41" name="TextBox 440">
            <a:hlinkClick action="ppaction://hlinksldjump" r:id="rId34"/>
          </p:cNvPr>
          <p:cNvSpPr txBox="1"/>
          <p:nvPr/>
        </p:nvSpPr>
        <p:spPr>
          <a:xfrm>
            <a:off x="6712710" y="2786871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42" name="TextBox 441">
            <a:hlinkClick action="ppaction://hlinksldjump" r:id="rId34"/>
          </p:cNvPr>
          <p:cNvSpPr txBox="1"/>
          <p:nvPr/>
        </p:nvSpPr>
        <p:spPr>
          <a:xfrm>
            <a:off x="4883943" y="291367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64605</a:t>
            </a:r>
          </a:p>
        </p:txBody>
      </p:sp>
      <p:sp>
        <p:nvSpPr>
          <p:cNvPr id="443" name="TextBox 442">
            <a:hlinkClick action="ppaction://hlinksldjump" r:id="rId34"/>
          </p:cNvPr>
          <p:cNvSpPr txBox="1"/>
          <p:nvPr/>
        </p:nvSpPr>
        <p:spPr>
          <a:xfrm>
            <a:off x="5639692" y="2913672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44" name="TextBox 443">
            <a:hlinkClick action="ppaction://hlinksldjump" r:id="rId34"/>
          </p:cNvPr>
          <p:cNvSpPr txBox="1"/>
          <p:nvPr/>
        </p:nvSpPr>
        <p:spPr>
          <a:xfrm>
            <a:off x="6712710" y="2913672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45" name="TextBox 444">
            <a:hlinkClick action="ppaction://hlinksldjump" r:id="rId34"/>
          </p:cNvPr>
          <p:cNvSpPr txBox="1"/>
          <p:nvPr/>
        </p:nvSpPr>
        <p:spPr>
          <a:xfrm>
            <a:off x="4883943" y="304047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64606</a:t>
            </a:r>
          </a:p>
        </p:txBody>
      </p:sp>
      <p:sp>
        <p:nvSpPr>
          <p:cNvPr id="446" name="TextBox 445">
            <a:hlinkClick action="ppaction://hlinksldjump" r:id="rId34"/>
          </p:cNvPr>
          <p:cNvSpPr txBox="1"/>
          <p:nvPr/>
        </p:nvSpPr>
        <p:spPr>
          <a:xfrm>
            <a:off x="5639692" y="3040474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47" name="TextBox 446">
            <a:hlinkClick action="ppaction://hlinksldjump" r:id="rId34"/>
          </p:cNvPr>
          <p:cNvSpPr txBox="1"/>
          <p:nvPr/>
        </p:nvSpPr>
        <p:spPr>
          <a:xfrm>
            <a:off x="6712710" y="3040474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48" name="TextBox 447">
            <a:hlinkClick action="ppaction://hlinksldjump" r:id="rId34"/>
          </p:cNvPr>
          <p:cNvSpPr txBox="1"/>
          <p:nvPr/>
        </p:nvSpPr>
        <p:spPr>
          <a:xfrm>
            <a:off x="4883943" y="316727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64607</a:t>
            </a:r>
          </a:p>
        </p:txBody>
      </p:sp>
      <p:sp>
        <p:nvSpPr>
          <p:cNvPr id="449" name="TextBox 448">
            <a:hlinkClick action="ppaction://hlinksldjump" r:id="rId34"/>
          </p:cNvPr>
          <p:cNvSpPr txBox="1"/>
          <p:nvPr/>
        </p:nvSpPr>
        <p:spPr>
          <a:xfrm>
            <a:off x="5639692" y="3167275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50" name="TextBox 449">
            <a:hlinkClick action="ppaction://hlinksldjump" r:id="rId34"/>
          </p:cNvPr>
          <p:cNvSpPr txBox="1"/>
          <p:nvPr/>
        </p:nvSpPr>
        <p:spPr>
          <a:xfrm>
            <a:off x="6712710" y="3167275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51" name="TextBox 450">
            <a:hlinkClick action="ppaction://hlinksldjump" r:id="rId34"/>
          </p:cNvPr>
          <p:cNvSpPr txBox="1"/>
          <p:nvPr/>
        </p:nvSpPr>
        <p:spPr>
          <a:xfrm>
            <a:off x="4883943" y="329407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64608</a:t>
            </a:r>
          </a:p>
        </p:txBody>
      </p:sp>
      <p:sp>
        <p:nvSpPr>
          <p:cNvPr id="452" name="TextBox 451">
            <a:hlinkClick action="ppaction://hlinksldjump" r:id="rId34"/>
          </p:cNvPr>
          <p:cNvSpPr txBox="1"/>
          <p:nvPr/>
        </p:nvSpPr>
        <p:spPr>
          <a:xfrm>
            <a:off x="5639692" y="329407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 in TNT</a:t>
            </a:r>
          </a:p>
        </p:txBody>
      </p:sp>
      <p:sp>
        <p:nvSpPr>
          <p:cNvPr id="453" name="TextBox 452">
            <a:hlinkClick action="ppaction://hlinksldjump" r:id="rId34"/>
          </p:cNvPr>
          <p:cNvSpPr txBox="1"/>
          <p:nvPr/>
        </p:nvSpPr>
        <p:spPr>
          <a:xfrm>
            <a:off x="6712710" y="3294077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</a:t>
            </a:r>
          </a:p>
        </p:txBody>
      </p:sp>
      <p:sp>
        <p:nvSpPr>
          <p:cNvPr id="454" name="TextBox 453">
            <a:hlinkClick action="ppaction://hlinksldjump" r:id="rId33"/>
          </p:cNvPr>
          <p:cNvSpPr txBox="1"/>
          <p:nvPr/>
        </p:nvSpPr>
        <p:spPr>
          <a:xfrm>
            <a:off x="4883943" y="342087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64609</a:t>
            </a:r>
          </a:p>
        </p:txBody>
      </p:sp>
      <p:sp>
        <p:nvSpPr>
          <p:cNvPr id="455" name="TextBox 454">
            <a:hlinkClick action="ppaction://hlinksldjump" r:id="rId33"/>
          </p:cNvPr>
          <p:cNvSpPr txBox="1"/>
          <p:nvPr/>
        </p:nvSpPr>
        <p:spPr>
          <a:xfrm>
            <a:off x="5639692" y="3420878"/>
            <a:ext cx="72896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a scomparti</a:t>
            </a:r>
          </a:p>
        </p:txBody>
      </p:sp>
      <p:sp>
        <p:nvSpPr>
          <p:cNvPr id="456" name="TextBox 455">
            <a:hlinkClick action="ppaction://hlinksldjump" r:id="rId33"/>
          </p:cNvPr>
          <p:cNvSpPr txBox="1"/>
          <p:nvPr/>
        </p:nvSpPr>
        <p:spPr>
          <a:xfrm>
            <a:off x="6673467" y="342087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457" name="TextBox 456">
            <a:hlinkClick action="ppaction://hlinksldjump" r:id="rId28"/>
          </p:cNvPr>
          <p:cNvSpPr txBox="1"/>
          <p:nvPr/>
        </p:nvSpPr>
        <p:spPr>
          <a:xfrm>
            <a:off x="4883943" y="354768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64610</a:t>
            </a:r>
          </a:p>
        </p:txBody>
      </p:sp>
      <p:sp>
        <p:nvSpPr>
          <p:cNvPr id="458" name="TextBox 457">
            <a:hlinkClick action="ppaction://hlinksldjump" r:id="rId28"/>
          </p:cNvPr>
          <p:cNvSpPr txBox="1"/>
          <p:nvPr/>
        </p:nvSpPr>
        <p:spPr>
          <a:xfrm>
            <a:off x="5639692" y="3547680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forchettine legno</a:t>
            </a:r>
          </a:p>
        </p:txBody>
      </p:sp>
      <p:sp>
        <p:nvSpPr>
          <p:cNvPr id="459" name="TextBox 458">
            <a:hlinkClick action="ppaction://hlinksldjump" r:id="rId28"/>
          </p:cNvPr>
          <p:cNvSpPr txBox="1"/>
          <p:nvPr/>
        </p:nvSpPr>
        <p:spPr>
          <a:xfrm>
            <a:off x="6653846" y="354768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38</a:t>
            </a:r>
          </a:p>
        </p:txBody>
      </p:sp>
      <p:sp>
        <p:nvSpPr>
          <p:cNvPr id="460" name="TextBox 459">
            <a:hlinkClick action="ppaction://hlinksldjump" r:id="rId29"/>
          </p:cNvPr>
          <p:cNvSpPr txBox="1"/>
          <p:nvPr/>
        </p:nvSpPr>
        <p:spPr>
          <a:xfrm>
            <a:off x="4883943" y="3674482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64611</a:t>
            </a:r>
          </a:p>
        </p:txBody>
      </p:sp>
      <p:sp>
        <p:nvSpPr>
          <p:cNvPr id="461" name="TextBox 460">
            <a:hlinkClick action="ppaction://hlinksldjump" r:id="rId29"/>
          </p:cNvPr>
          <p:cNvSpPr txBox="1"/>
          <p:nvPr/>
        </p:nvSpPr>
        <p:spPr>
          <a:xfrm>
            <a:off x="5639692" y="3674482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462" name="TextBox 461">
            <a:hlinkClick action="ppaction://hlinksldjump" r:id="rId29"/>
          </p:cNvPr>
          <p:cNvSpPr txBox="1"/>
          <p:nvPr/>
        </p:nvSpPr>
        <p:spPr>
          <a:xfrm>
            <a:off x="6663657" y="367448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463" name="TextBox 462">
            <a:hlinkClick action="ppaction://hlinksldjump" r:id="rId29"/>
          </p:cNvPr>
          <p:cNvSpPr txBox="1"/>
          <p:nvPr/>
        </p:nvSpPr>
        <p:spPr>
          <a:xfrm>
            <a:off x="4883943" y="3801283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64612</a:t>
            </a:r>
          </a:p>
        </p:txBody>
      </p:sp>
      <p:sp>
        <p:nvSpPr>
          <p:cNvPr id="464" name="TextBox 463">
            <a:hlinkClick action="ppaction://hlinksldjump" r:id="rId29"/>
          </p:cNvPr>
          <p:cNvSpPr txBox="1"/>
          <p:nvPr/>
        </p:nvSpPr>
        <p:spPr>
          <a:xfrm>
            <a:off x="5639692" y="3801283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465" name="TextBox 464">
            <a:hlinkClick action="ppaction://hlinksldjump" r:id="rId29"/>
          </p:cNvPr>
          <p:cNvSpPr txBox="1"/>
          <p:nvPr/>
        </p:nvSpPr>
        <p:spPr>
          <a:xfrm>
            <a:off x="6663657" y="380128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466" name="TextBox 465">
            <a:hlinkClick action="ppaction://hlinksldjump" r:id="rId29"/>
          </p:cNvPr>
          <p:cNvSpPr txBox="1"/>
          <p:nvPr/>
        </p:nvSpPr>
        <p:spPr>
          <a:xfrm>
            <a:off x="4883943" y="3928085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64613</a:t>
            </a:r>
          </a:p>
        </p:txBody>
      </p:sp>
      <p:sp>
        <p:nvSpPr>
          <p:cNvPr id="467" name="TextBox 466">
            <a:hlinkClick action="ppaction://hlinksldjump" r:id="rId29"/>
          </p:cNvPr>
          <p:cNvSpPr txBox="1"/>
          <p:nvPr/>
        </p:nvSpPr>
        <p:spPr>
          <a:xfrm>
            <a:off x="5639692" y="3928085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468" name="TextBox 467">
            <a:hlinkClick action="ppaction://hlinksldjump" r:id="rId29"/>
          </p:cNvPr>
          <p:cNvSpPr txBox="1"/>
          <p:nvPr/>
        </p:nvSpPr>
        <p:spPr>
          <a:xfrm>
            <a:off x="6663657" y="392808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469" name="TextBox 468">
            <a:hlinkClick action="ppaction://hlinksldjump" r:id="rId29"/>
          </p:cNvPr>
          <p:cNvSpPr txBox="1"/>
          <p:nvPr/>
        </p:nvSpPr>
        <p:spPr>
          <a:xfrm>
            <a:off x="4883943" y="405488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64614</a:t>
            </a:r>
          </a:p>
        </p:txBody>
      </p:sp>
      <p:sp>
        <p:nvSpPr>
          <p:cNvPr id="470" name="TextBox 469">
            <a:hlinkClick action="ppaction://hlinksldjump" r:id="rId29"/>
          </p:cNvPr>
          <p:cNvSpPr txBox="1"/>
          <p:nvPr/>
        </p:nvSpPr>
        <p:spPr>
          <a:xfrm>
            <a:off x="5639692" y="4054886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471" name="TextBox 470">
            <a:hlinkClick action="ppaction://hlinksldjump" r:id="rId29"/>
          </p:cNvPr>
          <p:cNvSpPr txBox="1"/>
          <p:nvPr/>
        </p:nvSpPr>
        <p:spPr>
          <a:xfrm>
            <a:off x="6663657" y="405488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472" name="TextBox 471">
            <a:hlinkClick action="ppaction://hlinksldjump" r:id="rId27"/>
          </p:cNvPr>
          <p:cNvSpPr txBox="1"/>
          <p:nvPr/>
        </p:nvSpPr>
        <p:spPr>
          <a:xfrm>
            <a:off x="4883943" y="418168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64625</a:t>
            </a:r>
          </a:p>
        </p:txBody>
      </p:sp>
      <p:sp>
        <p:nvSpPr>
          <p:cNvPr id="473" name="TextBox 472">
            <a:hlinkClick action="ppaction://hlinksldjump" r:id="rId27"/>
          </p:cNvPr>
          <p:cNvSpPr txBox="1"/>
          <p:nvPr/>
        </p:nvSpPr>
        <p:spPr>
          <a:xfrm>
            <a:off x="5639692" y="4181688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Posacenere in carta</a:t>
            </a:r>
          </a:p>
        </p:txBody>
      </p:sp>
      <p:sp>
        <p:nvSpPr>
          <p:cNvPr id="474" name="TextBox 473">
            <a:hlinkClick action="ppaction://hlinksldjump" r:id="rId27"/>
          </p:cNvPr>
          <p:cNvSpPr txBox="1"/>
          <p:nvPr/>
        </p:nvSpPr>
        <p:spPr>
          <a:xfrm>
            <a:off x="6673467" y="418168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475" name="TextBox 474">
            <a:hlinkClick action="ppaction://hlinksldjump" r:id="rId25"/>
          </p:cNvPr>
          <p:cNvSpPr txBox="1"/>
          <p:nvPr/>
        </p:nvSpPr>
        <p:spPr>
          <a:xfrm>
            <a:off x="4883943" y="430848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64626</a:t>
            </a:r>
          </a:p>
        </p:txBody>
      </p:sp>
      <p:sp>
        <p:nvSpPr>
          <p:cNvPr id="476" name="TextBox 475">
            <a:hlinkClick action="ppaction://hlinksldjump" r:id="rId25"/>
          </p:cNvPr>
          <p:cNvSpPr txBox="1"/>
          <p:nvPr/>
        </p:nvSpPr>
        <p:spPr>
          <a:xfrm>
            <a:off x="5639692" y="4308489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477" name="TextBox 476">
            <a:hlinkClick action="ppaction://hlinksldjump" r:id="rId25"/>
          </p:cNvPr>
          <p:cNvSpPr txBox="1"/>
          <p:nvPr/>
        </p:nvSpPr>
        <p:spPr>
          <a:xfrm>
            <a:off x="6663657" y="430848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478" name="TextBox 477">
            <a:hlinkClick action="ppaction://hlinksldjump" r:id="rId25"/>
          </p:cNvPr>
          <p:cNvSpPr txBox="1"/>
          <p:nvPr/>
        </p:nvSpPr>
        <p:spPr>
          <a:xfrm>
            <a:off x="4883943" y="443529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64627</a:t>
            </a:r>
          </a:p>
        </p:txBody>
      </p:sp>
      <p:sp>
        <p:nvSpPr>
          <p:cNvPr id="479" name="TextBox 478">
            <a:hlinkClick action="ppaction://hlinksldjump" r:id="rId25"/>
          </p:cNvPr>
          <p:cNvSpPr txBox="1"/>
          <p:nvPr/>
        </p:nvSpPr>
        <p:spPr>
          <a:xfrm>
            <a:off x="5639692" y="4435291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480" name="TextBox 479">
            <a:hlinkClick action="ppaction://hlinksldjump" r:id="rId25"/>
          </p:cNvPr>
          <p:cNvSpPr txBox="1"/>
          <p:nvPr/>
        </p:nvSpPr>
        <p:spPr>
          <a:xfrm>
            <a:off x="6663657" y="443529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481" name="TextBox 480">
            <a:hlinkClick action="ppaction://hlinksldjump" r:id="rId25"/>
          </p:cNvPr>
          <p:cNvSpPr txBox="1"/>
          <p:nvPr/>
        </p:nvSpPr>
        <p:spPr>
          <a:xfrm>
            <a:off x="4883943" y="456209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64628</a:t>
            </a:r>
          </a:p>
        </p:txBody>
      </p:sp>
      <p:sp>
        <p:nvSpPr>
          <p:cNvPr id="482" name="TextBox 481">
            <a:hlinkClick action="ppaction://hlinksldjump" r:id="rId25"/>
          </p:cNvPr>
          <p:cNvSpPr txBox="1"/>
          <p:nvPr/>
        </p:nvSpPr>
        <p:spPr>
          <a:xfrm>
            <a:off x="5639692" y="4562092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483" name="TextBox 482">
            <a:hlinkClick action="ppaction://hlinksldjump" r:id="rId25"/>
          </p:cNvPr>
          <p:cNvSpPr txBox="1"/>
          <p:nvPr/>
        </p:nvSpPr>
        <p:spPr>
          <a:xfrm>
            <a:off x="6663657" y="456209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484" name="TextBox 483">
            <a:hlinkClick action="ppaction://hlinksldjump" r:id="rId25"/>
          </p:cNvPr>
          <p:cNvSpPr txBox="1"/>
          <p:nvPr/>
        </p:nvSpPr>
        <p:spPr>
          <a:xfrm>
            <a:off x="4883943" y="468889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64629</a:t>
            </a:r>
          </a:p>
        </p:txBody>
      </p:sp>
      <p:sp>
        <p:nvSpPr>
          <p:cNvPr id="485" name="TextBox 484">
            <a:hlinkClick action="ppaction://hlinksldjump" r:id="rId25"/>
          </p:cNvPr>
          <p:cNvSpPr txBox="1"/>
          <p:nvPr/>
        </p:nvSpPr>
        <p:spPr>
          <a:xfrm>
            <a:off x="5639692" y="4688894"/>
            <a:ext cx="114101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per friggitrice a…</a:t>
            </a:r>
          </a:p>
        </p:txBody>
      </p:sp>
      <p:sp>
        <p:nvSpPr>
          <p:cNvPr id="486" name="TextBox 485">
            <a:hlinkClick action="ppaction://hlinksldjump" r:id="rId25"/>
          </p:cNvPr>
          <p:cNvSpPr txBox="1"/>
          <p:nvPr/>
        </p:nvSpPr>
        <p:spPr>
          <a:xfrm>
            <a:off x="6663657" y="468889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</a:t>
            </a:r>
          </a:p>
        </p:txBody>
      </p:sp>
      <p:sp>
        <p:nvSpPr>
          <p:cNvPr id="487" name="TextBox 486">
            <a:hlinkClick action="ppaction://hlinksldjump" r:id="rId39"/>
          </p:cNvPr>
          <p:cNvSpPr txBox="1"/>
          <p:nvPr/>
        </p:nvSpPr>
        <p:spPr>
          <a:xfrm>
            <a:off x="4883943" y="4815696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64633</a:t>
            </a:r>
          </a:p>
        </p:txBody>
      </p:sp>
      <p:sp>
        <p:nvSpPr>
          <p:cNvPr id="488" name="TextBox 487">
            <a:hlinkClick action="ppaction://hlinksldjump" r:id="rId39"/>
          </p:cNvPr>
          <p:cNvSpPr txBox="1"/>
          <p:nvPr/>
        </p:nvSpPr>
        <p:spPr>
          <a:xfrm>
            <a:off x="5639692" y="4815696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489" name="TextBox 488">
            <a:hlinkClick action="ppaction://hlinksldjump" r:id="rId39"/>
          </p:cNvPr>
          <p:cNvSpPr txBox="1"/>
          <p:nvPr/>
        </p:nvSpPr>
        <p:spPr>
          <a:xfrm>
            <a:off x="6663657" y="481569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490" name="TextBox 489">
            <a:hlinkClick action="ppaction://hlinksldjump" r:id="rId39"/>
          </p:cNvPr>
          <p:cNvSpPr txBox="1"/>
          <p:nvPr/>
        </p:nvSpPr>
        <p:spPr>
          <a:xfrm>
            <a:off x="4883943" y="494249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64634</a:t>
            </a:r>
          </a:p>
        </p:txBody>
      </p:sp>
      <p:sp>
        <p:nvSpPr>
          <p:cNvPr id="491" name="TextBox 490">
            <a:hlinkClick action="ppaction://hlinksldjump" r:id="rId39"/>
          </p:cNvPr>
          <p:cNvSpPr txBox="1"/>
          <p:nvPr/>
        </p:nvSpPr>
        <p:spPr>
          <a:xfrm>
            <a:off x="5639692" y="4942497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492" name="TextBox 491">
            <a:hlinkClick action="ppaction://hlinksldjump" r:id="rId39"/>
          </p:cNvPr>
          <p:cNvSpPr txBox="1"/>
          <p:nvPr/>
        </p:nvSpPr>
        <p:spPr>
          <a:xfrm>
            <a:off x="6663657" y="494249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493" name="TextBox 492">
            <a:hlinkClick action="ppaction://hlinksldjump" r:id="rId39"/>
          </p:cNvPr>
          <p:cNvSpPr txBox="1"/>
          <p:nvPr/>
        </p:nvSpPr>
        <p:spPr>
          <a:xfrm>
            <a:off x="4883943" y="506929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64635</a:t>
            </a:r>
          </a:p>
        </p:txBody>
      </p:sp>
      <p:sp>
        <p:nvSpPr>
          <p:cNvPr id="494" name="TextBox 493">
            <a:hlinkClick action="ppaction://hlinksldjump" r:id="rId39"/>
          </p:cNvPr>
          <p:cNvSpPr txBox="1"/>
          <p:nvPr/>
        </p:nvSpPr>
        <p:spPr>
          <a:xfrm>
            <a:off x="5639692" y="5069299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495" name="TextBox 494">
            <a:hlinkClick action="ppaction://hlinksldjump" r:id="rId39"/>
          </p:cNvPr>
          <p:cNvSpPr txBox="1"/>
          <p:nvPr/>
        </p:nvSpPr>
        <p:spPr>
          <a:xfrm>
            <a:off x="6663657" y="506929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496" name="TextBox 495">
            <a:hlinkClick action="ppaction://hlinksldjump" r:id="rId39"/>
          </p:cNvPr>
          <p:cNvSpPr txBox="1"/>
          <p:nvPr/>
        </p:nvSpPr>
        <p:spPr>
          <a:xfrm>
            <a:off x="4883943" y="519610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64636</a:t>
            </a:r>
          </a:p>
        </p:txBody>
      </p:sp>
      <p:sp>
        <p:nvSpPr>
          <p:cNvPr id="497" name="TextBox 496">
            <a:hlinkClick action="ppaction://hlinksldjump" r:id="rId39"/>
          </p:cNvPr>
          <p:cNvSpPr txBox="1"/>
          <p:nvPr/>
        </p:nvSpPr>
        <p:spPr>
          <a:xfrm>
            <a:off x="5639692" y="5196100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498" name="TextBox 497">
            <a:hlinkClick action="ppaction://hlinksldjump" r:id="rId39"/>
          </p:cNvPr>
          <p:cNvSpPr txBox="1"/>
          <p:nvPr/>
        </p:nvSpPr>
        <p:spPr>
          <a:xfrm>
            <a:off x="6663657" y="519610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499" name="TextBox 498">
            <a:hlinkClick action="ppaction://hlinksldjump" r:id="rId39"/>
          </p:cNvPr>
          <p:cNvSpPr txBox="1"/>
          <p:nvPr/>
        </p:nvSpPr>
        <p:spPr>
          <a:xfrm>
            <a:off x="4883943" y="532290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64637</a:t>
            </a:r>
          </a:p>
        </p:txBody>
      </p:sp>
      <p:sp>
        <p:nvSpPr>
          <p:cNvPr id="500" name="TextBox 499">
            <a:hlinkClick action="ppaction://hlinksldjump" r:id="rId39"/>
          </p:cNvPr>
          <p:cNvSpPr txBox="1"/>
          <p:nvPr/>
        </p:nvSpPr>
        <p:spPr>
          <a:xfrm>
            <a:off x="5639692" y="5322902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501" name="TextBox 500">
            <a:hlinkClick action="ppaction://hlinksldjump" r:id="rId39"/>
          </p:cNvPr>
          <p:cNvSpPr txBox="1"/>
          <p:nvPr/>
        </p:nvSpPr>
        <p:spPr>
          <a:xfrm>
            <a:off x="6663657" y="532290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502" name="TextBox 501">
            <a:hlinkClick action="ppaction://hlinksldjump" r:id="rId39"/>
          </p:cNvPr>
          <p:cNvSpPr txBox="1"/>
          <p:nvPr/>
        </p:nvSpPr>
        <p:spPr>
          <a:xfrm>
            <a:off x="4883943" y="5449703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64638</a:t>
            </a:r>
          </a:p>
        </p:txBody>
      </p:sp>
      <p:sp>
        <p:nvSpPr>
          <p:cNvPr id="503" name="TextBox 502">
            <a:hlinkClick action="ppaction://hlinksldjump" r:id="rId39"/>
          </p:cNvPr>
          <p:cNvSpPr txBox="1"/>
          <p:nvPr/>
        </p:nvSpPr>
        <p:spPr>
          <a:xfrm>
            <a:off x="5639692" y="5449703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504" name="TextBox 503">
            <a:hlinkClick action="ppaction://hlinksldjump" r:id="rId39"/>
          </p:cNvPr>
          <p:cNvSpPr txBox="1"/>
          <p:nvPr/>
        </p:nvSpPr>
        <p:spPr>
          <a:xfrm>
            <a:off x="6663657" y="544970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505" name="TextBox 504">
            <a:hlinkClick action="ppaction://hlinksldjump" r:id="rId39"/>
          </p:cNvPr>
          <p:cNvSpPr txBox="1"/>
          <p:nvPr/>
        </p:nvSpPr>
        <p:spPr>
          <a:xfrm>
            <a:off x="4883943" y="557650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64639</a:t>
            </a:r>
          </a:p>
        </p:txBody>
      </p:sp>
      <p:sp>
        <p:nvSpPr>
          <p:cNvPr id="506" name="TextBox 505">
            <a:hlinkClick action="ppaction://hlinksldjump" r:id="rId39"/>
          </p:cNvPr>
          <p:cNvSpPr txBox="1"/>
          <p:nvPr/>
        </p:nvSpPr>
        <p:spPr>
          <a:xfrm>
            <a:off x="5639692" y="5576505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507" name="TextBox 506">
            <a:hlinkClick action="ppaction://hlinksldjump" r:id="rId39"/>
          </p:cNvPr>
          <p:cNvSpPr txBox="1"/>
          <p:nvPr/>
        </p:nvSpPr>
        <p:spPr>
          <a:xfrm>
            <a:off x="6663657" y="557650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508" name="TextBox 507">
            <a:hlinkClick action="ppaction://hlinksldjump" r:id="rId13"/>
          </p:cNvPr>
          <p:cNvSpPr txBox="1"/>
          <p:nvPr/>
        </p:nvSpPr>
        <p:spPr>
          <a:xfrm>
            <a:off x="4883943" y="570330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64640</a:t>
            </a:r>
          </a:p>
        </p:txBody>
      </p:sp>
      <p:sp>
        <p:nvSpPr>
          <p:cNvPr id="509" name="TextBox 508">
            <a:hlinkClick action="ppaction://hlinksldjump" r:id="rId13"/>
          </p:cNvPr>
          <p:cNvSpPr txBox="1"/>
          <p:nvPr/>
        </p:nvSpPr>
        <p:spPr>
          <a:xfrm>
            <a:off x="5639692" y="5703307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510" name="TextBox 509">
            <a:hlinkClick action="ppaction://hlinksldjump" r:id="rId13"/>
          </p:cNvPr>
          <p:cNvSpPr txBox="1"/>
          <p:nvPr/>
        </p:nvSpPr>
        <p:spPr>
          <a:xfrm>
            <a:off x="6673467" y="570330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511" name="TextBox 510">
            <a:hlinkClick action="ppaction://hlinksldjump" r:id="rId40"/>
          </p:cNvPr>
          <p:cNvSpPr txBox="1"/>
          <p:nvPr/>
        </p:nvSpPr>
        <p:spPr>
          <a:xfrm>
            <a:off x="4883943" y="5830108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64641</a:t>
            </a:r>
          </a:p>
        </p:txBody>
      </p:sp>
      <p:sp>
        <p:nvSpPr>
          <p:cNvPr id="512" name="TextBox 511">
            <a:hlinkClick action="ppaction://hlinksldjump" r:id="rId40"/>
          </p:cNvPr>
          <p:cNvSpPr txBox="1"/>
          <p:nvPr/>
        </p:nvSpPr>
        <p:spPr>
          <a:xfrm>
            <a:off x="5639692" y="5830108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Tovaglioli in ovatta</a:t>
            </a:r>
          </a:p>
        </p:txBody>
      </p:sp>
      <p:sp>
        <p:nvSpPr>
          <p:cNvPr id="513" name="TextBox 512">
            <a:hlinkClick action="ppaction://hlinksldjump" r:id="rId40"/>
          </p:cNvPr>
          <p:cNvSpPr txBox="1"/>
          <p:nvPr/>
        </p:nvSpPr>
        <p:spPr>
          <a:xfrm>
            <a:off x="6693089" y="5830108"/>
            <a:ext cx="11088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</a:t>
            </a:r>
          </a:p>
        </p:txBody>
      </p:sp>
      <p:sp>
        <p:nvSpPr>
          <p:cNvPr id="514" name="TextBox 513">
            <a:hlinkClick action="ppaction://hlinksldjump" r:id="rId33"/>
          </p:cNvPr>
          <p:cNvSpPr txBox="1"/>
          <p:nvPr/>
        </p:nvSpPr>
        <p:spPr>
          <a:xfrm>
            <a:off x="4883943" y="5956910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64642</a:t>
            </a:r>
          </a:p>
        </p:txBody>
      </p:sp>
      <p:sp>
        <p:nvSpPr>
          <p:cNvPr id="515" name="TextBox 514">
            <a:hlinkClick action="ppaction://hlinksldjump" r:id="rId33"/>
          </p:cNvPr>
          <p:cNvSpPr txBox="1"/>
          <p:nvPr/>
        </p:nvSpPr>
        <p:spPr>
          <a:xfrm>
            <a:off x="5639692" y="5956910"/>
            <a:ext cx="92517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in carta decorata</a:t>
            </a:r>
          </a:p>
        </p:txBody>
      </p:sp>
      <p:sp>
        <p:nvSpPr>
          <p:cNvPr id="516" name="TextBox 515">
            <a:hlinkClick action="ppaction://hlinksldjump" r:id="rId33"/>
          </p:cNvPr>
          <p:cNvSpPr txBox="1"/>
          <p:nvPr/>
        </p:nvSpPr>
        <p:spPr>
          <a:xfrm>
            <a:off x="6673467" y="595691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517" name="TextBox 516">
            <a:hlinkClick action="ppaction://hlinksldjump" r:id="rId29"/>
          </p:cNvPr>
          <p:cNvSpPr txBox="1"/>
          <p:nvPr/>
        </p:nvSpPr>
        <p:spPr>
          <a:xfrm>
            <a:off x="4883943" y="608371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64650</a:t>
            </a:r>
          </a:p>
        </p:txBody>
      </p:sp>
      <p:sp>
        <p:nvSpPr>
          <p:cNvPr id="518" name="TextBox 517">
            <a:hlinkClick action="ppaction://hlinksldjump" r:id="rId29"/>
          </p:cNvPr>
          <p:cNvSpPr txBox="1"/>
          <p:nvPr/>
        </p:nvSpPr>
        <p:spPr>
          <a:xfrm>
            <a:off x="5639692" y="6083711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519" name="TextBox 518">
            <a:hlinkClick action="ppaction://hlinksldjump" r:id="rId29"/>
          </p:cNvPr>
          <p:cNvSpPr txBox="1"/>
          <p:nvPr/>
        </p:nvSpPr>
        <p:spPr>
          <a:xfrm>
            <a:off x="6663657" y="608371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520" name="TextBox 519">
            <a:hlinkClick action="ppaction://hlinksldjump" r:id="rId29"/>
          </p:cNvPr>
          <p:cNvSpPr txBox="1"/>
          <p:nvPr/>
        </p:nvSpPr>
        <p:spPr>
          <a:xfrm>
            <a:off x="4883943" y="6210513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64651</a:t>
            </a:r>
          </a:p>
        </p:txBody>
      </p:sp>
      <p:sp>
        <p:nvSpPr>
          <p:cNvPr id="521" name="TextBox 520">
            <a:hlinkClick action="ppaction://hlinksldjump" r:id="rId29"/>
          </p:cNvPr>
          <p:cNvSpPr txBox="1"/>
          <p:nvPr/>
        </p:nvSpPr>
        <p:spPr>
          <a:xfrm>
            <a:off x="5639692" y="6210513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522" name="TextBox 521">
            <a:hlinkClick action="ppaction://hlinksldjump" r:id="rId29"/>
          </p:cNvPr>
          <p:cNvSpPr txBox="1"/>
          <p:nvPr/>
        </p:nvSpPr>
        <p:spPr>
          <a:xfrm>
            <a:off x="6663657" y="621051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523" name="TextBox 522">
            <a:hlinkClick action="ppaction://hlinksldjump" r:id="rId29"/>
          </p:cNvPr>
          <p:cNvSpPr txBox="1"/>
          <p:nvPr/>
        </p:nvSpPr>
        <p:spPr>
          <a:xfrm>
            <a:off x="4883943" y="633731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64652</a:t>
            </a:r>
          </a:p>
        </p:txBody>
      </p:sp>
      <p:sp>
        <p:nvSpPr>
          <p:cNvPr id="524" name="TextBox 523">
            <a:hlinkClick action="ppaction://hlinksldjump" r:id="rId29"/>
          </p:cNvPr>
          <p:cNvSpPr txBox="1"/>
          <p:nvPr/>
        </p:nvSpPr>
        <p:spPr>
          <a:xfrm>
            <a:off x="5639692" y="6337314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525" name="TextBox 524">
            <a:hlinkClick action="ppaction://hlinksldjump" r:id="rId29"/>
          </p:cNvPr>
          <p:cNvSpPr txBox="1"/>
          <p:nvPr/>
        </p:nvSpPr>
        <p:spPr>
          <a:xfrm>
            <a:off x="6663657" y="633731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526" name="TextBox 525">
            <a:hlinkClick action="ppaction://hlinksldjump" r:id="rId29"/>
          </p:cNvPr>
          <p:cNvSpPr txBox="1"/>
          <p:nvPr/>
        </p:nvSpPr>
        <p:spPr>
          <a:xfrm>
            <a:off x="4883943" y="6464116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64653</a:t>
            </a:r>
          </a:p>
        </p:txBody>
      </p:sp>
      <p:sp>
        <p:nvSpPr>
          <p:cNvPr id="527" name="TextBox 526">
            <a:hlinkClick action="ppaction://hlinksldjump" r:id="rId29"/>
          </p:cNvPr>
          <p:cNvSpPr txBox="1"/>
          <p:nvPr/>
        </p:nvSpPr>
        <p:spPr>
          <a:xfrm>
            <a:off x="5639692" y="6464116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528" name="TextBox 527">
            <a:hlinkClick action="ppaction://hlinksldjump" r:id="rId29"/>
          </p:cNvPr>
          <p:cNvSpPr txBox="1"/>
          <p:nvPr/>
        </p:nvSpPr>
        <p:spPr>
          <a:xfrm>
            <a:off x="6663657" y="646411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529" name="TextBox 528">
            <a:hlinkClick action="ppaction://hlinksldjump" r:id="rId40"/>
          </p:cNvPr>
          <p:cNvSpPr txBox="1"/>
          <p:nvPr/>
        </p:nvSpPr>
        <p:spPr>
          <a:xfrm>
            <a:off x="4883943" y="659091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64679</a:t>
            </a:r>
          </a:p>
        </p:txBody>
      </p:sp>
      <p:sp>
        <p:nvSpPr>
          <p:cNvPr id="530" name="TextBox 529">
            <a:hlinkClick action="ppaction://hlinksldjump" r:id="rId40"/>
          </p:cNvPr>
          <p:cNvSpPr txBox="1"/>
          <p:nvPr/>
        </p:nvSpPr>
        <p:spPr>
          <a:xfrm>
            <a:off x="5639692" y="6590917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Tovaglioli in ovatta</a:t>
            </a:r>
          </a:p>
        </p:txBody>
      </p:sp>
      <p:sp>
        <p:nvSpPr>
          <p:cNvPr id="531" name="TextBox 530">
            <a:hlinkClick action="ppaction://hlinksldjump" r:id="rId40"/>
          </p:cNvPr>
          <p:cNvSpPr txBox="1"/>
          <p:nvPr/>
        </p:nvSpPr>
        <p:spPr>
          <a:xfrm>
            <a:off x="6693089" y="6590917"/>
            <a:ext cx="11088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</a:t>
            </a:r>
          </a:p>
        </p:txBody>
      </p:sp>
      <p:sp>
        <p:nvSpPr>
          <p:cNvPr id="532" name="TextBox 531">
            <a:hlinkClick action="ppaction://hlinksldjump" r:id="rId33"/>
          </p:cNvPr>
          <p:cNvSpPr txBox="1"/>
          <p:nvPr/>
        </p:nvSpPr>
        <p:spPr>
          <a:xfrm>
            <a:off x="4883943" y="671771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64680</a:t>
            </a:r>
          </a:p>
        </p:txBody>
      </p:sp>
      <p:sp>
        <p:nvSpPr>
          <p:cNvPr id="533" name="TextBox 532">
            <a:hlinkClick action="ppaction://hlinksldjump" r:id="rId33"/>
          </p:cNvPr>
          <p:cNvSpPr txBox="1"/>
          <p:nvPr/>
        </p:nvSpPr>
        <p:spPr>
          <a:xfrm>
            <a:off x="5639692" y="6717719"/>
            <a:ext cx="92517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in carta decorata</a:t>
            </a:r>
          </a:p>
        </p:txBody>
      </p:sp>
      <p:sp>
        <p:nvSpPr>
          <p:cNvPr id="534" name="TextBox 533">
            <a:hlinkClick action="ppaction://hlinksldjump" r:id="rId33"/>
          </p:cNvPr>
          <p:cNvSpPr txBox="1"/>
          <p:nvPr/>
        </p:nvSpPr>
        <p:spPr>
          <a:xfrm>
            <a:off x="6673467" y="671771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535" name="TextBox 534">
            <a:hlinkClick action="ppaction://hlinksldjump" r:id="rId30"/>
          </p:cNvPr>
          <p:cNvSpPr txBox="1"/>
          <p:nvPr/>
        </p:nvSpPr>
        <p:spPr>
          <a:xfrm>
            <a:off x="4883943" y="684452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070001</a:t>
            </a:r>
          </a:p>
        </p:txBody>
      </p:sp>
      <p:sp>
        <p:nvSpPr>
          <p:cNvPr id="536" name="TextBox 535">
            <a:hlinkClick action="ppaction://hlinksldjump" r:id="rId30"/>
          </p:cNvPr>
          <p:cNvSpPr txBox="1"/>
          <p:nvPr/>
        </p:nvSpPr>
        <p:spPr>
          <a:xfrm>
            <a:off x="5639692" y="6844521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37" name="TextBox 536">
            <a:hlinkClick action="ppaction://hlinksldjump" r:id="rId30"/>
          </p:cNvPr>
          <p:cNvSpPr txBox="1"/>
          <p:nvPr/>
        </p:nvSpPr>
        <p:spPr>
          <a:xfrm>
            <a:off x="6653846" y="684452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38" name="TextBox 537">
            <a:hlinkClick action="ppaction://hlinksldjump" r:id="rId30"/>
          </p:cNvPr>
          <p:cNvSpPr txBox="1"/>
          <p:nvPr/>
        </p:nvSpPr>
        <p:spPr>
          <a:xfrm>
            <a:off x="4883943" y="697132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070002</a:t>
            </a:r>
          </a:p>
        </p:txBody>
      </p:sp>
      <p:sp>
        <p:nvSpPr>
          <p:cNvPr id="539" name="TextBox 538">
            <a:hlinkClick action="ppaction://hlinksldjump" r:id="rId30"/>
          </p:cNvPr>
          <p:cNvSpPr txBox="1"/>
          <p:nvPr/>
        </p:nvSpPr>
        <p:spPr>
          <a:xfrm>
            <a:off x="5639692" y="6971322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40" name="TextBox 539">
            <a:hlinkClick action="ppaction://hlinksldjump" r:id="rId30"/>
          </p:cNvPr>
          <p:cNvSpPr txBox="1"/>
          <p:nvPr/>
        </p:nvSpPr>
        <p:spPr>
          <a:xfrm>
            <a:off x="6653846" y="697132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41" name="TextBox 540">
            <a:hlinkClick action="ppaction://hlinksldjump" r:id="rId30"/>
          </p:cNvPr>
          <p:cNvSpPr txBox="1"/>
          <p:nvPr/>
        </p:nvSpPr>
        <p:spPr>
          <a:xfrm>
            <a:off x="4883943" y="7098124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070003</a:t>
            </a:r>
          </a:p>
        </p:txBody>
      </p:sp>
      <p:sp>
        <p:nvSpPr>
          <p:cNvPr id="542" name="TextBox 541">
            <a:hlinkClick action="ppaction://hlinksldjump" r:id="rId30"/>
          </p:cNvPr>
          <p:cNvSpPr txBox="1"/>
          <p:nvPr/>
        </p:nvSpPr>
        <p:spPr>
          <a:xfrm>
            <a:off x="5639692" y="7098124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43" name="TextBox 542">
            <a:hlinkClick action="ppaction://hlinksldjump" r:id="rId30"/>
          </p:cNvPr>
          <p:cNvSpPr txBox="1"/>
          <p:nvPr/>
        </p:nvSpPr>
        <p:spPr>
          <a:xfrm>
            <a:off x="6653846" y="709812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44" name="TextBox 543">
            <a:hlinkClick action="ppaction://hlinksldjump" r:id="rId30"/>
          </p:cNvPr>
          <p:cNvSpPr txBox="1"/>
          <p:nvPr/>
        </p:nvSpPr>
        <p:spPr>
          <a:xfrm>
            <a:off x="4883943" y="7224925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070004</a:t>
            </a:r>
          </a:p>
        </p:txBody>
      </p:sp>
      <p:sp>
        <p:nvSpPr>
          <p:cNvPr id="545" name="TextBox 544">
            <a:hlinkClick action="ppaction://hlinksldjump" r:id="rId30"/>
          </p:cNvPr>
          <p:cNvSpPr txBox="1"/>
          <p:nvPr/>
        </p:nvSpPr>
        <p:spPr>
          <a:xfrm>
            <a:off x="5639692" y="7224925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46" name="TextBox 545">
            <a:hlinkClick action="ppaction://hlinksldjump" r:id="rId30"/>
          </p:cNvPr>
          <p:cNvSpPr txBox="1"/>
          <p:nvPr/>
        </p:nvSpPr>
        <p:spPr>
          <a:xfrm>
            <a:off x="6653846" y="722492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47" name="TextBox 546">
            <a:hlinkClick action="ppaction://hlinksldjump" r:id="rId30"/>
          </p:cNvPr>
          <p:cNvSpPr txBox="1"/>
          <p:nvPr/>
        </p:nvSpPr>
        <p:spPr>
          <a:xfrm>
            <a:off x="4883943" y="735172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070005</a:t>
            </a:r>
          </a:p>
        </p:txBody>
      </p:sp>
      <p:sp>
        <p:nvSpPr>
          <p:cNvPr id="548" name="TextBox 547">
            <a:hlinkClick action="ppaction://hlinksldjump" r:id="rId30"/>
          </p:cNvPr>
          <p:cNvSpPr txBox="1"/>
          <p:nvPr/>
        </p:nvSpPr>
        <p:spPr>
          <a:xfrm>
            <a:off x="5639692" y="7351727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49" name="TextBox 548">
            <a:hlinkClick action="ppaction://hlinksldjump" r:id="rId30"/>
          </p:cNvPr>
          <p:cNvSpPr txBox="1"/>
          <p:nvPr/>
        </p:nvSpPr>
        <p:spPr>
          <a:xfrm>
            <a:off x="6653846" y="735172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50" name="TextBox 549">
            <a:hlinkClick action="ppaction://hlinksldjump" r:id="rId30"/>
          </p:cNvPr>
          <p:cNvSpPr txBox="1"/>
          <p:nvPr/>
        </p:nvSpPr>
        <p:spPr>
          <a:xfrm>
            <a:off x="4883943" y="7478528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070006</a:t>
            </a:r>
          </a:p>
        </p:txBody>
      </p:sp>
      <p:sp>
        <p:nvSpPr>
          <p:cNvPr id="551" name="TextBox 550">
            <a:hlinkClick action="ppaction://hlinksldjump" r:id="rId30"/>
          </p:cNvPr>
          <p:cNvSpPr txBox="1"/>
          <p:nvPr/>
        </p:nvSpPr>
        <p:spPr>
          <a:xfrm>
            <a:off x="5639692" y="7478528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52" name="TextBox 551">
            <a:hlinkClick action="ppaction://hlinksldjump" r:id="rId30"/>
          </p:cNvPr>
          <p:cNvSpPr txBox="1"/>
          <p:nvPr/>
        </p:nvSpPr>
        <p:spPr>
          <a:xfrm>
            <a:off x="6653846" y="747852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53" name="TextBox 552">
            <a:hlinkClick action="ppaction://hlinksldjump" r:id="rId30"/>
          </p:cNvPr>
          <p:cNvSpPr txBox="1"/>
          <p:nvPr/>
        </p:nvSpPr>
        <p:spPr>
          <a:xfrm>
            <a:off x="4883943" y="7605330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070007</a:t>
            </a:r>
          </a:p>
        </p:txBody>
      </p:sp>
      <p:sp>
        <p:nvSpPr>
          <p:cNvPr id="554" name="TextBox 553">
            <a:hlinkClick action="ppaction://hlinksldjump" r:id="rId30"/>
          </p:cNvPr>
          <p:cNvSpPr txBox="1"/>
          <p:nvPr/>
        </p:nvSpPr>
        <p:spPr>
          <a:xfrm>
            <a:off x="5639692" y="7605330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55" name="TextBox 554">
            <a:hlinkClick action="ppaction://hlinksldjump" r:id="rId30"/>
          </p:cNvPr>
          <p:cNvSpPr txBox="1"/>
          <p:nvPr/>
        </p:nvSpPr>
        <p:spPr>
          <a:xfrm>
            <a:off x="6653846" y="760533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56" name="TextBox 555">
            <a:hlinkClick action="ppaction://hlinksldjump" r:id="rId30"/>
          </p:cNvPr>
          <p:cNvSpPr txBox="1"/>
          <p:nvPr/>
        </p:nvSpPr>
        <p:spPr>
          <a:xfrm>
            <a:off x="4883943" y="773213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070010</a:t>
            </a:r>
          </a:p>
        </p:txBody>
      </p:sp>
      <p:sp>
        <p:nvSpPr>
          <p:cNvPr id="557" name="TextBox 556">
            <a:hlinkClick action="ppaction://hlinksldjump" r:id="rId30"/>
          </p:cNvPr>
          <p:cNvSpPr txBox="1"/>
          <p:nvPr/>
        </p:nvSpPr>
        <p:spPr>
          <a:xfrm>
            <a:off x="5639692" y="7732132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58" name="TextBox 557">
            <a:hlinkClick action="ppaction://hlinksldjump" r:id="rId30"/>
          </p:cNvPr>
          <p:cNvSpPr txBox="1"/>
          <p:nvPr/>
        </p:nvSpPr>
        <p:spPr>
          <a:xfrm>
            <a:off x="6653846" y="773213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59" name="TextBox 558">
            <a:hlinkClick action="ppaction://hlinksldjump" r:id="rId30"/>
          </p:cNvPr>
          <p:cNvSpPr txBox="1"/>
          <p:nvPr/>
        </p:nvSpPr>
        <p:spPr>
          <a:xfrm>
            <a:off x="4883943" y="7858933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070011</a:t>
            </a:r>
          </a:p>
        </p:txBody>
      </p:sp>
      <p:sp>
        <p:nvSpPr>
          <p:cNvPr id="560" name="TextBox 559">
            <a:hlinkClick action="ppaction://hlinksldjump" r:id="rId30"/>
          </p:cNvPr>
          <p:cNvSpPr txBox="1"/>
          <p:nvPr/>
        </p:nvSpPr>
        <p:spPr>
          <a:xfrm>
            <a:off x="5639692" y="7858933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da cucina</a:t>
            </a:r>
          </a:p>
        </p:txBody>
      </p:sp>
      <p:sp>
        <p:nvSpPr>
          <p:cNvPr id="561" name="TextBox 560">
            <a:hlinkClick action="ppaction://hlinksldjump" r:id="rId30"/>
          </p:cNvPr>
          <p:cNvSpPr txBox="1"/>
          <p:nvPr/>
        </p:nvSpPr>
        <p:spPr>
          <a:xfrm>
            <a:off x="6653846" y="785893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89</a:t>
            </a:r>
          </a:p>
        </p:txBody>
      </p:sp>
      <p:sp>
        <p:nvSpPr>
          <p:cNvPr id="562" name="TextBox 561">
            <a:hlinkClick action="ppaction://hlinksldjump" r:id="rId31"/>
          </p:cNvPr>
          <p:cNvSpPr txBox="1"/>
          <p:nvPr/>
        </p:nvSpPr>
        <p:spPr>
          <a:xfrm>
            <a:off x="4883943" y="798573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070101</a:t>
            </a:r>
          </a:p>
        </p:txBody>
      </p:sp>
      <p:sp>
        <p:nvSpPr>
          <p:cNvPr id="563" name="TextBox 562">
            <a:hlinkClick action="ppaction://hlinksldjump" r:id="rId31"/>
          </p:cNvPr>
          <p:cNvSpPr txBox="1"/>
          <p:nvPr/>
        </p:nvSpPr>
        <p:spPr>
          <a:xfrm>
            <a:off x="5639692" y="7985735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564" name="TextBox 563">
            <a:hlinkClick action="ppaction://hlinksldjump" r:id="rId31"/>
          </p:cNvPr>
          <p:cNvSpPr txBox="1"/>
          <p:nvPr/>
        </p:nvSpPr>
        <p:spPr>
          <a:xfrm>
            <a:off x="6673467" y="798573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565" name="TextBox 564">
            <a:hlinkClick action="ppaction://hlinksldjump" r:id="rId31"/>
          </p:cNvPr>
          <p:cNvSpPr txBox="1"/>
          <p:nvPr/>
        </p:nvSpPr>
        <p:spPr>
          <a:xfrm>
            <a:off x="4883943" y="811253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070104</a:t>
            </a:r>
          </a:p>
        </p:txBody>
      </p:sp>
      <p:sp>
        <p:nvSpPr>
          <p:cNvPr id="566" name="TextBox 565">
            <a:hlinkClick action="ppaction://hlinksldjump" r:id="rId31"/>
          </p:cNvPr>
          <p:cNvSpPr txBox="1"/>
          <p:nvPr/>
        </p:nvSpPr>
        <p:spPr>
          <a:xfrm>
            <a:off x="5639692" y="8112536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567" name="TextBox 566">
            <a:hlinkClick action="ppaction://hlinksldjump" r:id="rId31"/>
          </p:cNvPr>
          <p:cNvSpPr txBox="1"/>
          <p:nvPr/>
        </p:nvSpPr>
        <p:spPr>
          <a:xfrm>
            <a:off x="6673467" y="811253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568" name="TextBox 567">
            <a:hlinkClick action="ppaction://hlinksldjump" r:id="rId31"/>
          </p:cNvPr>
          <p:cNvSpPr txBox="1"/>
          <p:nvPr/>
        </p:nvSpPr>
        <p:spPr>
          <a:xfrm>
            <a:off x="4883943" y="823933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070111</a:t>
            </a:r>
          </a:p>
        </p:txBody>
      </p:sp>
      <p:sp>
        <p:nvSpPr>
          <p:cNvPr id="569" name="TextBox 568">
            <a:hlinkClick action="ppaction://hlinksldjump" r:id="rId31"/>
          </p:cNvPr>
          <p:cNvSpPr txBox="1"/>
          <p:nvPr/>
        </p:nvSpPr>
        <p:spPr>
          <a:xfrm>
            <a:off x="5639692" y="8239338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570" name="TextBox 569">
            <a:hlinkClick action="ppaction://hlinksldjump" r:id="rId31"/>
          </p:cNvPr>
          <p:cNvSpPr txBox="1"/>
          <p:nvPr/>
        </p:nvSpPr>
        <p:spPr>
          <a:xfrm>
            <a:off x="6673467" y="823933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571" name="TextBox 570">
            <a:hlinkClick action="ppaction://hlinksldjump" r:id="rId41"/>
          </p:cNvPr>
          <p:cNvSpPr txBox="1"/>
          <p:nvPr/>
        </p:nvSpPr>
        <p:spPr>
          <a:xfrm>
            <a:off x="4883943" y="8366139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070502</a:t>
            </a:r>
          </a:p>
        </p:txBody>
      </p:sp>
      <p:sp>
        <p:nvSpPr>
          <p:cNvPr id="572" name="TextBox 571">
            <a:hlinkClick action="ppaction://hlinksldjump" r:id="rId41"/>
          </p:cNvPr>
          <p:cNvSpPr txBox="1"/>
          <p:nvPr/>
        </p:nvSpPr>
        <p:spPr>
          <a:xfrm>
            <a:off x="5639692" y="8366139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73" name="TextBox 572">
            <a:hlinkClick action="ppaction://hlinksldjump" r:id="rId41"/>
          </p:cNvPr>
          <p:cNvSpPr txBox="1"/>
          <p:nvPr/>
        </p:nvSpPr>
        <p:spPr>
          <a:xfrm>
            <a:off x="6663657" y="836613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74" name="TextBox 573">
            <a:hlinkClick action="ppaction://hlinksldjump" r:id="rId39"/>
          </p:cNvPr>
          <p:cNvSpPr txBox="1"/>
          <p:nvPr/>
        </p:nvSpPr>
        <p:spPr>
          <a:xfrm>
            <a:off x="4883943" y="8492941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070514</a:t>
            </a:r>
          </a:p>
        </p:txBody>
      </p:sp>
      <p:sp>
        <p:nvSpPr>
          <p:cNvPr id="575" name="TextBox 574">
            <a:hlinkClick action="ppaction://hlinksldjump" r:id="rId39"/>
          </p:cNvPr>
          <p:cNvSpPr txBox="1"/>
          <p:nvPr/>
        </p:nvSpPr>
        <p:spPr>
          <a:xfrm>
            <a:off x="5639692" y="8492941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576" name="TextBox 575">
            <a:hlinkClick action="ppaction://hlinksldjump" r:id="rId39"/>
          </p:cNvPr>
          <p:cNvSpPr txBox="1"/>
          <p:nvPr/>
        </p:nvSpPr>
        <p:spPr>
          <a:xfrm>
            <a:off x="6663657" y="849294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577" name="TextBox 576">
            <a:hlinkClick action="ppaction://hlinksldjump" r:id="rId42"/>
          </p:cNvPr>
          <p:cNvSpPr txBox="1"/>
          <p:nvPr/>
        </p:nvSpPr>
        <p:spPr>
          <a:xfrm>
            <a:off x="4883943" y="861974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070517</a:t>
            </a:r>
          </a:p>
        </p:txBody>
      </p:sp>
      <p:sp>
        <p:nvSpPr>
          <p:cNvPr id="578" name="TextBox 577">
            <a:hlinkClick action="ppaction://hlinksldjump" r:id="rId42"/>
          </p:cNvPr>
          <p:cNvSpPr txBox="1"/>
          <p:nvPr/>
        </p:nvSpPr>
        <p:spPr>
          <a:xfrm>
            <a:off x="5639692" y="8619742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579" name="TextBox 578">
            <a:hlinkClick action="ppaction://hlinksldjump" r:id="rId42"/>
          </p:cNvPr>
          <p:cNvSpPr txBox="1"/>
          <p:nvPr/>
        </p:nvSpPr>
        <p:spPr>
          <a:xfrm>
            <a:off x="6663657" y="861974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580" name="TextBox 579">
            <a:hlinkClick action="ppaction://hlinksldjump" r:id="rId42"/>
          </p:cNvPr>
          <p:cNvSpPr txBox="1"/>
          <p:nvPr/>
        </p:nvSpPr>
        <p:spPr>
          <a:xfrm>
            <a:off x="4883943" y="8746544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070518</a:t>
            </a:r>
          </a:p>
        </p:txBody>
      </p:sp>
      <p:sp>
        <p:nvSpPr>
          <p:cNvPr id="581" name="TextBox 580">
            <a:hlinkClick action="ppaction://hlinksldjump" r:id="rId42"/>
          </p:cNvPr>
          <p:cNvSpPr txBox="1"/>
          <p:nvPr/>
        </p:nvSpPr>
        <p:spPr>
          <a:xfrm>
            <a:off x="5639692" y="8746544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582" name="TextBox 581">
            <a:hlinkClick action="ppaction://hlinksldjump" r:id="rId42"/>
          </p:cNvPr>
          <p:cNvSpPr txBox="1"/>
          <p:nvPr/>
        </p:nvSpPr>
        <p:spPr>
          <a:xfrm>
            <a:off x="6663657" y="874654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583" name="TextBox 582">
            <a:hlinkClick action="ppaction://hlinksldjump" r:id="rId42"/>
          </p:cNvPr>
          <p:cNvSpPr txBox="1"/>
          <p:nvPr/>
        </p:nvSpPr>
        <p:spPr>
          <a:xfrm>
            <a:off x="4883943" y="8873346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070519</a:t>
            </a:r>
          </a:p>
        </p:txBody>
      </p:sp>
      <p:sp>
        <p:nvSpPr>
          <p:cNvPr id="584" name="TextBox 583">
            <a:hlinkClick action="ppaction://hlinksldjump" r:id="rId42"/>
          </p:cNvPr>
          <p:cNvSpPr txBox="1"/>
          <p:nvPr/>
        </p:nvSpPr>
        <p:spPr>
          <a:xfrm>
            <a:off x="5639692" y="8873346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585" name="TextBox 584">
            <a:hlinkClick action="ppaction://hlinksldjump" r:id="rId42"/>
          </p:cNvPr>
          <p:cNvSpPr txBox="1"/>
          <p:nvPr/>
        </p:nvSpPr>
        <p:spPr>
          <a:xfrm>
            <a:off x="6663657" y="887334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586" name="TextBox 585">
            <a:hlinkClick action="ppaction://hlinksldjump" r:id="rId42"/>
          </p:cNvPr>
          <p:cNvSpPr txBox="1"/>
          <p:nvPr/>
        </p:nvSpPr>
        <p:spPr>
          <a:xfrm>
            <a:off x="4883943" y="900014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070520</a:t>
            </a:r>
          </a:p>
        </p:txBody>
      </p:sp>
      <p:sp>
        <p:nvSpPr>
          <p:cNvPr id="587" name="TextBox 586">
            <a:hlinkClick action="ppaction://hlinksldjump" r:id="rId42"/>
          </p:cNvPr>
          <p:cNvSpPr txBox="1"/>
          <p:nvPr/>
        </p:nvSpPr>
        <p:spPr>
          <a:xfrm>
            <a:off x="5639692" y="9000147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588" name="TextBox 587">
            <a:hlinkClick action="ppaction://hlinksldjump" r:id="rId42"/>
          </p:cNvPr>
          <p:cNvSpPr txBox="1"/>
          <p:nvPr/>
        </p:nvSpPr>
        <p:spPr>
          <a:xfrm>
            <a:off x="6663657" y="900014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589" name="TextBox 588">
            <a:hlinkClick action="ppaction://hlinksldjump" r:id="rId5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590" name="TextBox 589">
            <a:hlinkClick action="ppaction://hlinksldjump" r:id="rId6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91" name="TextBox 590">
            <a:hlinkClick action="ppaction://hlinksldjump" r:id="rId7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92" name="TextBox 591">
            <a:hlinkClick action="ppaction://hlinksldjump" r:id="rId8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93" name="TextBox 592">
            <a:hlinkClick action="ppaction://hlinksldjump" r:id="rId9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94" name="TextBox 593">
            <a:hlinkClick action="ppaction://hlinksldjump" r:id="rId10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95" name="TextBox 594">
            <a:hlinkClick action="ppaction://hlinksldjump" r:id="rId11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539948" y="10222473"/>
            <a:ext cx="218804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127</a:t>
            </a:r>
          </a:p>
        </p:txBody>
      </p:sp>
      <p:sp>
        <p:nvSpPr>
          <p:cNvPr id="597" name="TextBox 596">
            <a:hlinkClick action="ppaction://hlinksldjump" r:id="rId43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98" name="TextBox 597">
            <a:hlinkClick r:id="rId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600" name="TextBox 599">
            <a:hlinkClick r:id="rId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5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>
            <a:hlinkClick action="ppaction://hlinksldjump" r:id="rId6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>
            <a:hlinkClick action="ppaction://hlinksldjump" r:id="rId7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8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9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10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1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6855" y="321979"/>
            <a:ext cx="10697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INDICE DEI CODICI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948" y="747181"/>
            <a:ext cx="107509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INDICE DEI CODICI</a:t>
            </a:r>
          </a:p>
        </p:txBody>
      </p:sp>
      <p:sp>
        <p:nvSpPr>
          <p:cNvPr id="13" name="TextBox 12">
            <a:hlinkClick action="ppaction://hlinksldjump" r:id="rId12"/>
          </p:cNvPr>
          <p:cNvSpPr txBox="1"/>
          <p:nvPr/>
        </p:nvSpPr>
        <p:spPr>
          <a:xfrm>
            <a:off x="539948" y="1011649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070521</a:t>
            </a:r>
          </a:p>
        </p:txBody>
      </p:sp>
      <p:sp>
        <p:nvSpPr>
          <p:cNvPr id="14" name="TextBox 13">
            <a:hlinkClick action="ppaction://hlinksldjump" r:id="rId12"/>
          </p:cNvPr>
          <p:cNvSpPr txBox="1"/>
          <p:nvPr/>
        </p:nvSpPr>
        <p:spPr>
          <a:xfrm>
            <a:off x="1295697" y="1011649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15" name="TextBox 14">
            <a:hlinkClick action="ppaction://hlinksldjump" r:id="rId12"/>
          </p:cNvPr>
          <p:cNvSpPr txBox="1"/>
          <p:nvPr/>
        </p:nvSpPr>
        <p:spPr>
          <a:xfrm>
            <a:off x="2319661" y="101164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16" name="TextBox 15">
            <a:hlinkClick action="ppaction://hlinksldjump" r:id="rId12"/>
          </p:cNvPr>
          <p:cNvSpPr txBox="1"/>
          <p:nvPr/>
        </p:nvSpPr>
        <p:spPr>
          <a:xfrm>
            <a:off x="539948" y="113845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070522</a:t>
            </a:r>
          </a:p>
        </p:txBody>
      </p:sp>
      <p:sp>
        <p:nvSpPr>
          <p:cNvPr id="17" name="TextBox 16">
            <a:hlinkClick action="ppaction://hlinksldjump" r:id="rId12"/>
          </p:cNvPr>
          <p:cNvSpPr txBox="1"/>
          <p:nvPr/>
        </p:nvSpPr>
        <p:spPr>
          <a:xfrm>
            <a:off x="1295697" y="1138450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18" name="TextBox 17">
            <a:hlinkClick action="ppaction://hlinksldjump" r:id="rId12"/>
          </p:cNvPr>
          <p:cNvSpPr txBox="1"/>
          <p:nvPr/>
        </p:nvSpPr>
        <p:spPr>
          <a:xfrm>
            <a:off x="2319661" y="113845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19" name="TextBox 18">
            <a:hlinkClick action="ppaction://hlinksldjump" r:id="rId12"/>
          </p:cNvPr>
          <p:cNvSpPr txBox="1"/>
          <p:nvPr/>
        </p:nvSpPr>
        <p:spPr>
          <a:xfrm>
            <a:off x="539948" y="126525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070523</a:t>
            </a:r>
          </a:p>
        </p:txBody>
      </p:sp>
      <p:sp>
        <p:nvSpPr>
          <p:cNvPr id="20" name="TextBox 19">
            <a:hlinkClick action="ppaction://hlinksldjump" r:id="rId12"/>
          </p:cNvPr>
          <p:cNvSpPr txBox="1"/>
          <p:nvPr/>
        </p:nvSpPr>
        <p:spPr>
          <a:xfrm>
            <a:off x="1295697" y="1265252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21" name="TextBox 20">
            <a:hlinkClick action="ppaction://hlinksldjump" r:id="rId12"/>
          </p:cNvPr>
          <p:cNvSpPr txBox="1"/>
          <p:nvPr/>
        </p:nvSpPr>
        <p:spPr>
          <a:xfrm>
            <a:off x="2319661" y="126525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22" name="TextBox 21">
            <a:hlinkClick action="ppaction://hlinksldjump" r:id="rId12"/>
          </p:cNvPr>
          <p:cNvSpPr txBox="1"/>
          <p:nvPr/>
        </p:nvSpPr>
        <p:spPr>
          <a:xfrm>
            <a:off x="539948" y="139205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070524</a:t>
            </a:r>
          </a:p>
        </p:txBody>
      </p:sp>
      <p:sp>
        <p:nvSpPr>
          <p:cNvPr id="23" name="TextBox 22">
            <a:hlinkClick action="ppaction://hlinksldjump" r:id="rId12"/>
          </p:cNvPr>
          <p:cNvSpPr txBox="1"/>
          <p:nvPr/>
        </p:nvSpPr>
        <p:spPr>
          <a:xfrm>
            <a:off x="1295697" y="1392053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24" name="TextBox 23">
            <a:hlinkClick action="ppaction://hlinksldjump" r:id="rId12"/>
          </p:cNvPr>
          <p:cNvSpPr txBox="1"/>
          <p:nvPr/>
        </p:nvSpPr>
        <p:spPr>
          <a:xfrm>
            <a:off x="2319661" y="139205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25" name="TextBox 24">
            <a:hlinkClick action="ppaction://hlinksldjump" r:id="rId12"/>
          </p:cNvPr>
          <p:cNvSpPr txBox="1"/>
          <p:nvPr/>
        </p:nvSpPr>
        <p:spPr>
          <a:xfrm>
            <a:off x="539948" y="1518855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070527</a:t>
            </a:r>
          </a:p>
        </p:txBody>
      </p:sp>
      <p:sp>
        <p:nvSpPr>
          <p:cNvPr id="26" name="TextBox 25">
            <a:hlinkClick action="ppaction://hlinksldjump" r:id="rId12"/>
          </p:cNvPr>
          <p:cNvSpPr txBox="1"/>
          <p:nvPr/>
        </p:nvSpPr>
        <p:spPr>
          <a:xfrm>
            <a:off x="1295697" y="1518855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27" name="TextBox 26">
            <a:hlinkClick action="ppaction://hlinksldjump" r:id="rId12"/>
          </p:cNvPr>
          <p:cNvSpPr txBox="1"/>
          <p:nvPr/>
        </p:nvSpPr>
        <p:spPr>
          <a:xfrm>
            <a:off x="2319661" y="151885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28" name="TextBox 27">
            <a:hlinkClick action="ppaction://hlinksldjump" r:id="rId13"/>
          </p:cNvPr>
          <p:cNvSpPr txBox="1"/>
          <p:nvPr/>
        </p:nvSpPr>
        <p:spPr>
          <a:xfrm>
            <a:off x="539948" y="164565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070528</a:t>
            </a:r>
          </a:p>
        </p:txBody>
      </p:sp>
      <p:sp>
        <p:nvSpPr>
          <p:cNvPr id="29" name="TextBox 28">
            <a:hlinkClick action="ppaction://hlinksldjump" r:id="rId13"/>
          </p:cNvPr>
          <p:cNvSpPr txBox="1"/>
          <p:nvPr/>
        </p:nvSpPr>
        <p:spPr>
          <a:xfrm>
            <a:off x="1295697" y="1645657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30" name="TextBox 29">
            <a:hlinkClick action="ppaction://hlinksldjump" r:id="rId13"/>
          </p:cNvPr>
          <p:cNvSpPr txBox="1"/>
          <p:nvPr/>
        </p:nvSpPr>
        <p:spPr>
          <a:xfrm>
            <a:off x="2319661" y="164565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31" name="TextBox 30">
            <a:hlinkClick action="ppaction://hlinksldjump" r:id="rId14"/>
          </p:cNvPr>
          <p:cNvSpPr txBox="1"/>
          <p:nvPr/>
        </p:nvSpPr>
        <p:spPr>
          <a:xfrm>
            <a:off x="539948" y="1772458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070533</a:t>
            </a:r>
          </a:p>
        </p:txBody>
      </p:sp>
      <p:sp>
        <p:nvSpPr>
          <p:cNvPr id="32" name="TextBox 31">
            <a:hlinkClick action="ppaction://hlinksldjump" r:id="rId14"/>
          </p:cNvPr>
          <p:cNvSpPr txBox="1"/>
          <p:nvPr/>
        </p:nvSpPr>
        <p:spPr>
          <a:xfrm>
            <a:off x="1295697" y="1772458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33" name="TextBox 32">
            <a:hlinkClick action="ppaction://hlinksldjump" r:id="rId14"/>
          </p:cNvPr>
          <p:cNvSpPr txBox="1"/>
          <p:nvPr/>
        </p:nvSpPr>
        <p:spPr>
          <a:xfrm>
            <a:off x="2329472" y="177245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34" name="TextBox 33">
            <a:hlinkClick action="ppaction://hlinksldjump" r:id="rId15"/>
          </p:cNvPr>
          <p:cNvSpPr txBox="1"/>
          <p:nvPr/>
        </p:nvSpPr>
        <p:spPr>
          <a:xfrm>
            <a:off x="539948" y="1899260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070551</a:t>
            </a:r>
          </a:p>
        </p:txBody>
      </p:sp>
      <p:sp>
        <p:nvSpPr>
          <p:cNvPr id="35" name="TextBox 34">
            <a:hlinkClick action="ppaction://hlinksldjump" r:id="rId15"/>
          </p:cNvPr>
          <p:cNvSpPr txBox="1"/>
          <p:nvPr/>
        </p:nvSpPr>
        <p:spPr>
          <a:xfrm>
            <a:off x="1295697" y="1899260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36" name="TextBox 35">
            <a:hlinkClick action="ppaction://hlinksldjump" r:id="rId15"/>
          </p:cNvPr>
          <p:cNvSpPr txBox="1"/>
          <p:nvPr/>
        </p:nvSpPr>
        <p:spPr>
          <a:xfrm>
            <a:off x="2339283" y="1899260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37" name="TextBox 36">
            <a:hlinkClick action="ppaction://hlinksldjump" r:id="rId15"/>
          </p:cNvPr>
          <p:cNvSpPr txBox="1"/>
          <p:nvPr/>
        </p:nvSpPr>
        <p:spPr>
          <a:xfrm>
            <a:off x="539948" y="2026061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070552</a:t>
            </a:r>
          </a:p>
        </p:txBody>
      </p:sp>
      <p:sp>
        <p:nvSpPr>
          <p:cNvPr id="38" name="TextBox 37">
            <a:hlinkClick action="ppaction://hlinksldjump" r:id="rId15"/>
          </p:cNvPr>
          <p:cNvSpPr txBox="1"/>
          <p:nvPr/>
        </p:nvSpPr>
        <p:spPr>
          <a:xfrm>
            <a:off x="1295697" y="2026061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2339283" y="2026061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40" name="TextBox 39">
            <a:hlinkClick action="ppaction://hlinksldjump" r:id="rId15"/>
          </p:cNvPr>
          <p:cNvSpPr txBox="1"/>
          <p:nvPr/>
        </p:nvSpPr>
        <p:spPr>
          <a:xfrm>
            <a:off x="539948" y="215286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070553</a:t>
            </a:r>
          </a:p>
        </p:txBody>
      </p:sp>
      <p:sp>
        <p:nvSpPr>
          <p:cNvPr id="41" name="TextBox 40">
            <a:hlinkClick action="ppaction://hlinksldjump" r:id="rId15"/>
          </p:cNvPr>
          <p:cNvSpPr txBox="1"/>
          <p:nvPr/>
        </p:nvSpPr>
        <p:spPr>
          <a:xfrm>
            <a:off x="1295697" y="2152863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42" name="TextBox 41">
            <a:hlinkClick action="ppaction://hlinksldjump" r:id="rId15"/>
          </p:cNvPr>
          <p:cNvSpPr txBox="1"/>
          <p:nvPr/>
        </p:nvSpPr>
        <p:spPr>
          <a:xfrm>
            <a:off x="2339283" y="2152863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43" name="TextBox 42">
            <a:hlinkClick action="ppaction://hlinksldjump" r:id="rId15"/>
          </p:cNvPr>
          <p:cNvSpPr txBox="1"/>
          <p:nvPr/>
        </p:nvSpPr>
        <p:spPr>
          <a:xfrm>
            <a:off x="539948" y="2279664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070555</a:t>
            </a:r>
          </a:p>
        </p:txBody>
      </p:sp>
      <p:sp>
        <p:nvSpPr>
          <p:cNvPr id="44" name="TextBox 43">
            <a:hlinkClick action="ppaction://hlinksldjump" r:id="rId15"/>
          </p:cNvPr>
          <p:cNvSpPr txBox="1"/>
          <p:nvPr/>
        </p:nvSpPr>
        <p:spPr>
          <a:xfrm>
            <a:off x="1295697" y="2279664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45" name="TextBox 44">
            <a:hlinkClick action="ppaction://hlinksldjump" r:id="rId15"/>
          </p:cNvPr>
          <p:cNvSpPr txBox="1"/>
          <p:nvPr/>
        </p:nvSpPr>
        <p:spPr>
          <a:xfrm>
            <a:off x="2339283" y="2279664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46" name="TextBox 45">
            <a:hlinkClick action="ppaction://hlinksldjump" r:id="rId13"/>
          </p:cNvPr>
          <p:cNvSpPr txBox="1"/>
          <p:nvPr/>
        </p:nvSpPr>
        <p:spPr>
          <a:xfrm>
            <a:off x="539948" y="240646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070559</a:t>
            </a:r>
          </a:p>
        </p:txBody>
      </p:sp>
      <p:sp>
        <p:nvSpPr>
          <p:cNvPr id="47" name="TextBox 46">
            <a:hlinkClick action="ppaction://hlinksldjump" r:id="rId13"/>
          </p:cNvPr>
          <p:cNvSpPr txBox="1"/>
          <p:nvPr/>
        </p:nvSpPr>
        <p:spPr>
          <a:xfrm>
            <a:off x="1295697" y="2406466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48" name="TextBox 47">
            <a:hlinkClick action="ppaction://hlinksldjump" r:id="rId13"/>
          </p:cNvPr>
          <p:cNvSpPr txBox="1"/>
          <p:nvPr/>
        </p:nvSpPr>
        <p:spPr>
          <a:xfrm>
            <a:off x="2319661" y="240646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49" name="TextBox 48">
            <a:hlinkClick action="ppaction://hlinksldjump" r:id="rId13"/>
          </p:cNvPr>
          <p:cNvSpPr txBox="1"/>
          <p:nvPr/>
        </p:nvSpPr>
        <p:spPr>
          <a:xfrm>
            <a:off x="539948" y="253326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070560</a:t>
            </a:r>
          </a:p>
        </p:txBody>
      </p:sp>
      <p:sp>
        <p:nvSpPr>
          <p:cNvPr id="50" name="TextBox 49">
            <a:hlinkClick action="ppaction://hlinksldjump" r:id="rId13"/>
          </p:cNvPr>
          <p:cNvSpPr txBox="1"/>
          <p:nvPr/>
        </p:nvSpPr>
        <p:spPr>
          <a:xfrm>
            <a:off x="1295697" y="2533267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1" name="TextBox 50">
            <a:hlinkClick action="ppaction://hlinksldjump" r:id="rId13"/>
          </p:cNvPr>
          <p:cNvSpPr txBox="1"/>
          <p:nvPr/>
        </p:nvSpPr>
        <p:spPr>
          <a:xfrm>
            <a:off x="2319661" y="253326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2" name="TextBox 51">
            <a:hlinkClick action="ppaction://hlinksldjump" r:id="rId13"/>
          </p:cNvPr>
          <p:cNvSpPr txBox="1"/>
          <p:nvPr/>
        </p:nvSpPr>
        <p:spPr>
          <a:xfrm>
            <a:off x="539948" y="266006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070561</a:t>
            </a:r>
          </a:p>
        </p:txBody>
      </p:sp>
      <p:sp>
        <p:nvSpPr>
          <p:cNvPr id="53" name="TextBox 52">
            <a:hlinkClick action="ppaction://hlinksldjump" r:id="rId13"/>
          </p:cNvPr>
          <p:cNvSpPr txBox="1"/>
          <p:nvPr/>
        </p:nvSpPr>
        <p:spPr>
          <a:xfrm>
            <a:off x="1295697" y="2660069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4" name="TextBox 53">
            <a:hlinkClick action="ppaction://hlinksldjump" r:id="rId13"/>
          </p:cNvPr>
          <p:cNvSpPr txBox="1"/>
          <p:nvPr/>
        </p:nvSpPr>
        <p:spPr>
          <a:xfrm>
            <a:off x="2319661" y="266006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5" name="TextBox 54">
            <a:hlinkClick action="ppaction://hlinksldjump" r:id="rId13"/>
          </p:cNvPr>
          <p:cNvSpPr txBox="1"/>
          <p:nvPr/>
        </p:nvSpPr>
        <p:spPr>
          <a:xfrm>
            <a:off x="539948" y="278687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070562</a:t>
            </a:r>
          </a:p>
        </p:txBody>
      </p:sp>
      <p:sp>
        <p:nvSpPr>
          <p:cNvPr id="56" name="TextBox 55">
            <a:hlinkClick action="ppaction://hlinksldjump" r:id="rId13"/>
          </p:cNvPr>
          <p:cNvSpPr txBox="1"/>
          <p:nvPr/>
        </p:nvSpPr>
        <p:spPr>
          <a:xfrm>
            <a:off x="1295697" y="2786871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7" name="TextBox 56">
            <a:hlinkClick action="ppaction://hlinksldjump" r:id="rId13"/>
          </p:cNvPr>
          <p:cNvSpPr txBox="1"/>
          <p:nvPr/>
        </p:nvSpPr>
        <p:spPr>
          <a:xfrm>
            <a:off x="2319661" y="278687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8" name="TextBox 57">
            <a:hlinkClick action="ppaction://hlinksldjump" r:id="rId13"/>
          </p:cNvPr>
          <p:cNvSpPr txBox="1"/>
          <p:nvPr/>
        </p:nvSpPr>
        <p:spPr>
          <a:xfrm>
            <a:off x="539948" y="291367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070563</a:t>
            </a:r>
          </a:p>
        </p:txBody>
      </p:sp>
      <p:sp>
        <p:nvSpPr>
          <p:cNvPr id="59" name="TextBox 58">
            <a:hlinkClick action="ppaction://hlinksldjump" r:id="rId13"/>
          </p:cNvPr>
          <p:cNvSpPr txBox="1"/>
          <p:nvPr/>
        </p:nvSpPr>
        <p:spPr>
          <a:xfrm>
            <a:off x="1295697" y="2913672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60" name="TextBox 59">
            <a:hlinkClick action="ppaction://hlinksldjump" r:id="rId13"/>
          </p:cNvPr>
          <p:cNvSpPr txBox="1"/>
          <p:nvPr/>
        </p:nvSpPr>
        <p:spPr>
          <a:xfrm>
            <a:off x="2319661" y="291367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61" name="TextBox 60">
            <a:hlinkClick action="ppaction://hlinksldjump" r:id="rId16"/>
          </p:cNvPr>
          <p:cNvSpPr txBox="1"/>
          <p:nvPr/>
        </p:nvSpPr>
        <p:spPr>
          <a:xfrm>
            <a:off x="539948" y="3040474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070617</a:t>
            </a:r>
          </a:p>
        </p:txBody>
      </p:sp>
      <p:sp>
        <p:nvSpPr>
          <p:cNvPr id="62" name="TextBox 61">
            <a:hlinkClick action="ppaction://hlinksldjump" r:id="rId16"/>
          </p:cNvPr>
          <p:cNvSpPr txBox="1"/>
          <p:nvPr/>
        </p:nvSpPr>
        <p:spPr>
          <a:xfrm>
            <a:off x="1295697" y="3040474"/>
            <a:ext cx="57199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PP</a:t>
            </a:r>
          </a:p>
        </p:txBody>
      </p:sp>
      <p:sp>
        <p:nvSpPr>
          <p:cNvPr id="63" name="TextBox 62">
            <a:hlinkClick action="ppaction://hlinksldjump" r:id="rId16"/>
          </p:cNvPr>
          <p:cNvSpPr txBox="1"/>
          <p:nvPr/>
        </p:nvSpPr>
        <p:spPr>
          <a:xfrm>
            <a:off x="2319661" y="304047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35</a:t>
            </a:r>
          </a:p>
        </p:txBody>
      </p:sp>
      <p:sp>
        <p:nvSpPr>
          <p:cNvPr id="64" name="TextBox 63">
            <a:hlinkClick action="ppaction://hlinksldjump" r:id="rId16"/>
          </p:cNvPr>
          <p:cNvSpPr txBox="1"/>
          <p:nvPr/>
        </p:nvSpPr>
        <p:spPr>
          <a:xfrm>
            <a:off x="539948" y="316727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070618</a:t>
            </a:r>
          </a:p>
        </p:txBody>
      </p:sp>
      <p:sp>
        <p:nvSpPr>
          <p:cNvPr id="65" name="TextBox 64">
            <a:hlinkClick action="ppaction://hlinksldjump" r:id="rId16"/>
          </p:cNvPr>
          <p:cNvSpPr txBox="1"/>
          <p:nvPr/>
        </p:nvSpPr>
        <p:spPr>
          <a:xfrm>
            <a:off x="1295697" y="3167275"/>
            <a:ext cx="57199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PP</a:t>
            </a:r>
          </a:p>
        </p:txBody>
      </p:sp>
      <p:sp>
        <p:nvSpPr>
          <p:cNvPr id="66" name="TextBox 65">
            <a:hlinkClick action="ppaction://hlinksldjump" r:id="rId16"/>
          </p:cNvPr>
          <p:cNvSpPr txBox="1"/>
          <p:nvPr/>
        </p:nvSpPr>
        <p:spPr>
          <a:xfrm>
            <a:off x="2319661" y="316727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35</a:t>
            </a:r>
          </a:p>
        </p:txBody>
      </p:sp>
      <p:sp>
        <p:nvSpPr>
          <p:cNvPr id="67" name="TextBox 66">
            <a:hlinkClick action="ppaction://hlinksldjump" r:id="rId16"/>
          </p:cNvPr>
          <p:cNvSpPr txBox="1"/>
          <p:nvPr/>
        </p:nvSpPr>
        <p:spPr>
          <a:xfrm>
            <a:off x="539948" y="329407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070619</a:t>
            </a:r>
          </a:p>
        </p:txBody>
      </p:sp>
      <p:sp>
        <p:nvSpPr>
          <p:cNvPr id="68" name="TextBox 67">
            <a:hlinkClick action="ppaction://hlinksldjump" r:id="rId16"/>
          </p:cNvPr>
          <p:cNvSpPr txBox="1"/>
          <p:nvPr/>
        </p:nvSpPr>
        <p:spPr>
          <a:xfrm>
            <a:off x="1295697" y="3294077"/>
            <a:ext cx="57199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PP</a:t>
            </a:r>
          </a:p>
        </p:txBody>
      </p:sp>
      <p:sp>
        <p:nvSpPr>
          <p:cNvPr id="69" name="TextBox 68">
            <a:hlinkClick action="ppaction://hlinksldjump" r:id="rId16"/>
          </p:cNvPr>
          <p:cNvSpPr txBox="1"/>
          <p:nvPr/>
        </p:nvSpPr>
        <p:spPr>
          <a:xfrm>
            <a:off x="2319661" y="329407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35</a:t>
            </a:r>
          </a:p>
        </p:txBody>
      </p:sp>
      <p:sp>
        <p:nvSpPr>
          <p:cNvPr id="70" name="TextBox 69">
            <a:hlinkClick action="ppaction://hlinksldjump" r:id="rId17"/>
          </p:cNvPr>
          <p:cNvSpPr txBox="1"/>
          <p:nvPr/>
        </p:nvSpPr>
        <p:spPr>
          <a:xfrm>
            <a:off x="539948" y="342087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070651</a:t>
            </a:r>
          </a:p>
        </p:txBody>
      </p:sp>
      <p:sp>
        <p:nvSpPr>
          <p:cNvPr id="71" name="TextBox 70">
            <a:hlinkClick action="ppaction://hlinksldjump" r:id="rId17"/>
          </p:cNvPr>
          <p:cNvSpPr txBox="1"/>
          <p:nvPr/>
        </p:nvSpPr>
        <p:spPr>
          <a:xfrm>
            <a:off x="1295697" y="3420878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Bacchette e palettine</a:t>
            </a:r>
          </a:p>
        </p:txBody>
      </p:sp>
      <p:sp>
        <p:nvSpPr>
          <p:cNvPr id="72" name="TextBox 71">
            <a:hlinkClick action="ppaction://hlinksldjump" r:id="rId17"/>
          </p:cNvPr>
          <p:cNvSpPr txBox="1"/>
          <p:nvPr/>
        </p:nvSpPr>
        <p:spPr>
          <a:xfrm>
            <a:off x="2329472" y="342087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73" name="TextBox 72">
            <a:hlinkClick action="ppaction://hlinksldjump" r:id="rId17"/>
          </p:cNvPr>
          <p:cNvSpPr txBox="1"/>
          <p:nvPr/>
        </p:nvSpPr>
        <p:spPr>
          <a:xfrm>
            <a:off x="539948" y="3547680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070654</a:t>
            </a:r>
          </a:p>
        </p:txBody>
      </p:sp>
      <p:sp>
        <p:nvSpPr>
          <p:cNvPr id="74" name="TextBox 73">
            <a:hlinkClick action="ppaction://hlinksldjump" r:id="rId17"/>
          </p:cNvPr>
          <p:cNvSpPr txBox="1"/>
          <p:nvPr/>
        </p:nvSpPr>
        <p:spPr>
          <a:xfrm>
            <a:off x="1295697" y="3547680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Bacchette e palettine</a:t>
            </a:r>
          </a:p>
        </p:txBody>
      </p:sp>
      <p:sp>
        <p:nvSpPr>
          <p:cNvPr id="75" name="TextBox 74">
            <a:hlinkClick action="ppaction://hlinksldjump" r:id="rId17"/>
          </p:cNvPr>
          <p:cNvSpPr txBox="1"/>
          <p:nvPr/>
        </p:nvSpPr>
        <p:spPr>
          <a:xfrm>
            <a:off x="2329472" y="354768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76" name="TextBox 75">
            <a:hlinkClick action="ppaction://hlinksldjump" r:id="rId14"/>
          </p:cNvPr>
          <p:cNvSpPr txBox="1"/>
          <p:nvPr/>
        </p:nvSpPr>
        <p:spPr>
          <a:xfrm>
            <a:off x="539948" y="367448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071503</a:t>
            </a:r>
          </a:p>
        </p:txBody>
      </p:sp>
      <p:sp>
        <p:nvSpPr>
          <p:cNvPr id="77" name="TextBox 76">
            <a:hlinkClick action="ppaction://hlinksldjump" r:id="rId14"/>
          </p:cNvPr>
          <p:cNvSpPr txBox="1"/>
          <p:nvPr/>
        </p:nvSpPr>
        <p:spPr>
          <a:xfrm>
            <a:off x="1295697" y="3674482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78" name="TextBox 77">
            <a:hlinkClick action="ppaction://hlinksldjump" r:id="rId14"/>
          </p:cNvPr>
          <p:cNvSpPr txBox="1"/>
          <p:nvPr/>
        </p:nvSpPr>
        <p:spPr>
          <a:xfrm>
            <a:off x="2329472" y="367448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79" name="TextBox 78">
            <a:hlinkClick action="ppaction://hlinksldjump" r:id="rId14"/>
          </p:cNvPr>
          <p:cNvSpPr txBox="1"/>
          <p:nvPr/>
        </p:nvSpPr>
        <p:spPr>
          <a:xfrm>
            <a:off x="539948" y="380128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071511</a:t>
            </a:r>
          </a:p>
        </p:txBody>
      </p:sp>
      <p:sp>
        <p:nvSpPr>
          <p:cNvPr id="80" name="TextBox 79">
            <a:hlinkClick action="ppaction://hlinksldjump" r:id="rId14"/>
          </p:cNvPr>
          <p:cNvSpPr txBox="1"/>
          <p:nvPr/>
        </p:nvSpPr>
        <p:spPr>
          <a:xfrm>
            <a:off x="1295697" y="3801283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81" name="TextBox 80">
            <a:hlinkClick action="ppaction://hlinksldjump" r:id="rId14"/>
          </p:cNvPr>
          <p:cNvSpPr txBox="1"/>
          <p:nvPr/>
        </p:nvSpPr>
        <p:spPr>
          <a:xfrm>
            <a:off x="2329472" y="380128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82" name="TextBox 81">
            <a:hlinkClick action="ppaction://hlinksldjump" r:id="rId14"/>
          </p:cNvPr>
          <p:cNvSpPr txBox="1"/>
          <p:nvPr/>
        </p:nvSpPr>
        <p:spPr>
          <a:xfrm>
            <a:off x="539948" y="392808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071512</a:t>
            </a:r>
          </a:p>
        </p:txBody>
      </p:sp>
      <p:sp>
        <p:nvSpPr>
          <p:cNvPr id="83" name="TextBox 82">
            <a:hlinkClick action="ppaction://hlinksldjump" r:id="rId14"/>
          </p:cNvPr>
          <p:cNvSpPr txBox="1"/>
          <p:nvPr/>
        </p:nvSpPr>
        <p:spPr>
          <a:xfrm>
            <a:off x="1295697" y="3928085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84" name="TextBox 83">
            <a:hlinkClick action="ppaction://hlinksldjump" r:id="rId14"/>
          </p:cNvPr>
          <p:cNvSpPr txBox="1"/>
          <p:nvPr/>
        </p:nvSpPr>
        <p:spPr>
          <a:xfrm>
            <a:off x="2329472" y="392808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85" name="TextBox 84">
            <a:hlinkClick action="ppaction://hlinksldjump" r:id="rId14"/>
          </p:cNvPr>
          <p:cNvSpPr txBox="1"/>
          <p:nvPr/>
        </p:nvSpPr>
        <p:spPr>
          <a:xfrm>
            <a:off x="539948" y="4054886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071513</a:t>
            </a:r>
          </a:p>
        </p:txBody>
      </p:sp>
      <p:sp>
        <p:nvSpPr>
          <p:cNvPr id="86" name="TextBox 85">
            <a:hlinkClick action="ppaction://hlinksldjump" r:id="rId14"/>
          </p:cNvPr>
          <p:cNvSpPr txBox="1"/>
          <p:nvPr/>
        </p:nvSpPr>
        <p:spPr>
          <a:xfrm>
            <a:off x="1295697" y="4054886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87" name="TextBox 86">
            <a:hlinkClick action="ppaction://hlinksldjump" r:id="rId14"/>
          </p:cNvPr>
          <p:cNvSpPr txBox="1"/>
          <p:nvPr/>
        </p:nvSpPr>
        <p:spPr>
          <a:xfrm>
            <a:off x="2329472" y="405488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88" name="TextBox 87">
            <a:hlinkClick action="ppaction://hlinksldjump" r:id="rId14"/>
          </p:cNvPr>
          <p:cNvSpPr txBox="1"/>
          <p:nvPr/>
        </p:nvSpPr>
        <p:spPr>
          <a:xfrm>
            <a:off x="539948" y="418168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071514</a:t>
            </a:r>
          </a:p>
        </p:txBody>
      </p:sp>
      <p:sp>
        <p:nvSpPr>
          <p:cNvPr id="89" name="TextBox 88">
            <a:hlinkClick action="ppaction://hlinksldjump" r:id="rId14"/>
          </p:cNvPr>
          <p:cNvSpPr txBox="1"/>
          <p:nvPr/>
        </p:nvSpPr>
        <p:spPr>
          <a:xfrm>
            <a:off x="1295697" y="4181688"/>
            <a:ext cx="10821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Stuzzicadenti e bastoncini</a:t>
            </a:r>
          </a:p>
        </p:txBody>
      </p:sp>
      <p:sp>
        <p:nvSpPr>
          <p:cNvPr id="90" name="TextBox 89">
            <a:hlinkClick action="ppaction://hlinksldjump" r:id="rId14"/>
          </p:cNvPr>
          <p:cNvSpPr txBox="1"/>
          <p:nvPr/>
        </p:nvSpPr>
        <p:spPr>
          <a:xfrm>
            <a:off x="2329472" y="418168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25</a:t>
            </a:r>
          </a:p>
        </p:txBody>
      </p:sp>
      <p:sp>
        <p:nvSpPr>
          <p:cNvPr id="91" name="TextBox 90">
            <a:hlinkClick action="ppaction://hlinksldjump" r:id="rId12"/>
          </p:cNvPr>
          <p:cNvSpPr txBox="1"/>
          <p:nvPr/>
        </p:nvSpPr>
        <p:spPr>
          <a:xfrm>
            <a:off x="539948" y="430848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071518</a:t>
            </a:r>
          </a:p>
        </p:txBody>
      </p:sp>
      <p:sp>
        <p:nvSpPr>
          <p:cNvPr id="92" name="TextBox 91">
            <a:hlinkClick action="ppaction://hlinksldjump" r:id="rId12"/>
          </p:cNvPr>
          <p:cNvSpPr txBox="1"/>
          <p:nvPr/>
        </p:nvSpPr>
        <p:spPr>
          <a:xfrm>
            <a:off x="1295697" y="4308489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93" name="TextBox 92">
            <a:hlinkClick action="ppaction://hlinksldjump" r:id="rId12"/>
          </p:cNvPr>
          <p:cNvSpPr txBox="1"/>
          <p:nvPr/>
        </p:nvSpPr>
        <p:spPr>
          <a:xfrm>
            <a:off x="2319661" y="430848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94" name="TextBox 93">
            <a:hlinkClick action="ppaction://hlinksldjump" r:id="rId12"/>
          </p:cNvPr>
          <p:cNvSpPr txBox="1"/>
          <p:nvPr/>
        </p:nvSpPr>
        <p:spPr>
          <a:xfrm>
            <a:off x="539948" y="4435291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071534</a:t>
            </a:r>
          </a:p>
        </p:txBody>
      </p:sp>
      <p:sp>
        <p:nvSpPr>
          <p:cNvPr id="95" name="TextBox 94">
            <a:hlinkClick action="ppaction://hlinksldjump" r:id="rId12"/>
          </p:cNvPr>
          <p:cNvSpPr txBox="1"/>
          <p:nvPr/>
        </p:nvSpPr>
        <p:spPr>
          <a:xfrm>
            <a:off x="1295697" y="4435291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Spiedini decorativi</a:t>
            </a:r>
          </a:p>
        </p:txBody>
      </p:sp>
      <p:sp>
        <p:nvSpPr>
          <p:cNvPr id="96" name="TextBox 95">
            <a:hlinkClick action="ppaction://hlinksldjump" r:id="rId12"/>
          </p:cNvPr>
          <p:cNvSpPr txBox="1"/>
          <p:nvPr/>
        </p:nvSpPr>
        <p:spPr>
          <a:xfrm>
            <a:off x="2319661" y="443529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24</a:t>
            </a:r>
          </a:p>
        </p:txBody>
      </p:sp>
      <p:sp>
        <p:nvSpPr>
          <p:cNvPr id="97" name="TextBox 96">
            <a:hlinkClick action="ppaction://hlinksldjump" r:id="rId18"/>
          </p:cNvPr>
          <p:cNvSpPr txBox="1"/>
          <p:nvPr/>
        </p:nvSpPr>
        <p:spPr>
          <a:xfrm>
            <a:off x="539948" y="456209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071556</a:t>
            </a:r>
          </a:p>
        </p:txBody>
      </p:sp>
      <p:sp>
        <p:nvSpPr>
          <p:cNvPr id="98" name="TextBox 97">
            <a:hlinkClick action="ppaction://hlinksldjump" r:id="rId18"/>
          </p:cNvPr>
          <p:cNvSpPr txBox="1"/>
          <p:nvPr/>
        </p:nvSpPr>
        <p:spPr>
          <a:xfrm>
            <a:off x="1295697" y="4562092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99" name="TextBox 98">
            <a:hlinkClick action="ppaction://hlinksldjump" r:id="rId18"/>
          </p:cNvPr>
          <p:cNvSpPr txBox="1"/>
          <p:nvPr/>
        </p:nvSpPr>
        <p:spPr>
          <a:xfrm>
            <a:off x="2329472" y="456209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100" name="TextBox 99">
            <a:hlinkClick action="ppaction://hlinksldjump" r:id="rId18"/>
          </p:cNvPr>
          <p:cNvSpPr txBox="1"/>
          <p:nvPr/>
        </p:nvSpPr>
        <p:spPr>
          <a:xfrm>
            <a:off x="539948" y="468889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071557</a:t>
            </a:r>
          </a:p>
        </p:txBody>
      </p:sp>
      <p:sp>
        <p:nvSpPr>
          <p:cNvPr id="101" name="TextBox 100">
            <a:hlinkClick action="ppaction://hlinksldjump" r:id="rId18"/>
          </p:cNvPr>
          <p:cNvSpPr txBox="1"/>
          <p:nvPr/>
        </p:nvSpPr>
        <p:spPr>
          <a:xfrm>
            <a:off x="1295697" y="4688894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102" name="TextBox 101">
            <a:hlinkClick action="ppaction://hlinksldjump" r:id="rId18"/>
          </p:cNvPr>
          <p:cNvSpPr txBox="1"/>
          <p:nvPr/>
        </p:nvSpPr>
        <p:spPr>
          <a:xfrm>
            <a:off x="2329472" y="468889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103" name="TextBox 102">
            <a:hlinkClick action="ppaction://hlinksldjump" r:id="rId18"/>
          </p:cNvPr>
          <p:cNvSpPr txBox="1"/>
          <p:nvPr/>
        </p:nvSpPr>
        <p:spPr>
          <a:xfrm>
            <a:off x="539948" y="4815696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072554</a:t>
            </a:r>
          </a:p>
        </p:txBody>
      </p:sp>
      <p:sp>
        <p:nvSpPr>
          <p:cNvPr id="104" name="TextBox 103">
            <a:hlinkClick action="ppaction://hlinksldjump" r:id="rId18"/>
          </p:cNvPr>
          <p:cNvSpPr txBox="1"/>
          <p:nvPr/>
        </p:nvSpPr>
        <p:spPr>
          <a:xfrm>
            <a:off x="1295697" y="4815696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105" name="TextBox 104">
            <a:hlinkClick action="ppaction://hlinksldjump" r:id="rId18"/>
          </p:cNvPr>
          <p:cNvSpPr txBox="1"/>
          <p:nvPr/>
        </p:nvSpPr>
        <p:spPr>
          <a:xfrm>
            <a:off x="2329472" y="481569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106" name="TextBox 105">
            <a:hlinkClick action="ppaction://hlinksldjump" r:id="rId19"/>
          </p:cNvPr>
          <p:cNvSpPr txBox="1"/>
          <p:nvPr/>
        </p:nvSpPr>
        <p:spPr>
          <a:xfrm>
            <a:off x="539948" y="4942497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072559</a:t>
            </a:r>
          </a:p>
        </p:txBody>
      </p:sp>
      <p:sp>
        <p:nvSpPr>
          <p:cNvPr id="107" name="TextBox 106">
            <a:hlinkClick action="ppaction://hlinksldjump" r:id="rId19"/>
          </p:cNvPr>
          <p:cNvSpPr txBox="1"/>
          <p:nvPr/>
        </p:nvSpPr>
        <p:spPr>
          <a:xfrm>
            <a:off x="1295697" y="4942497"/>
            <a:ext cx="58180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Palette gelato</a:t>
            </a:r>
          </a:p>
        </p:txBody>
      </p:sp>
      <p:sp>
        <p:nvSpPr>
          <p:cNvPr id="108" name="TextBox 107">
            <a:hlinkClick action="ppaction://hlinksldjump" r:id="rId19"/>
          </p:cNvPr>
          <p:cNvSpPr txBox="1"/>
          <p:nvPr/>
        </p:nvSpPr>
        <p:spPr>
          <a:xfrm>
            <a:off x="2309851" y="494249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109" name="TextBox 108">
            <a:hlinkClick action="ppaction://hlinksldjump" r:id="rId20"/>
          </p:cNvPr>
          <p:cNvSpPr txBox="1"/>
          <p:nvPr/>
        </p:nvSpPr>
        <p:spPr>
          <a:xfrm>
            <a:off x="539948" y="5069299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073101</a:t>
            </a:r>
          </a:p>
        </p:txBody>
      </p:sp>
      <p:sp>
        <p:nvSpPr>
          <p:cNvPr id="110" name="TextBox 109">
            <a:hlinkClick action="ppaction://hlinksldjump" r:id="rId20"/>
          </p:cNvPr>
          <p:cNvSpPr txBox="1"/>
          <p:nvPr/>
        </p:nvSpPr>
        <p:spPr>
          <a:xfrm>
            <a:off x="1295697" y="5069299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111" name="TextBox 110">
            <a:hlinkClick action="ppaction://hlinksldjump" r:id="rId20"/>
          </p:cNvPr>
          <p:cNvSpPr txBox="1"/>
          <p:nvPr/>
        </p:nvSpPr>
        <p:spPr>
          <a:xfrm>
            <a:off x="2309851" y="506929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112" name="TextBox 111">
            <a:hlinkClick action="ppaction://hlinksldjump" r:id="rId21"/>
          </p:cNvPr>
          <p:cNvSpPr txBox="1"/>
          <p:nvPr/>
        </p:nvSpPr>
        <p:spPr>
          <a:xfrm>
            <a:off x="539948" y="519610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073102</a:t>
            </a:r>
          </a:p>
        </p:txBody>
      </p:sp>
      <p:sp>
        <p:nvSpPr>
          <p:cNvPr id="113" name="TextBox 112">
            <a:hlinkClick action="ppaction://hlinksldjump" r:id="rId21"/>
          </p:cNvPr>
          <p:cNvSpPr txBox="1"/>
          <p:nvPr/>
        </p:nvSpPr>
        <p:spPr>
          <a:xfrm>
            <a:off x="1295697" y="5196100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legno</a:t>
            </a:r>
          </a:p>
        </p:txBody>
      </p:sp>
      <p:sp>
        <p:nvSpPr>
          <p:cNvPr id="114" name="TextBox 113">
            <a:hlinkClick action="ppaction://hlinksldjump" r:id="rId21"/>
          </p:cNvPr>
          <p:cNvSpPr txBox="1"/>
          <p:nvPr/>
        </p:nvSpPr>
        <p:spPr>
          <a:xfrm>
            <a:off x="2329472" y="519610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</a:t>
            </a:r>
          </a:p>
        </p:txBody>
      </p:sp>
      <p:sp>
        <p:nvSpPr>
          <p:cNvPr id="115" name="TextBox 114">
            <a:hlinkClick action="ppaction://hlinksldjump" r:id="rId21"/>
          </p:cNvPr>
          <p:cNvSpPr txBox="1"/>
          <p:nvPr/>
        </p:nvSpPr>
        <p:spPr>
          <a:xfrm>
            <a:off x="539948" y="532290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073103</a:t>
            </a:r>
          </a:p>
        </p:txBody>
      </p:sp>
      <p:sp>
        <p:nvSpPr>
          <p:cNvPr id="116" name="TextBox 115">
            <a:hlinkClick action="ppaction://hlinksldjump" r:id="rId21"/>
          </p:cNvPr>
          <p:cNvSpPr txBox="1"/>
          <p:nvPr/>
        </p:nvSpPr>
        <p:spPr>
          <a:xfrm>
            <a:off x="1295697" y="5322902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legno</a:t>
            </a:r>
          </a:p>
        </p:txBody>
      </p:sp>
      <p:sp>
        <p:nvSpPr>
          <p:cNvPr id="117" name="TextBox 116">
            <a:hlinkClick action="ppaction://hlinksldjump" r:id="rId21"/>
          </p:cNvPr>
          <p:cNvSpPr txBox="1"/>
          <p:nvPr/>
        </p:nvSpPr>
        <p:spPr>
          <a:xfrm>
            <a:off x="2329472" y="532290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</a:t>
            </a:r>
          </a:p>
        </p:txBody>
      </p:sp>
      <p:sp>
        <p:nvSpPr>
          <p:cNvPr id="118" name="TextBox 117">
            <a:hlinkClick action="ppaction://hlinksldjump" r:id="rId17"/>
          </p:cNvPr>
          <p:cNvSpPr txBox="1"/>
          <p:nvPr/>
        </p:nvSpPr>
        <p:spPr>
          <a:xfrm>
            <a:off x="539948" y="544970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073104</a:t>
            </a:r>
          </a:p>
        </p:txBody>
      </p:sp>
      <p:sp>
        <p:nvSpPr>
          <p:cNvPr id="119" name="TextBox 118">
            <a:hlinkClick action="ppaction://hlinksldjump" r:id="rId17"/>
          </p:cNvPr>
          <p:cNvSpPr txBox="1"/>
          <p:nvPr/>
        </p:nvSpPr>
        <p:spPr>
          <a:xfrm>
            <a:off x="1295697" y="5449703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Bacchette e palettine</a:t>
            </a:r>
          </a:p>
        </p:txBody>
      </p:sp>
      <p:sp>
        <p:nvSpPr>
          <p:cNvPr id="120" name="TextBox 119">
            <a:hlinkClick action="ppaction://hlinksldjump" r:id="rId17"/>
          </p:cNvPr>
          <p:cNvSpPr txBox="1"/>
          <p:nvPr/>
        </p:nvSpPr>
        <p:spPr>
          <a:xfrm>
            <a:off x="2329472" y="544970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121" name="TextBox 120">
            <a:hlinkClick action="ppaction://hlinksldjump" r:id="rId20"/>
          </p:cNvPr>
          <p:cNvSpPr txBox="1"/>
          <p:nvPr/>
        </p:nvSpPr>
        <p:spPr>
          <a:xfrm>
            <a:off x="539948" y="5576505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073105</a:t>
            </a:r>
          </a:p>
        </p:txBody>
      </p:sp>
      <p:sp>
        <p:nvSpPr>
          <p:cNvPr id="122" name="TextBox 121">
            <a:hlinkClick action="ppaction://hlinksldjump" r:id="rId20"/>
          </p:cNvPr>
          <p:cNvSpPr txBox="1"/>
          <p:nvPr/>
        </p:nvSpPr>
        <p:spPr>
          <a:xfrm>
            <a:off x="1295697" y="5576505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123" name="TextBox 122">
            <a:hlinkClick action="ppaction://hlinksldjump" r:id="rId20"/>
          </p:cNvPr>
          <p:cNvSpPr txBox="1"/>
          <p:nvPr/>
        </p:nvSpPr>
        <p:spPr>
          <a:xfrm>
            <a:off x="2309851" y="557650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124" name="TextBox 123">
            <a:hlinkClick action="ppaction://hlinksldjump" r:id="rId21"/>
          </p:cNvPr>
          <p:cNvSpPr txBox="1"/>
          <p:nvPr/>
        </p:nvSpPr>
        <p:spPr>
          <a:xfrm>
            <a:off x="539948" y="570330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073106</a:t>
            </a:r>
          </a:p>
        </p:txBody>
      </p:sp>
      <p:sp>
        <p:nvSpPr>
          <p:cNvPr id="125" name="TextBox 124">
            <a:hlinkClick action="ppaction://hlinksldjump" r:id="rId21"/>
          </p:cNvPr>
          <p:cNvSpPr txBox="1"/>
          <p:nvPr/>
        </p:nvSpPr>
        <p:spPr>
          <a:xfrm>
            <a:off x="1295697" y="5703307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legno</a:t>
            </a:r>
          </a:p>
        </p:txBody>
      </p:sp>
      <p:sp>
        <p:nvSpPr>
          <p:cNvPr id="126" name="TextBox 125">
            <a:hlinkClick action="ppaction://hlinksldjump" r:id="rId21"/>
          </p:cNvPr>
          <p:cNvSpPr txBox="1"/>
          <p:nvPr/>
        </p:nvSpPr>
        <p:spPr>
          <a:xfrm>
            <a:off x="2329472" y="570330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</a:t>
            </a:r>
          </a:p>
        </p:txBody>
      </p:sp>
      <p:sp>
        <p:nvSpPr>
          <p:cNvPr id="127" name="TextBox 126">
            <a:hlinkClick action="ppaction://hlinksldjump" r:id="rId21"/>
          </p:cNvPr>
          <p:cNvSpPr txBox="1"/>
          <p:nvPr/>
        </p:nvSpPr>
        <p:spPr>
          <a:xfrm>
            <a:off x="539948" y="583010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073107</a:t>
            </a:r>
          </a:p>
        </p:txBody>
      </p:sp>
      <p:sp>
        <p:nvSpPr>
          <p:cNvPr id="128" name="TextBox 127">
            <a:hlinkClick action="ppaction://hlinksldjump" r:id="rId21"/>
          </p:cNvPr>
          <p:cNvSpPr txBox="1"/>
          <p:nvPr/>
        </p:nvSpPr>
        <p:spPr>
          <a:xfrm>
            <a:off x="1295697" y="5830108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legno</a:t>
            </a:r>
          </a:p>
        </p:txBody>
      </p:sp>
      <p:sp>
        <p:nvSpPr>
          <p:cNvPr id="129" name="TextBox 128">
            <a:hlinkClick action="ppaction://hlinksldjump" r:id="rId21"/>
          </p:cNvPr>
          <p:cNvSpPr txBox="1"/>
          <p:nvPr/>
        </p:nvSpPr>
        <p:spPr>
          <a:xfrm>
            <a:off x="2329472" y="583010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</a:t>
            </a:r>
          </a:p>
        </p:txBody>
      </p:sp>
      <p:sp>
        <p:nvSpPr>
          <p:cNvPr id="130" name="TextBox 129">
            <a:hlinkClick action="ppaction://hlinksldjump" r:id="rId20"/>
          </p:cNvPr>
          <p:cNvSpPr txBox="1"/>
          <p:nvPr/>
        </p:nvSpPr>
        <p:spPr>
          <a:xfrm>
            <a:off x="539948" y="595691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073201</a:t>
            </a:r>
          </a:p>
        </p:txBody>
      </p:sp>
      <p:sp>
        <p:nvSpPr>
          <p:cNvPr id="131" name="TextBox 130">
            <a:hlinkClick action="ppaction://hlinksldjump" r:id="rId20"/>
          </p:cNvPr>
          <p:cNvSpPr txBox="1"/>
          <p:nvPr/>
        </p:nvSpPr>
        <p:spPr>
          <a:xfrm>
            <a:off x="1295697" y="5956910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132" name="TextBox 131">
            <a:hlinkClick action="ppaction://hlinksldjump" r:id="rId20"/>
          </p:cNvPr>
          <p:cNvSpPr txBox="1"/>
          <p:nvPr/>
        </p:nvSpPr>
        <p:spPr>
          <a:xfrm>
            <a:off x="2309851" y="595691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133" name="TextBox 132">
            <a:hlinkClick action="ppaction://hlinksldjump" r:id="rId17"/>
          </p:cNvPr>
          <p:cNvSpPr txBox="1"/>
          <p:nvPr/>
        </p:nvSpPr>
        <p:spPr>
          <a:xfrm>
            <a:off x="539948" y="6083711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073204</a:t>
            </a:r>
          </a:p>
        </p:txBody>
      </p:sp>
      <p:sp>
        <p:nvSpPr>
          <p:cNvPr id="134" name="TextBox 133">
            <a:hlinkClick action="ppaction://hlinksldjump" r:id="rId17"/>
          </p:cNvPr>
          <p:cNvSpPr txBox="1"/>
          <p:nvPr/>
        </p:nvSpPr>
        <p:spPr>
          <a:xfrm>
            <a:off x="1295697" y="6083711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Bacchette e palettine</a:t>
            </a:r>
          </a:p>
        </p:txBody>
      </p:sp>
      <p:sp>
        <p:nvSpPr>
          <p:cNvPr id="135" name="TextBox 134">
            <a:hlinkClick action="ppaction://hlinksldjump" r:id="rId17"/>
          </p:cNvPr>
          <p:cNvSpPr txBox="1"/>
          <p:nvPr/>
        </p:nvSpPr>
        <p:spPr>
          <a:xfrm>
            <a:off x="2329472" y="608371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22</a:t>
            </a:r>
          </a:p>
        </p:txBody>
      </p:sp>
      <p:sp>
        <p:nvSpPr>
          <p:cNvPr id="136" name="TextBox 135">
            <a:hlinkClick action="ppaction://hlinksldjump" r:id="rId20"/>
          </p:cNvPr>
          <p:cNvSpPr txBox="1"/>
          <p:nvPr/>
        </p:nvSpPr>
        <p:spPr>
          <a:xfrm>
            <a:off x="539948" y="621051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073301</a:t>
            </a:r>
          </a:p>
        </p:txBody>
      </p:sp>
      <p:sp>
        <p:nvSpPr>
          <p:cNvPr id="137" name="TextBox 136">
            <a:hlinkClick action="ppaction://hlinksldjump" r:id="rId20"/>
          </p:cNvPr>
          <p:cNvSpPr txBox="1"/>
          <p:nvPr/>
        </p:nvSpPr>
        <p:spPr>
          <a:xfrm>
            <a:off x="1295697" y="6210513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138" name="TextBox 137">
            <a:hlinkClick action="ppaction://hlinksldjump" r:id="rId20"/>
          </p:cNvPr>
          <p:cNvSpPr txBox="1"/>
          <p:nvPr/>
        </p:nvSpPr>
        <p:spPr>
          <a:xfrm>
            <a:off x="2309851" y="621051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139" name="TextBox 138">
            <a:hlinkClick action="ppaction://hlinksldjump" r:id="rId22"/>
          </p:cNvPr>
          <p:cNvSpPr txBox="1"/>
          <p:nvPr/>
        </p:nvSpPr>
        <p:spPr>
          <a:xfrm>
            <a:off x="539948" y="6337314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073302</a:t>
            </a:r>
          </a:p>
        </p:txBody>
      </p:sp>
      <p:sp>
        <p:nvSpPr>
          <p:cNvPr id="140" name="TextBox 139">
            <a:hlinkClick action="ppaction://hlinksldjump" r:id="rId22"/>
          </p:cNvPr>
          <p:cNvSpPr txBox="1"/>
          <p:nvPr/>
        </p:nvSpPr>
        <p:spPr>
          <a:xfrm>
            <a:off x="1295697" y="6337314"/>
            <a:ext cx="53274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in legno</a:t>
            </a:r>
          </a:p>
        </p:txBody>
      </p:sp>
      <p:sp>
        <p:nvSpPr>
          <p:cNvPr id="141" name="TextBox 140">
            <a:hlinkClick action="ppaction://hlinksldjump" r:id="rId22"/>
          </p:cNvPr>
          <p:cNvSpPr txBox="1"/>
          <p:nvPr/>
        </p:nvSpPr>
        <p:spPr>
          <a:xfrm>
            <a:off x="2329472" y="633731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142" name="TextBox 141">
            <a:hlinkClick action="ppaction://hlinksldjump" r:id="rId22"/>
          </p:cNvPr>
          <p:cNvSpPr txBox="1"/>
          <p:nvPr/>
        </p:nvSpPr>
        <p:spPr>
          <a:xfrm>
            <a:off x="539948" y="6464116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073303</a:t>
            </a:r>
          </a:p>
        </p:txBody>
      </p:sp>
      <p:sp>
        <p:nvSpPr>
          <p:cNvPr id="143" name="TextBox 142">
            <a:hlinkClick action="ppaction://hlinksldjump" r:id="rId22"/>
          </p:cNvPr>
          <p:cNvSpPr txBox="1"/>
          <p:nvPr/>
        </p:nvSpPr>
        <p:spPr>
          <a:xfrm>
            <a:off x="1295697" y="6464116"/>
            <a:ext cx="53274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in legno</a:t>
            </a:r>
          </a:p>
        </p:txBody>
      </p:sp>
      <p:sp>
        <p:nvSpPr>
          <p:cNvPr id="144" name="TextBox 143">
            <a:hlinkClick action="ppaction://hlinksldjump" r:id="rId22"/>
          </p:cNvPr>
          <p:cNvSpPr txBox="1"/>
          <p:nvPr/>
        </p:nvSpPr>
        <p:spPr>
          <a:xfrm>
            <a:off x="2329472" y="646411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145" name="TextBox 144">
            <a:hlinkClick action="ppaction://hlinksldjump" r:id="rId22"/>
          </p:cNvPr>
          <p:cNvSpPr txBox="1"/>
          <p:nvPr/>
        </p:nvSpPr>
        <p:spPr>
          <a:xfrm>
            <a:off x="539948" y="6590917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073304</a:t>
            </a:r>
          </a:p>
        </p:txBody>
      </p:sp>
      <p:sp>
        <p:nvSpPr>
          <p:cNvPr id="146" name="TextBox 145">
            <a:hlinkClick action="ppaction://hlinksldjump" r:id="rId22"/>
          </p:cNvPr>
          <p:cNvSpPr txBox="1"/>
          <p:nvPr/>
        </p:nvSpPr>
        <p:spPr>
          <a:xfrm>
            <a:off x="1295697" y="6590917"/>
            <a:ext cx="53274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in legno</a:t>
            </a:r>
          </a:p>
        </p:txBody>
      </p:sp>
      <p:sp>
        <p:nvSpPr>
          <p:cNvPr id="147" name="TextBox 146">
            <a:hlinkClick action="ppaction://hlinksldjump" r:id="rId22"/>
          </p:cNvPr>
          <p:cNvSpPr txBox="1"/>
          <p:nvPr/>
        </p:nvSpPr>
        <p:spPr>
          <a:xfrm>
            <a:off x="2329472" y="659091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148" name="TextBox 147">
            <a:hlinkClick action="ppaction://hlinksldjump" r:id="rId22"/>
          </p:cNvPr>
          <p:cNvSpPr txBox="1"/>
          <p:nvPr/>
        </p:nvSpPr>
        <p:spPr>
          <a:xfrm>
            <a:off x="539948" y="6717719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073305</a:t>
            </a:r>
          </a:p>
        </p:txBody>
      </p:sp>
      <p:sp>
        <p:nvSpPr>
          <p:cNvPr id="149" name="TextBox 148">
            <a:hlinkClick action="ppaction://hlinksldjump" r:id="rId22"/>
          </p:cNvPr>
          <p:cNvSpPr txBox="1"/>
          <p:nvPr/>
        </p:nvSpPr>
        <p:spPr>
          <a:xfrm>
            <a:off x="1295697" y="6717719"/>
            <a:ext cx="6995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Supporti per coni</a:t>
            </a:r>
          </a:p>
        </p:txBody>
      </p:sp>
      <p:sp>
        <p:nvSpPr>
          <p:cNvPr id="150" name="TextBox 149">
            <a:hlinkClick action="ppaction://hlinksldjump" r:id="rId22"/>
          </p:cNvPr>
          <p:cNvSpPr txBox="1"/>
          <p:nvPr/>
        </p:nvSpPr>
        <p:spPr>
          <a:xfrm>
            <a:off x="2329472" y="671771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151" name="TextBox 150">
            <a:hlinkClick action="ppaction://hlinksldjump" r:id="rId23"/>
          </p:cNvPr>
          <p:cNvSpPr txBox="1"/>
          <p:nvPr/>
        </p:nvSpPr>
        <p:spPr>
          <a:xfrm>
            <a:off x="539948" y="6844521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078508</a:t>
            </a:r>
          </a:p>
        </p:txBody>
      </p:sp>
      <p:sp>
        <p:nvSpPr>
          <p:cNvPr id="152" name="TextBox 151">
            <a:hlinkClick action="ppaction://hlinksldjump" r:id="rId23"/>
          </p:cNvPr>
          <p:cNvSpPr txBox="1"/>
          <p:nvPr/>
        </p:nvSpPr>
        <p:spPr>
          <a:xfrm>
            <a:off x="1295697" y="6844521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153" name="TextBox 152">
            <a:hlinkClick action="ppaction://hlinksldjump" r:id="rId23"/>
          </p:cNvPr>
          <p:cNvSpPr txBox="1"/>
          <p:nvPr/>
        </p:nvSpPr>
        <p:spPr>
          <a:xfrm>
            <a:off x="2319661" y="684452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154" name="TextBox 153">
            <a:hlinkClick action="ppaction://hlinksldjump" r:id="rId23"/>
          </p:cNvPr>
          <p:cNvSpPr txBox="1"/>
          <p:nvPr/>
        </p:nvSpPr>
        <p:spPr>
          <a:xfrm>
            <a:off x="539948" y="697132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078509</a:t>
            </a:r>
          </a:p>
        </p:txBody>
      </p:sp>
      <p:sp>
        <p:nvSpPr>
          <p:cNvPr id="155" name="TextBox 154">
            <a:hlinkClick action="ppaction://hlinksldjump" r:id="rId23"/>
          </p:cNvPr>
          <p:cNvSpPr txBox="1"/>
          <p:nvPr/>
        </p:nvSpPr>
        <p:spPr>
          <a:xfrm>
            <a:off x="1295697" y="6971322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156" name="TextBox 155">
            <a:hlinkClick action="ppaction://hlinksldjump" r:id="rId23"/>
          </p:cNvPr>
          <p:cNvSpPr txBox="1"/>
          <p:nvPr/>
        </p:nvSpPr>
        <p:spPr>
          <a:xfrm>
            <a:off x="2319661" y="697132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157" name="TextBox 156">
            <a:hlinkClick action="ppaction://hlinksldjump" r:id="rId23"/>
          </p:cNvPr>
          <p:cNvSpPr txBox="1"/>
          <p:nvPr/>
        </p:nvSpPr>
        <p:spPr>
          <a:xfrm>
            <a:off x="539948" y="7098124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078511</a:t>
            </a:r>
          </a:p>
        </p:txBody>
      </p:sp>
      <p:sp>
        <p:nvSpPr>
          <p:cNvPr id="158" name="TextBox 157">
            <a:hlinkClick action="ppaction://hlinksldjump" r:id="rId23"/>
          </p:cNvPr>
          <p:cNvSpPr txBox="1"/>
          <p:nvPr/>
        </p:nvSpPr>
        <p:spPr>
          <a:xfrm>
            <a:off x="1295697" y="7098124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159" name="TextBox 158">
            <a:hlinkClick action="ppaction://hlinksldjump" r:id="rId23"/>
          </p:cNvPr>
          <p:cNvSpPr txBox="1"/>
          <p:nvPr/>
        </p:nvSpPr>
        <p:spPr>
          <a:xfrm>
            <a:off x="2319661" y="709812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160" name="TextBox 159">
            <a:hlinkClick action="ppaction://hlinksldjump" r:id="rId23"/>
          </p:cNvPr>
          <p:cNvSpPr txBox="1"/>
          <p:nvPr/>
        </p:nvSpPr>
        <p:spPr>
          <a:xfrm>
            <a:off x="539948" y="722492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078512</a:t>
            </a:r>
          </a:p>
        </p:txBody>
      </p:sp>
      <p:sp>
        <p:nvSpPr>
          <p:cNvPr id="161" name="TextBox 160">
            <a:hlinkClick action="ppaction://hlinksldjump" r:id="rId23"/>
          </p:cNvPr>
          <p:cNvSpPr txBox="1"/>
          <p:nvPr/>
        </p:nvSpPr>
        <p:spPr>
          <a:xfrm>
            <a:off x="1295697" y="7224925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162" name="TextBox 161">
            <a:hlinkClick action="ppaction://hlinksldjump" r:id="rId23"/>
          </p:cNvPr>
          <p:cNvSpPr txBox="1"/>
          <p:nvPr/>
        </p:nvSpPr>
        <p:spPr>
          <a:xfrm>
            <a:off x="2319661" y="722492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163" name="TextBox 162">
            <a:hlinkClick action="ppaction://hlinksldjump" r:id="rId23"/>
          </p:cNvPr>
          <p:cNvSpPr txBox="1"/>
          <p:nvPr/>
        </p:nvSpPr>
        <p:spPr>
          <a:xfrm>
            <a:off x="539948" y="7351727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078513</a:t>
            </a:r>
          </a:p>
        </p:txBody>
      </p:sp>
      <p:sp>
        <p:nvSpPr>
          <p:cNvPr id="164" name="TextBox 163">
            <a:hlinkClick action="ppaction://hlinksldjump" r:id="rId23"/>
          </p:cNvPr>
          <p:cNvSpPr txBox="1"/>
          <p:nvPr/>
        </p:nvSpPr>
        <p:spPr>
          <a:xfrm>
            <a:off x="1295697" y="7351727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PLA</a:t>
            </a:r>
          </a:p>
        </p:txBody>
      </p:sp>
      <p:sp>
        <p:nvSpPr>
          <p:cNvPr id="165" name="TextBox 164">
            <a:hlinkClick action="ppaction://hlinksldjump" r:id="rId23"/>
          </p:cNvPr>
          <p:cNvSpPr txBox="1"/>
          <p:nvPr/>
        </p:nvSpPr>
        <p:spPr>
          <a:xfrm>
            <a:off x="2319661" y="735172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37</a:t>
            </a:r>
          </a:p>
        </p:txBody>
      </p:sp>
      <p:sp>
        <p:nvSpPr>
          <p:cNvPr id="166" name="TextBox 165">
            <a:hlinkClick action="ppaction://hlinksldjump" r:id="rId24"/>
          </p:cNvPr>
          <p:cNvSpPr txBox="1"/>
          <p:nvPr/>
        </p:nvSpPr>
        <p:spPr>
          <a:xfrm>
            <a:off x="539948" y="747852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079102</a:t>
            </a:r>
          </a:p>
        </p:txBody>
      </p:sp>
      <p:sp>
        <p:nvSpPr>
          <p:cNvPr id="167" name="TextBox 166">
            <a:hlinkClick action="ppaction://hlinksldjump" r:id="rId24"/>
          </p:cNvPr>
          <p:cNvSpPr txBox="1"/>
          <p:nvPr/>
        </p:nvSpPr>
        <p:spPr>
          <a:xfrm>
            <a:off x="1295697" y="7478528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168" name="TextBox 167">
            <a:hlinkClick action="ppaction://hlinksldjump" r:id="rId24"/>
          </p:cNvPr>
          <p:cNvSpPr txBox="1"/>
          <p:nvPr/>
        </p:nvSpPr>
        <p:spPr>
          <a:xfrm>
            <a:off x="2309851" y="747852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169" name="TextBox 168">
            <a:hlinkClick action="ppaction://hlinksldjump" r:id="rId24"/>
          </p:cNvPr>
          <p:cNvSpPr txBox="1"/>
          <p:nvPr/>
        </p:nvSpPr>
        <p:spPr>
          <a:xfrm>
            <a:off x="539948" y="760533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079103</a:t>
            </a:r>
          </a:p>
        </p:txBody>
      </p:sp>
      <p:sp>
        <p:nvSpPr>
          <p:cNvPr id="170" name="TextBox 169">
            <a:hlinkClick action="ppaction://hlinksldjump" r:id="rId24"/>
          </p:cNvPr>
          <p:cNvSpPr txBox="1"/>
          <p:nvPr/>
        </p:nvSpPr>
        <p:spPr>
          <a:xfrm>
            <a:off x="1295697" y="7605330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171" name="TextBox 170">
            <a:hlinkClick action="ppaction://hlinksldjump" r:id="rId24"/>
          </p:cNvPr>
          <p:cNvSpPr txBox="1"/>
          <p:nvPr/>
        </p:nvSpPr>
        <p:spPr>
          <a:xfrm>
            <a:off x="2309851" y="760533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172" name="TextBox 171">
            <a:hlinkClick action="ppaction://hlinksldjump" r:id="rId24"/>
          </p:cNvPr>
          <p:cNvSpPr txBox="1"/>
          <p:nvPr/>
        </p:nvSpPr>
        <p:spPr>
          <a:xfrm>
            <a:off x="539948" y="773213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079104</a:t>
            </a:r>
          </a:p>
        </p:txBody>
      </p:sp>
      <p:sp>
        <p:nvSpPr>
          <p:cNvPr id="173" name="TextBox 172">
            <a:hlinkClick action="ppaction://hlinksldjump" r:id="rId24"/>
          </p:cNvPr>
          <p:cNvSpPr txBox="1"/>
          <p:nvPr/>
        </p:nvSpPr>
        <p:spPr>
          <a:xfrm>
            <a:off x="1295697" y="7732132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174" name="TextBox 173">
            <a:hlinkClick action="ppaction://hlinksldjump" r:id="rId24"/>
          </p:cNvPr>
          <p:cNvSpPr txBox="1"/>
          <p:nvPr/>
        </p:nvSpPr>
        <p:spPr>
          <a:xfrm>
            <a:off x="2309851" y="773213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175" name="TextBox 174">
            <a:hlinkClick action="ppaction://hlinksldjump" r:id="rId24"/>
          </p:cNvPr>
          <p:cNvSpPr txBox="1"/>
          <p:nvPr/>
        </p:nvSpPr>
        <p:spPr>
          <a:xfrm>
            <a:off x="539948" y="785893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079111</a:t>
            </a:r>
          </a:p>
        </p:txBody>
      </p:sp>
      <p:sp>
        <p:nvSpPr>
          <p:cNvPr id="176" name="TextBox 175">
            <a:hlinkClick action="ppaction://hlinksldjump" r:id="rId24"/>
          </p:cNvPr>
          <p:cNvSpPr txBox="1"/>
          <p:nvPr/>
        </p:nvSpPr>
        <p:spPr>
          <a:xfrm>
            <a:off x="1295697" y="7858933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177" name="TextBox 176">
            <a:hlinkClick action="ppaction://hlinksldjump" r:id="rId24"/>
          </p:cNvPr>
          <p:cNvSpPr txBox="1"/>
          <p:nvPr/>
        </p:nvSpPr>
        <p:spPr>
          <a:xfrm>
            <a:off x="2309851" y="785893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178" name="TextBox 177">
            <a:hlinkClick action="ppaction://hlinksldjump" r:id="rId24"/>
          </p:cNvPr>
          <p:cNvSpPr txBox="1"/>
          <p:nvPr/>
        </p:nvSpPr>
        <p:spPr>
          <a:xfrm>
            <a:off x="539948" y="798573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079121</a:t>
            </a:r>
          </a:p>
        </p:txBody>
      </p:sp>
      <p:sp>
        <p:nvSpPr>
          <p:cNvPr id="179" name="TextBox 178">
            <a:hlinkClick action="ppaction://hlinksldjump" r:id="rId24"/>
          </p:cNvPr>
          <p:cNvSpPr txBox="1"/>
          <p:nvPr/>
        </p:nvSpPr>
        <p:spPr>
          <a:xfrm>
            <a:off x="1295697" y="7985735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180" name="TextBox 179">
            <a:hlinkClick action="ppaction://hlinksldjump" r:id="rId24"/>
          </p:cNvPr>
          <p:cNvSpPr txBox="1"/>
          <p:nvPr/>
        </p:nvSpPr>
        <p:spPr>
          <a:xfrm>
            <a:off x="2309851" y="798573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181" name="TextBox 180">
            <a:hlinkClick action="ppaction://hlinksldjump" r:id="rId24"/>
          </p:cNvPr>
          <p:cNvSpPr txBox="1"/>
          <p:nvPr/>
        </p:nvSpPr>
        <p:spPr>
          <a:xfrm>
            <a:off x="539948" y="8112536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079131</a:t>
            </a:r>
          </a:p>
        </p:txBody>
      </p:sp>
      <p:sp>
        <p:nvSpPr>
          <p:cNvPr id="182" name="TextBox 181">
            <a:hlinkClick action="ppaction://hlinksldjump" r:id="rId24"/>
          </p:cNvPr>
          <p:cNvSpPr txBox="1"/>
          <p:nvPr/>
        </p:nvSpPr>
        <p:spPr>
          <a:xfrm>
            <a:off x="1295697" y="8112536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183" name="TextBox 182">
            <a:hlinkClick action="ppaction://hlinksldjump" r:id="rId24"/>
          </p:cNvPr>
          <p:cNvSpPr txBox="1"/>
          <p:nvPr/>
        </p:nvSpPr>
        <p:spPr>
          <a:xfrm>
            <a:off x="2309851" y="811253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184" name="TextBox 183">
            <a:hlinkClick action="ppaction://hlinksldjump" r:id="rId18"/>
          </p:cNvPr>
          <p:cNvSpPr txBox="1"/>
          <p:nvPr/>
        </p:nvSpPr>
        <p:spPr>
          <a:xfrm>
            <a:off x="539948" y="8239338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080501</a:t>
            </a:r>
          </a:p>
        </p:txBody>
      </p:sp>
      <p:sp>
        <p:nvSpPr>
          <p:cNvPr id="185" name="TextBox 184">
            <a:hlinkClick action="ppaction://hlinksldjump" r:id="rId18"/>
          </p:cNvPr>
          <p:cNvSpPr txBox="1"/>
          <p:nvPr/>
        </p:nvSpPr>
        <p:spPr>
          <a:xfrm>
            <a:off x="1295697" y="8239338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186" name="TextBox 185">
            <a:hlinkClick action="ppaction://hlinksldjump" r:id="rId18"/>
          </p:cNvPr>
          <p:cNvSpPr txBox="1"/>
          <p:nvPr/>
        </p:nvSpPr>
        <p:spPr>
          <a:xfrm>
            <a:off x="2329472" y="823933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187" name="TextBox 186">
            <a:hlinkClick action="ppaction://hlinksldjump" r:id="rId25"/>
          </p:cNvPr>
          <p:cNvSpPr txBox="1"/>
          <p:nvPr/>
        </p:nvSpPr>
        <p:spPr>
          <a:xfrm>
            <a:off x="539948" y="836613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90584</a:t>
            </a:r>
          </a:p>
        </p:txBody>
      </p:sp>
      <p:sp>
        <p:nvSpPr>
          <p:cNvPr id="188" name="TextBox 187">
            <a:hlinkClick action="ppaction://hlinksldjump" r:id="rId25"/>
          </p:cNvPr>
          <p:cNvSpPr txBox="1"/>
          <p:nvPr/>
        </p:nvSpPr>
        <p:spPr>
          <a:xfrm>
            <a:off x="1295697" y="8366139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Carte da incarto</a:t>
            </a:r>
          </a:p>
        </p:txBody>
      </p:sp>
      <p:sp>
        <p:nvSpPr>
          <p:cNvPr id="189" name="TextBox 188">
            <a:hlinkClick action="ppaction://hlinksldjump" r:id="rId25"/>
          </p:cNvPr>
          <p:cNvSpPr txBox="1"/>
          <p:nvPr/>
        </p:nvSpPr>
        <p:spPr>
          <a:xfrm>
            <a:off x="2329472" y="836613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190" name="TextBox 189">
            <a:hlinkClick action="ppaction://hlinksldjump" r:id="rId25"/>
          </p:cNvPr>
          <p:cNvSpPr txBox="1"/>
          <p:nvPr/>
        </p:nvSpPr>
        <p:spPr>
          <a:xfrm>
            <a:off x="539948" y="8492941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92380</a:t>
            </a:r>
          </a:p>
        </p:txBody>
      </p:sp>
      <p:sp>
        <p:nvSpPr>
          <p:cNvPr id="191" name="TextBox 190">
            <a:hlinkClick action="ppaction://hlinksldjump" r:id="rId25"/>
          </p:cNvPr>
          <p:cNvSpPr txBox="1"/>
          <p:nvPr/>
        </p:nvSpPr>
        <p:spPr>
          <a:xfrm>
            <a:off x="1295697" y="8492941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Carte da incarto</a:t>
            </a:r>
          </a:p>
        </p:txBody>
      </p:sp>
      <p:sp>
        <p:nvSpPr>
          <p:cNvPr id="192" name="TextBox 191">
            <a:hlinkClick action="ppaction://hlinksldjump" r:id="rId25"/>
          </p:cNvPr>
          <p:cNvSpPr txBox="1"/>
          <p:nvPr/>
        </p:nvSpPr>
        <p:spPr>
          <a:xfrm>
            <a:off x="2329472" y="849294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193" name="TextBox 192">
            <a:hlinkClick action="ppaction://hlinksldjump" r:id="rId25"/>
          </p:cNvPr>
          <p:cNvSpPr txBox="1"/>
          <p:nvPr/>
        </p:nvSpPr>
        <p:spPr>
          <a:xfrm>
            <a:off x="539948" y="861974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92397</a:t>
            </a:r>
          </a:p>
        </p:txBody>
      </p:sp>
      <p:sp>
        <p:nvSpPr>
          <p:cNvPr id="194" name="TextBox 193">
            <a:hlinkClick action="ppaction://hlinksldjump" r:id="rId25"/>
          </p:cNvPr>
          <p:cNvSpPr txBox="1"/>
          <p:nvPr/>
        </p:nvSpPr>
        <p:spPr>
          <a:xfrm>
            <a:off x="1295697" y="8619742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Carte da incarto</a:t>
            </a:r>
          </a:p>
        </p:txBody>
      </p:sp>
      <p:sp>
        <p:nvSpPr>
          <p:cNvPr id="195" name="TextBox 194">
            <a:hlinkClick action="ppaction://hlinksldjump" r:id="rId25"/>
          </p:cNvPr>
          <p:cNvSpPr txBox="1"/>
          <p:nvPr/>
        </p:nvSpPr>
        <p:spPr>
          <a:xfrm>
            <a:off x="2329472" y="861974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196" name="TextBox 195">
            <a:hlinkClick action="ppaction://hlinksldjump" r:id="rId25"/>
          </p:cNvPr>
          <p:cNvSpPr txBox="1"/>
          <p:nvPr/>
        </p:nvSpPr>
        <p:spPr>
          <a:xfrm>
            <a:off x="539948" y="874654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92403</a:t>
            </a:r>
          </a:p>
        </p:txBody>
      </p:sp>
      <p:sp>
        <p:nvSpPr>
          <p:cNvPr id="197" name="TextBox 196">
            <a:hlinkClick action="ppaction://hlinksldjump" r:id="rId25"/>
          </p:cNvPr>
          <p:cNvSpPr txBox="1"/>
          <p:nvPr/>
        </p:nvSpPr>
        <p:spPr>
          <a:xfrm>
            <a:off x="1295697" y="8746544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Carte da incarto</a:t>
            </a:r>
          </a:p>
        </p:txBody>
      </p:sp>
      <p:sp>
        <p:nvSpPr>
          <p:cNvPr id="198" name="TextBox 197">
            <a:hlinkClick action="ppaction://hlinksldjump" r:id="rId25"/>
          </p:cNvPr>
          <p:cNvSpPr txBox="1"/>
          <p:nvPr/>
        </p:nvSpPr>
        <p:spPr>
          <a:xfrm>
            <a:off x="2329472" y="874654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199" name="TextBox 198">
            <a:hlinkClick action="ppaction://hlinksldjump" r:id="rId25"/>
          </p:cNvPr>
          <p:cNvSpPr txBox="1"/>
          <p:nvPr/>
        </p:nvSpPr>
        <p:spPr>
          <a:xfrm>
            <a:off x="539948" y="887334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92465</a:t>
            </a:r>
          </a:p>
        </p:txBody>
      </p:sp>
      <p:sp>
        <p:nvSpPr>
          <p:cNvPr id="200" name="TextBox 199">
            <a:hlinkClick action="ppaction://hlinksldjump" r:id="rId25"/>
          </p:cNvPr>
          <p:cNvSpPr txBox="1"/>
          <p:nvPr/>
        </p:nvSpPr>
        <p:spPr>
          <a:xfrm>
            <a:off x="1295697" y="8873346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Carte da incarto</a:t>
            </a:r>
          </a:p>
        </p:txBody>
      </p:sp>
      <p:sp>
        <p:nvSpPr>
          <p:cNvPr id="201" name="TextBox 200">
            <a:hlinkClick action="ppaction://hlinksldjump" r:id="rId25"/>
          </p:cNvPr>
          <p:cNvSpPr txBox="1"/>
          <p:nvPr/>
        </p:nvSpPr>
        <p:spPr>
          <a:xfrm>
            <a:off x="2329472" y="887334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202" name="TextBox 201">
            <a:hlinkClick action="ppaction://hlinksldjump" r:id="rId25"/>
          </p:cNvPr>
          <p:cNvSpPr txBox="1"/>
          <p:nvPr/>
        </p:nvSpPr>
        <p:spPr>
          <a:xfrm>
            <a:off x="539948" y="900014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92670</a:t>
            </a:r>
          </a:p>
        </p:txBody>
      </p:sp>
      <p:sp>
        <p:nvSpPr>
          <p:cNvPr id="203" name="TextBox 202">
            <a:hlinkClick action="ppaction://hlinksldjump" r:id="rId25"/>
          </p:cNvPr>
          <p:cNvSpPr txBox="1"/>
          <p:nvPr/>
        </p:nvSpPr>
        <p:spPr>
          <a:xfrm>
            <a:off x="1295697" y="9000147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Carte da incarto</a:t>
            </a:r>
          </a:p>
        </p:txBody>
      </p:sp>
      <p:sp>
        <p:nvSpPr>
          <p:cNvPr id="204" name="TextBox 203">
            <a:hlinkClick action="ppaction://hlinksldjump" r:id="rId25"/>
          </p:cNvPr>
          <p:cNvSpPr txBox="1"/>
          <p:nvPr/>
        </p:nvSpPr>
        <p:spPr>
          <a:xfrm>
            <a:off x="2329472" y="900014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205" name="TextBox 204">
            <a:hlinkClick action="ppaction://hlinksldjump" r:id="rId26"/>
          </p:cNvPr>
          <p:cNvSpPr txBox="1"/>
          <p:nvPr/>
        </p:nvSpPr>
        <p:spPr>
          <a:xfrm>
            <a:off x="2711946" y="101164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93967</a:t>
            </a:r>
          </a:p>
        </p:txBody>
      </p:sp>
      <p:sp>
        <p:nvSpPr>
          <p:cNvPr id="206" name="TextBox 205">
            <a:hlinkClick action="ppaction://hlinksldjump" r:id="rId26"/>
          </p:cNvPr>
          <p:cNvSpPr txBox="1"/>
          <p:nvPr/>
        </p:nvSpPr>
        <p:spPr>
          <a:xfrm>
            <a:off x="3467695" y="1011649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07" name="TextBox 206">
            <a:hlinkClick action="ppaction://hlinksldjump" r:id="rId26"/>
          </p:cNvPr>
          <p:cNvSpPr txBox="1"/>
          <p:nvPr/>
        </p:nvSpPr>
        <p:spPr>
          <a:xfrm>
            <a:off x="4491659" y="101164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08" name="TextBox 207">
            <a:hlinkClick action="ppaction://hlinksldjump" r:id="rId26"/>
          </p:cNvPr>
          <p:cNvSpPr txBox="1"/>
          <p:nvPr/>
        </p:nvSpPr>
        <p:spPr>
          <a:xfrm>
            <a:off x="2711946" y="1138450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93974</a:t>
            </a:r>
          </a:p>
        </p:txBody>
      </p:sp>
      <p:sp>
        <p:nvSpPr>
          <p:cNvPr id="209" name="TextBox 208">
            <a:hlinkClick action="ppaction://hlinksldjump" r:id="rId26"/>
          </p:cNvPr>
          <p:cNvSpPr txBox="1"/>
          <p:nvPr/>
        </p:nvSpPr>
        <p:spPr>
          <a:xfrm>
            <a:off x="3467695" y="1138450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10" name="TextBox 209">
            <a:hlinkClick action="ppaction://hlinksldjump" r:id="rId26"/>
          </p:cNvPr>
          <p:cNvSpPr txBox="1"/>
          <p:nvPr/>
        </p:nvSpPr>
        <p:spPr>
          <a:xfrm>
            <a:off x="4491659" y="113845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11" name="TextBox 210">
            <a:hlinkClick action="ppaction://hlinksldjump" r:id="rId25"/>
          </p:cNvPr>
          <p:cNvSpPr txBox="1"/>
          <p:nvPr/>
        </p:nvSpPr>
        <p:spPr>
          <a:xfrm>
            <a:off x="2711946" y="126525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94018</a:t>
            </a:r>
          </a:p>
        </p:txBody>
      </p:sp>
      <p:sp>
        <p:nvSpPr>
          <p:cNvPr id="212" name="TextBox 211">
            <a:hlinkClick action="ppaction://hlinksldjump" r:id="rId25"/>
          </p:cNvPr>
          <p:cNvSpPr txBox="1"/>
          <p:nvPr/>
        </p:nvSpPr>
        <p:spPr>
          <a:xfrm>
            <a:off x="3467695" y="1265252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Carte da incarto</a:t>
            </a:r>
          </a:p>
        </p:txBody>
      </p:sp>
      <p:sp>
        <p:nvSpPr>
          <p:cNvPr id="213" name="TextBox 212">
            <a:hlinkClick action="ppaction://hlinksldjump" r:id="rId25"/>
          </p:cNvPr>
          <p:cNvSpPr txBox="1"/>
          <p:nvPr/>
        </p:nvSpPr>
        <p:spPr>
          <a:xfrm>
            <a:off x="4501470" y="126525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214" name="TextBox 213">
            <a:hlinkClick action="ppaction://hlinksldjump" r:id="rId27"/>
          </p:cNvPr>
          <p:cNvSpPr txBox="1"/>
          <p:nvPr/>
        </p:nvSpPr>
        <p:spPr>
          <a:xfrm>
            <a:off x="2711946" y="139205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94681</a:t>
            </a:r>
          </a:p>
        </p:txBody>
      </p:sp>
      <p:sp>
        <p:nvSpPr>
          <p:cNvPr id="215" name="TextBox 214">
            <a:hlinkClick action="ppaction://hlinksldjump" r:id="rId27"/>
          </p:cNvPr>
          <p:cNvSpPr txBox="1"/>
          <p:nvPr/>
        </p:nvSpPr>
        <p:spPr>
          <a:xfrm>
            <a:off x="3467695" y="1392053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igienici</a:t>
            </a:r>
          </a:p>
        </p:txBody>
      </p:sp>
      <p:sp>
        <p:nvSpPr>
          <p:cNvPr id="216" name="TextBox 215">
            <a:hlinkClick action="ppaction://hlinksldjump" r:id="rId27"/>
          </p:cNvPr>
          <p:cNvSpPr txBox="1"/>
          <p:nvPr/>
        </p:nvSpPr>
        <p:spPr>
          <a:xfrm>
            <a:off x="4501470" y="139205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75</a:t>
            </a:r>
          </a:p>
        </p:txBody>
      </p:sp>
      <p:sp>
        <p:nvSpPr>
          <p:cNvPr id="217" name="TextBox 216">
            <a:hlinkClick action="ppaction://hlinksldjump" r:id="rId27"/>
          </p:cNvPr>
          <p:cNvSpPr txBox="1"/>
          <p:nvPr/>
        </p:nvSpPr>
        <p:spPr>
          <a:xfrm>
            <a:off x="2711946" y="1518855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95435</a:t>
            </a:r>
          </a:p>
        </p:txBody>
      </p:sp>
      <p:sp>
        <p:nvSpPr>
          <p:cNvPr id="218" name="TextBox 217">
            <a:hlinkClick action="ppaction://hlinksldjump" r:id="rId27"/>
          </p:cNvPr>
          <p:cNvSpPr txBox="1"/>
          <p:nvPr/>
        </p:nvSpPr>
        <p:spPr>
          <a:xfrm>
            <a:off x="3467695" y="1518855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trasparenti</a:t>
            </a:r>
          </a:p>
        </p:txBody>
      </p:sp>
      <p:sp>
        <p:nvSpPr>
          <p:cNvPr id="219" name="TextBox 218">
            <a:hlinkClick action="ppaction://hlinksldjump" r:id="rId27"/>
          </p:cNvPr>
          <p:cNvSpPr txBox="1"/>
          <p:nvPr/>
        </p:nvSpPr>
        <p:spPr>
          <a:xfrm>
            <a:off x="4501470" y="151885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75</a:t>
            </a:r>
          </a:p>
        </p:txBody>
      </p:sp>
      <p:sp>
        <p:nvSpPr>
          <p:cNvPr id="220" name="TextBox 219">
            <a:hlinkClick action="ppaction://hlinksldjump" r:id="rId27"/>
          </p:cNvPr>
          <p:cNvSpPr txBox="1"/>
          <p:nvPr/>
        </p:nvSpPr>
        <p:spPr>
          <a:xfrm>
            <a:off x="2711946" y="164565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95459</a:t>
            </a:r>
          </a:p>
        </p:txBody>
      </p:sp>
      <p:sp>
        <p:nvSpPr>
          <p:cNvPr id="221" name="TextBox 220">
            <a:hlinkClick action="ppaction://hlinksldjump" r:id="rId27"/>
          </p:cNvPr>
          <p:cNvSpPr txBox="1"/>
          <p:nvPr/>
        </p:nvSpPr>
        <p:spPr>
          <a:xfrm>
            <a:off x="3467695" y="1645657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trasparenti</a:t>
            </a:r>
          </a:p>
        </p:txBody>
      </p:sp>
      <p:sp>
        <p:nvSpPr>
          <p:cNvPr id="222" name="TextBox 221">
            <a:hlinkClick action="ppaction://hlinksldjump" r:id="rId27"/>
          </p:cNvPr>
          <p:cNvSpPr txBox="1"/>
          <p:nvPr/>
        </p:nvSpPr>
        <p:spPr>
          <a:xfrm>
            <a:off x="4501470" y="164565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75</a:t>
            </a:r>
          </a:p>
        </p:txBody>
      </p:sp>
      <p:sp>
        <p:nvSpPr>
          <p:cNvPr id="223" name="TextBox 222">
            <a:hlinkClick action="ppaction://hlinksldjump" r:id="rId27"/>
          </p:cNvPr>
          <p:cNvSpPr txBox="1"/>
          <p:nvPr/>
        </p:nvSpPr>
        <p:spPr>
          <a:xfrm>
            <a:off x="2711946" y="177245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95466</a:t>
            </a:r>
          </a:p>
        </p:txBody>
      </p:sp>
      <p:sp>
        <p:nvSpPr>
          <p:cNvPr id="224" name="TextBox 223">
            <a:hlinkClick action="ppaction://hlinksldjump" r:id="rId27"/>
          </p:cNvPr>
          <p:cNvSpPr txBox="1"/>
          <p:nvPr/>
        </p:nvSpPr>
        <p:spPr>
          <a:xfrm>
            <a:off x="3467695" y="1772458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trasparenti</a:t>
            </a:r>
          </a:p>
        </p:txBody>
      </p:sp>
      <p:sp>
        <p:nvSpPr>
          <p:cNvPr id="225" name="TextBox 224">
            <a:hlinkClick action="ppaction://hlinksldjump" r:id="rId27"/>
          </p:cNvPr>
          <p:cNvSpPr txBox="1"/>
          <p:nvPr/>
        </p:nvSpPr>
        <p:spPr>
          <a:xfrm>
            <a:off x="4501470" y="177245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75</a:t>
            </a:r>
          </a:p>
        </p:txBody>
      </p:sp>
      <p:sp>
        <p:nvSpPr>
          <p:cNvPr id="226" name="TextBox 225">
            <a:hlinkClick action="ppaction://hlinksldjump" r:id="rId27"/>
          </p:cNvPr>
          <p:cNvSpPr txBox="1"/>
          <p:nvPr/>
        </p:nvSpPr>
        <p:spPr>
          <a:xfrm>
            <a:off x="2711946" y="1899260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95480</a:t>
            </a:r>
          </a:p>
        </p:txBody>
      </p:sp>
      <p:sp>
        <p:nvSpPr>
          <p:cNvPr id="227" name="TextBox 226">
            <a:hlinkClick action="ppaction://hlinksldjump" r:id="rId27"/>
          </p:cNvPr>
          <p:cNvSpPr txBox="1"/>
          <p:nvPr/>
        </p:nvSpPr>
        <p:spPr>
          <a:xfrm>
            <a:off x="3467695" y="1899260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trasparenti</a:t>
            </a:r>
          </a:p>
        </p:txBody>
      </p:sp>
      <p:sp>
        <p:nvSpPr>
          <p:cNvPr id="228" name="TextBox 227">
            <a:hlinkClick action="ppaction://hlinksldjump" r:id="rId27"/>
          </p:cNvPr>
          <p:cNvSpPr txBox="1"/>
          <p:nvPr/>
        </p:nvSpPr>
        <p:spPr>
          <a:xfrm>
            <a:off x="4501470" y="189926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75</a:t>
            </a:r>
          </a:p>
        </p:txBody>
      </p:sp>
      <p:sp>
        <p:nvSpPr>
          <p:cNvPr id="229" name="TextBox 228">
            <a:hlinkClick action="ppaction://hlinksldjump" r:id="rId27"/>
          </p:cNvPr>
          <p:cNvSpPr txBox="1"/>
          <p:nvPr/>
        </p:nvSpPr>
        <p:spPr>
          <a:xfrm>
            <a:off x="2711946" y="2026061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95510</a:t>
            </a:r>
          </a:p>
        </p:txBody>
      </p:sp>
      <p:sp>
        <p:nvSpPr>
          <p:cNvPr id="230" name="TextBox 229">
            <a:hlinkClick action="ppaction://hlinksldjump" r:id="rId27"/>
          </p:cNvPr>
          <p:cNvSpPr txBox="1"/>
          <p:nvPr/>
        </p:nvSpPr>
        <p:spPr>
          <a:xfrm>
            <a:off x="3467695" y="2026061"/>
            <a:ext cx="86631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Sacchetti trasparenti</a:t>
            </a:r>
          </a:p>
        </p:txBody>
      </p:sp>
      <p:sp>
        <p:nvSpPr>
          <p:cNvPr id="231" name="TextBox 230">
            <a:hlinkClick action="ppaction://hlinksldjump" r:id="rId27"/>
          </p:cNvPr>
          <p:cNvSpPr txBox="1"/>
          <p:nvPr/>
        </p:nvSpPr>
        <p:spPr>
          <a:xfrm>
            <a:off x="4501470" y="202606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75</a:t>
            </a:r>
          </a:p>
        </p:txBody>
      </p:sp>
      <p:sp>
        <p:nvSpPr>
          <p:cNvPr id="232" name="TextBox 231">
            <a:hlinkClick action="ppaction://hlinksldjump" r:id="rId26"/>
          </p:cNvPr>
          <p:cNvSpPr txBox="1"/>
          <p:nvPr/>
        </p:nvSpPr>
        <p:spPr>
          <a:xfrm>
            <a:off x="2711946" y="2152863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97958</a:t>
            </a:r>
          </a:p>
        </p:txBody>
      </p:sp>
      <p:sp>
        <p:nvSpPr>
          <p:cNvPr id="233" name="TextBox 232">
            <a:hlinkClick action="ppaction://hlinksldjump" r:id="rId26"/>
          </p:cNvPr>
          <p:cNvSpPr txBox="1"/>
          <p:nvPr/>
        </p:nvSpPr>
        <p:spPr>
          <a:xfrm>
            <a:off x="3467695" y="2152863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34" name="TextBox 233">
            <a:hlinkClick action="ppaction://hlinksldjump" r:id="rId26"/>
          </p:cNvPr>
          <p:cNvSpPr txBox="1"/>
          <p:nvPr/>
        </p:nvSpPr>
        <p:spPr>
          <a:xfrm>
            <a:off x="4491659" y="215286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35" name="TextBox 234">
            <a:hlinkClick action="ppaction://hlinksldjump" r:id="rId26"/>
          </p:cNvPr>
          <p:cNvSpPr txBox="1"/>
          <p:nvPr/>
        </p:nvSpPr>
        <p:spPr>
          <a:xfrm>
            <a:off x="2711946" y="227966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98092</a:t>
            </a:r>
          </a:p>
        </p:txBody>
      </p:sp>
      <p:sp>
        <p:nvSpPr>
          <p:cNvPr id="236" name="TextBox 235">
            <a:hlinkClick action="ppaction://hlinksldjump" r:id="rId26"/>
          </p:cNvPr>
          <p:cNvSpPr txBox="1"/>
          <p:nvPr/>
        </p:nvSpPr>
        <p:spPr>
          <a:xfrm>
            <a:off x="3467695" y="2279664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37" name="TextBox 236">
            <a:hlinkClick action="ppaction://hlinksldjump" r:id="rId26"/>
          </p:cNvPr>
          <p:cNvSpPr txBox="1"/>
          <p:nvPr/>
        </p:nvSpPr>
        <p:spPr>
          <a:xfrm>
            <a:off x="4491659" y="227966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38" name="TextBox 237">
            <a:hlinkClick action="ppaction://hlinksldjump" r:id="rId26"/>
          </p:cNvPr>
          <p:cNvSpPr txBox="1"/>
          <p:nvPr/>
        </p:nvSpPr>
        <p:spPr>
          <a:xfrm>
            <a:off x="2711946" y="240646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98207</a:t>
            </a:r>
          </a:p>
        </p:txBody>
      </p:sp>
      <p:sp>
        <p:nvSpPr>
          <p:cNvPr id="239" name="TextBox 238">
            <a:hlinkClick action="ppaction://hlinksldjump" r:id="rId26"/>
          </p:cNvPr>
          <p:cNvSpPr txBox="1"/>
          <p:nvPr/>
        </p:nvSpPr>
        <p:spPr>
          <a:xfrm>
            <a:off x="3467695" y="2406466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40" name="TextBox 239">
            <a:hlinkClick action="ppaction://hlinksldjump" r:id="rId26"/>
          </p:cNvPr>
          <p:cNvSpPr txBox="1"/>
          <p:nvPr/>
        </p:nvSpPr>
        <p:spPr>
          <a:xfrm>
            <a:off x="4491659" y="240646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41" name="TextBox 240">
            <a:hlinkClick action="ppaction://hlinksldjump" r:id="rId26"/>
          </p:cNvPr>
          <p:cNvSpPr txBox="1"/>
          <p:nvPr/>
        </p:nvSpPr>
        <p:spPr>
          <a:xfrm>
            <a:off x="2711946" y="2533267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98542</a:t>
            </a:r>
          </a:p>
        </p:txBody>
      </p:sp>
      <p:sp>
        <p:nvSpPr>
          <p:cNvPr id="242" name="TextBox 241">
            <a:hlinkClick action="ppaction://hlinksldjump" r:id="rId26"/>
          </p:cNvPr>
          <p:cNvSpPr txBox="1"/>
          <p:nvPr/>
        </p:nvSpPr>
        <p:spPr>
          <a:xfrm>
            <a:off x="3467695" y="2533267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43" name="TextBox 242">
            <a:hlinkClick action="ppaction://hlinksldjump" r:id="rId26"/>
          </p:cNvPr>
          <p:cNvSpPr txBox="1"/>
          <p:nvPr/>
        </p:nvSpPr>
        <p:spPr>
          <a:xfrm>
            <a:off x="4491659" y="253326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44" name="TextBox 243">
            <a:hlinkClick action="ppaction://hlinksldjump" r:id="rId26"/>
          </p:cNvPr>
          <p:cNvSpPr txBox="1"/>
          <p:nvPr/>
        </p:nvSpPr>
        <p:spPr>
          <a:xfrm>
            <a:off x="2711946" y="266006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98634</a:t>
            </a:r>
          </a:p>
        </p:txBody>
      </p:sp>
      <p:sp>
        <p:nvSpPr>
          <p:cNvPr id="245" name="TextBox 244">
            <a:hlinkClick action="ppaction://hlinksldjump" r:id="rId26"/>
          </p:cNvPr>
          <p:cNvSpPr txBox="1"/>
          <p:nvPr/>
        </p:nvSpPr>
        <p:spPr>
          <a:xfrm>
            <a:off x="3467695" y="2660069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46" name="TextBox 245">
            <a:hlinkClick action="ppaction://hlinksldjump" r:id="rId26"/>
          </p:cNvPr>
          <p:cNvSpPr txBox="1"/>
          <p:nvPr/>
        </p:nvSpPr>
        <p:spPr>
          <a:xfrm>
            <a:off x="4491659" y="266006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47" name="TextBox 246">
            <a:hlinkClick action="ppaction://hlinksldjump" r:id="rId26"/>
          </p:cNvPr>
          <p:cNvSpPr txBox="1"/>
          <p:nvPr/>
        </p:nvSpPr>
        <p:spPr>
          <a:xfrm>
            <a:off x="2711946" y="2786871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98641</a:t>
            </a:r>
          </a:p>
        </p:txBody>
      </p:sp>
      <p:sp>
        <p:nvSpPr>
          <p:cNvPr id="248" name="TextBox 247">
            <a:hlinkClick action="ppaction://hlinksldjump" r:id="rId26"/>
          </p:cNvPr>
          <p:cNvSpPr txBox="1"/>
          <p:nvPr/>
        </p:nvSpPr>
        <p:spPr>
          <a:xfrm>
            <a:off x="3467695" y="2786871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49" name="TextBox 248">
            <a:hlinkClick action="ppaction://hlinksldjump" r:id="rId26"/>
          </p:cNvPr>
          <p:cNvSpPr txBox="1"/>
          <p:nvPr/>
        </p:nvSpPr>
        <p:spPr>
          <a:xfrm>
            <a:off x="4491659" y="278687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50" name="TextBox 249">
            <a:hlinkClick action="ppaction://hlinksldjump" r:id="rId26"/>
          </p:cNvPr>
          <p:cNvSpPr txBox="1"/>
          <p:nvPr/>
        </p:nvSpPr>
        <p:spPr>
          <a:xfrm>
            <a:off x="2711946" y="2913672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98665</a:t>
            </a:r>
          </a:p>
        </p:txBody>
      </p:sp>
      <p:sp>
        <p:nvSpPr>
          <p:cNvPr id="251" name="TextBox 250">
            <a:hlinkClick action="ppaction://hlinksldjump" r:id="rId26"/>
          </p:cNvPr>
          <p:cNvSpPr txBox="1"/>
          <p:nvPr/>
        </p:nvSpPr>
        <p:spPr>
          <a:xfrm>
            <a:off x="3467695" y="2913672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52" name="TextBox 251">
            <a:hlinkClick action="ppaction://hlinksldjump" r:id="rId26"/>
          </p:cNvPr>
          <p:cNvSpPr txBox="1"/>
          <p:nvPr/>
        </p:nvSpPr>
        <p:spPr>
          <a:xfrm>
            <a:off x="4491659" y="291367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53" name="TextBox 252">
            <a:hlinkClick action="ppaction://hlinksldjump" r:id="rId26"/>
          </p:cNvPr>
          <p:cNvSpPr txBox="1"/>
          <p:nvPr/>
        </p:nvSpPr>
        <p:spPr>
          <a:xfrm>
            <a:off x="2711946" y="3040474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98672</a:t>
            </a:r>
          </a:p>
        </p:txBody>
      </p:sp>
      <p:sp>
        <p:nvSpPr>
          <p:cNvPr id="254" name="TextBox 253">
            <a:hlinkClick action="ppaction://hlinksldjump" r:id="rId26"/>
          </p:cNvPr>
          <p:cNvSpPr txBox="1"/>
          <p:nvPr/>
        </p:nvSpPr>
        <p:spPr>
          <a:xfrm>
            <a:off x="3467695" y="3040474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55" name="TextBox 254">
            <a:hlinkClick action="ppaction://hlinksldjump" r:id="rId26"/>
          </p:cNvPr>
          <p:cNvSpPr txBox="1"/>
          <p:nvPr/>
        </p:nvSpPr>
        <p:spPr>
          <a:xfrm>
            <a:off x="4491659" y="304047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56" name="TextBox 255">
            <a:hlinkClick action="ppaction://hlinksldjump" r:id="rId26"/>
          </p:cNvPr>
          <p:cNvSpPr txBox="1"/>
          <p:nvPr/>
        </p:nvSpPr>
        <p:spPr>
          <a:xfrm>
            <a:off x="2711946" y="316727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98689</a:t>
            </a:r>
          </a:p>
        </p:txBody>
      </p:sp>
      <p:sp>
        <p:nvSpPr>
          <p:cNvPr id="257" name="TextBox 256">
            <a:hlinkClick action="ppaction://hlinksldjump" r:id="rId26"/>
          </p:cNvPr>
          <p:cNvSpPr txBox="1"/>
          <p:nvPr/>
        </p:nvSpPr>
        <p:spPr>
          <a:xfrm>
            <a:off x="3467695" y="3167275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58" name="TextBox 257">
            <a:hlinkClick action="ppaction://hlinksldjump" r:id="rId26"/>
          </p:cNvPr>
          <p:cNvSpPr txBox="1"/>
          <p:nvPr/>
        </p:nvSpPr>
        <p:spPr>
          <a:xfrm>
            <a:off x="4491659" y="316727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59" name="TextBox 258">
            <a:hlinkClick action="ppaction://hlinksldjump" r:id="rId26"/>
          </p:cNvPr>
          <p:cNvSpPr txBox="1"/>
          <p:nvPr/>
        </p:nvSpPr>
        <p:spPr>
          <a:xfrm>
            <a:off x="2711946" y="329407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98696</a:t>
            </a:r>
          </a:p>
        </p:txBody>
      </p:sp>
      <p:sp>
        <p:nvSpPr>
          <p:cNvPr id="260" name="TextBox 259">
            <a:hlinkClick action="ppaction://hlinksldjump" r:id="rId26"/>
          </p:cNvPr>
          <p:cNvSpPr txBox="1"/>
          <p:nvPr/>
        </p:nvSpPr>
        <p:spPr>
          <a:xfrm>
            <a:off x="3467695" y="3294077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Shopper in carta</a:t>
            </a:r>
          </a:p>
        </p:txBody>
      </p:sp>
      <p:sp>
        <p:nvSpPr>
          <p:cNvPr id="261" name="TextBox 260">
            <a:hlinkClick action="ppaction://hlinksldjump" r:id="rId26"/>
          </p:cNvPr>
          <p:cNvSpPr txBox="1"/>
          <p:nvPr/>
        </p:nvSpPr>
        <p:spPr>
          <a:xfrm>
            <a:off x="4491659" y="329407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73</a:t>
            </a:r>
          </a:p>
        </p:txBody>
      </p:sp>
      <p:sp>
        <p:nvSpPr>
          <p:cNvPr id="262" name="TextBox 261">
            <a:hlinkClick action="ppaction://hlinksldjump" r:id="rId25"/>
          </p:cNvPr>
          <p:cNvSpPr txBox="1"/>
          <p:nvPr/>
        </p:nvSpPr>
        <p:spPr>
          <a:xfrm>
            <a:off x="2711946" y="342087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99624</a:t>
            </a:r>
          </a:p>
        </p:txBody>
      </p:sp>
      <p:sp>
        <p:nvSpPr>
          <p:cNvPr id="263" name="TextBox 262">
            <a:hlinkClick action="ppaction://hlinksldjump" r:id="rId25"/>
          </p:cNvPr>
          <p:cNvSpPr txBox="1"/>
          <p:nvPr/>
        </p:nvSpPr>
        <p:spPr>
          <a:xfrm>
            <a:off x="3467695" y="3420878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politenata</a:t>
            </a:r>
          </a:p>
        </p:txBody>
      </p:sp>
      <p:sp>
        <p:nvSpPr>
          <p:cNvPr id="264" name="TextBox 263">
            <a:hlinkClick action="ppaction://hlinksldjump" r:id="rId25"/>
          </p:cNvPr>
          <p:cNvSpPr txBox="1"/>
          <p:nvPr/>
        </p:nvSpPr>
        <p:spPr>
          <a:xfrm>
            <a:off x="4501470" y="342087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265" name="TextBox 264">
            <a:hlinkClick action="ppaction://hlinksldjump" r:id="rId25"/>
          </p:cNvPr>
          <p:cNvSpPr txBox="1"/>
          <p:nvPr/>
        </p:nvSpPr>
        <p:spPr>
          <a:xfrm>
            <a:off x="2711946" y="354768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99648</a:t>
            </a:r>
          </a:p>
        </p:txBody>
      </p:sp>
      <p:sp>
        <p:nvSpPr>
          <p:cNvPr id="266" name="TextBox 265">
            <a:hlinkClick action="ppaction://hlinksldjump" r:id="rId25"/>
          </p:cNvPr>
          <p:cNvSpPr txBox="1"/>
          <p:nvPr/>
        </p:nvSpPr>
        <p:spPr>
          <a:xfrm>
            <a:off x="3467695" y="3547680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Carta politenata</a:t>
            </a:r>
          </a:p>
        </p:txBody>
      </p:sp>
      <p:sp>
        <p:nvSpPr>
          <p:cNvPr id="267" name="TextBox 266">
            <a:hlinkClick action="ppaction://hlinksldjump" r:id="rId25"/>
          </p:cNvPr>
          <p:cNvSpPr txBox="1"/>
          <p:nvPr/>
        </p:nvSpPr>
        <p:spPr>
          <a:xfrm>
            <a:off x="4501470" y="354768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72</a:t>
            </a:r>
          </a:p>
        </p:txBody>
      </p:sp>
      <p:sp>
        <p:nvSpPr>
          <p:cNvPr id="268" name="TextBox 267">
            <a:hlinkClick action="ppaction://hlinksldjump" r:id="rId28"/>
          </p:cNvPr>
          <p:cNvSpPr txBox="1"/>
          <p:nvPr/>
        </p:nvSpPr>
        <p:spPr>
          <a:xfrm>
            <a:off x="2711946" y="367448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150015</a:t>
            </a:r>
          </a:p>
        </p:txBody>
      </p:sp>
      <p:sp>
        <p:nvSpPr>
          <p:cNvPr id="269" name="TextBox 268">
            <a:hlinkClick action="ppaction://hlinksldjump" r:id="rId28"/>
          </p:cNvPr>
          <p:cNvSpPr txBox="1"/>
          <p:nvPr/>
        </p:nvSpPr>
        <p:spPr>
          <a:xfrm>
            <a:off x="3467695" y="3674482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Copricapi monouso</a:t>
            </a:r>
          </a:p>
        </p:txBody>
      </p:sp>
      <p:sp>
        <p:nvSpPr>
          <p:cNvPr id="270" name="TextBox 269">
            <a:hlinkClick action="ppaction://hlinksldjump" r:id="rId28"/>
          </p:cNvPr>
          <p:cNvSpPr txBox="1"/>
          <p:nvPr/>
        </p:nvSpPr>
        <p:spPr>
          <a:xfrm>
            <a:off x="4481848" y="367448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</a:t>
            </a:r>
          </a:p>
        </p:txBody>
      </p:sp>
      <p:sp>
        <p:nvSpPr>
          <p:cNvPr id="271" name="TextBox 270">
            <a:hlinkClick action="ppaction://hlinksldjump" r:id="rId29"/>
          </p:cNvPr>
          <p:cNvSpPr txBox="1"/>
          <p:nvPr/>
        </p:nvSpPr>
        <p:spPr>
          <a:xfrm>
            <a:off x="2711946" y="3801283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150204</a:t>
            </a:r>
          </a:p>
        </p:txBody>
      </p:sp>
      <p:sp>
        <p:nvSpPr>
          <p:cNvPr id="272" name="TextBox 271">
            <a:hlinkClick action="ppaction://hlinksldjump" r:id="rId29"/>
          </p:cNvPr>
          <p:cNvSpPr txBox="1"/>
          <p:nvPr/>
        </p:nvSpPr>
        <p:spPr>
          <a:xfrm>
            <a:off x="3467695" y="3801283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in TNT lunghi</a:t>
            </a:r>
          </a:p>
        </p:txBody>
      </p:sp>
      <p:sp>
        <p:nvSpPr>
          <p:cNvPr id="273" name="TextBox 272">
            <a:hlinkClick action="ppaction://hlinksldjump" r:id="rId29"/>
          </p:cNvPr>
          <p:cNvSpPr txBox="1"/>
          <p:nvPr/>
        </p:nvSpPr>
        <p:spPr>
          <a:xfrm>
            <a:off x="4491659" y="380128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97</a:t>
            </a:r>
          </a:p>
        </p:txBody>
      </p:sp>
      <p:sp>
        <p:nvSpPr>
          <p:cNvPr id="274" name="TextBox 273">
            <a:hlinkClick action="ppaction://hlinksldjump" r:id="rId19"/>
          </p:cNvPr>
          <p:cNvSpPr txBox="1"/>
          <p:nvPr/>
        </p:nvSpPr>
        <p:spPr>
          <a:xfrm>
            <a:off x="2711946" y="3928085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290093</a:t>
            </a:r>
          </a:p>
        </p:txBody>
      </p:sp>
      <p:sp>
        <p:nvSpPr>
          <p:cNvPr id="275" name="TextBox 274">
            <a:hlinkClick action="ppaction://hlinksldjump" r:id="rId19"/>
          </p:cNvPr>
          <p:cNvSpPr txBox="1"/>
          <p:nvPr/>
        </p:nvSpPr>
        <p:spPr>
          <a:xfrm>
            <a:off x="3467695" y="3928085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PP e coperchi</a:t>
            </a:r>
          </a:p>
        </p:txBody>
      </p:sp>
      <p:sp>
        <p:nvSpPr>
          <p:cNvPr id="276" name="TextBox 275">
            <a:hlinkClick action="ppaction://hlinksldjump" r:id="rId19"/>
          </p:cNvPr>
          <p:cNvSpPr txBox="1"/>
          <p:nvPr/>
        </p:nvSpPr>
        <p:spPr>
          <a:xfrm>
            <a:off x="4481848" y="392808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277" name="TextBox 276">
            <a:hlinkClick action="ppaction://hlinksldjump" r:id="rId28"/>
          </p:cNvPr>
          <p:cNvSpPr txBox="1"/>
          <p:nvPr/>
        </p:nvSpPr>
        <p:spPr>
          <a:xfrm>
            <a:off x="2711946" y="405488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292029</a:t>
            </a:r>
          </a:p>
        </p:txBody>
      </p:sp>
      <p:sp>
        <p:nvSpPr>
          <p:cNvPr id="278" name="TextBox 277">
            <a:hlinkClick action="ppaction://hlinksldjump" r:id="rId28"/>
          </p:cNvPr>
          <p:cNvSpPr txBox="1"/>
          <p:nvPr/>
        </p:nvSpPr>
        <p:spPr>
          <a:xfrm>
            <a:off x="3467695" y="4054886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Copricapi monouso</a:t>
            </a:r>
          </a:p>
        </p:txBody>
      </p:sp>
      <p:sp>
        <p:nvSpPr>
          <p:cNvPr id="279" name="TextBox 278">
            <a:hlinkClick action="ppaction://hlinksldjump" r:id="rId28"/>
          </p:cNvPr>
          <p:cNvSpPr txBox="1"/>
          <p:nvPr/>
        </p:nvSpPr>
        <p:spPr>
          <a:xfrm>
            <a:off x="4481848" y="405488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98</a:t>
            </a:r>
          </a:p>
        </p:txBody>
      </p:sp>
      <p:sp>
        <p:nvSpPr>
          <p:cNvPr id="280" name="TextBox 279">
            <a:hlinkClick action="ppaction://hlinksldjump" r:id="rId30"/>
          </p:cNvPr>
          <p:cNvSpPr txBox="1"/>
          <p:nvPr/>
        </p:nvSpPr>
        <p:spPr>
          <a:xfrm>
            <a:off x="2711946" y="4181688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510001</a:t>
            </a:r>
          </a:p>
        </p:txBody>
      </p:sp>
      <p:sp>
        <p:nvSpPr>
          <p:cNvPr id="281" name="TextBox 280">
            <a:hlinkClick action="ppaction://hlinksldjump" r:id="rId30"/>
          </p:cNvPr>
          <p:cNvSpPr txBox="1"/>
          <p:nvPr/>
        </p:nvSpPr>
        <p:spPr>
          <a:xfrm>
            <a:off x="3467695" y="4181688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82" name="TextBox 281">
            <a:hlinkClick action="ppaction://hlinksldjump" r:id="rId30"/>
          </p:cNvPr>
          <p:cNvSpPr txBox="1"/>
          <p:nvPr/>
        </p:nvSpPr>
        <p:spPr>
          <a:xfrm>
            <a:off x="4511280" y="4181688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83" name="TextBox 282">
            <a:hlinkClick action="ppaction://hlinksldjump" r:id="rId30"/>
          </p:cNvPr>
          <p:cNvSpPr txBox="1"/>
          <p:nvPr/>
        </p:nvSpPr>
        <p:spPr>
          <a:xfrm>
            <a:off x="2711946" y="430848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510002</a:t>
            </a:r>
          </a:p>
        </p:txBody>
      </p:sp>
      <p:sp>
        <p:nvSpPr>
          <p:cNvPr id="284" name="TextBox 283">
            <a:hlinkClick action="ppaction://hlinksldjump" r:id="rId30"/>
          </p:cNvPr>
          <p:cNvSpPr txBox="1"/>
          <p:nvPr/>
        </p:nvSpPr>
        <p:spPr>
          <a:xfrm>
            <a:off x="3467695" y="4308489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85" name="TextBox 284">
            <a:hlinkClick action="ppaction://hlinksldjump" r:id="rId30"/>
          </p:cNvPr>
          <p:cNvSpPr txBox="1"/>
          <p:nvPr/>
        </p:nvSpPr>
        <p:spPr>
          <a:xfrm>
            <a:off x="4511280" y="4308489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86" name="TextBox 285">
            <a:hlinkClick action="ppaction://hlinksldjump" r:id="rId30"/>
          </p:cNvPr>
          <p:cNvSpPr txBox="1"/>
          <p:nvPr/>
        </p:nvSpPr>
        <p:spPr>
          <a:xfrm>
            <a:off x="2711946" y="443529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510003</a:t>
            </a:r>
          </a:p>
        </p:txBody>
      </p:sp>
      <p:sp>
        <p:nvSpPr>
          <p:cNvPr id="287" name="TextBox 286">
            <a:hlinkClick action="ppaction://hlinksldjump" r:id="rId30"/>
          </p:cNvPr>
          <p:cNvSpPr txBox="1"/>
          <p:nvPr/>
        </p:nvSpPr>
        <p:spPr>
          <a:xfrm>
            <a:off x="3467695" y="4435291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88" name="TextBox 287">
            <a:hlinkClick action="ppaction://hlinksldjump" r:id="rId30"/>
          </p:cNvPr>
          <p:cNvSpPr txBox="1"/>
          <p:nvPr/>
        </p:nvSpPr>
        <p:spPr>
          <a:xfrm>
            <a:off x="4511280" y="4435291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89" name="TextBox 288">
            <a:hlinkClick action="ppaction://hlinksldjump" r:id="rId30"/>
          </p:cNvPr>
          <p:cNvSpPr txBox="1"/>
          <p:nvPr/>
        </p:nvSpPr>
        <p:spPr>
          <a:xfrm>
            <a:off x="2711946" y="456209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510004</a:t>
            </a:r>
          </a:p>
        </p:txBody>
      </p:sp>
      <p:sp>
        <p:nvSpPr>
          <p:cNvPr id="290" name="TextBox 289">
            <a:hlinkClick action="ppaction://hlinksldjump" r:id="rId30"/>
          </p:cNvPr>
          <p:cNvSpPr txBox="1"/>
          <p:nvPr/>
        </p:nvSpPr>
        <p:spPr>
          <a:xfrm>
            <a:off x="3467695" y="4562092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91" name="TextBox 290">
            <a:hlinkClick action="ppaction://hlinksldjump" r:id="rId30"/>
          </p:cNvPr>
          <p:cNvSpPr txBox="1"/>
          <p:nvPr/>
        </p:nvSpPr>
        <p:spPr>
          <a:xfrm>
            <a:off x="4511280" y="4562092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92" name="TextBox 291">
            <a:hlinkClick action="ppaction://hlinksldjump" r:id="rId30"/>
          </p:cNvPr>
          <p:cNvSpPr txBox="1"/>
          <p:nvPr/>
        </p:nvSpPr>
        <p:spPr>
          <a:xfrm>
            <a:off x="2711946" y="4688894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510005</a:t>
            </a:r>
          </a:p>
        </p:txBody>
      </p:sp>
      <p:sp>
        <p:nvSpPr>
          <p:cNvPr id="293" name="TextBox 292">
            <a:hlinkClick action="ppaction://hlinksldjump" r:id="rId30"/>
          </p:cNvPr>
          <p:cNvSpPr txBox="1"/>
          <p:nvPr/>
        </p:nvSpPr>
        <p:spPr>
          <a:xfrm>
            <a:off x="3467695" y="4688894"/>
            <a:ext cx="84669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rotondi Classic</a:t>
            </a:r>
          </a:p>
        </p:txBody>
      </p:sp>
      <p:sp>
        <p:nvSpPr>
          <p:cNvPr id="294" name="TextBox 293">
            <a:hlinkClick action="ppaction://hlinksldjump" r:id="rId30"/>
          </p:cNvPr>
          <p:cNvSpPr txBox="1"/>
          <p:nvPr/>
        </p:nvSpPr>
        <p:spPr>
          <a:xfrm>
            <a:off x="4511280" y="4688894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15</a:t>
            </a:r>
          </a:p>
        </p:txBody>
      </p:sp>
      <p:sp>
        <p:nvSpPr>
          <p:cNvPr id="295" name="TextBox 294">
            <a:hlinkClick action="ppaction://hlinksldjump" r:id="rId31"/>
          </p:cNvPr>
          <p:cNvSpPr txBox="1"/>
          <p:nvPr/>
        </p:nvSpPr>
        <p:spPr>
          <a:xfrm>
            <a:off x="2711946" y="481569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510006</a:t>
            </a:r>
          </a:p>
        </p:txBody>
      </p:sp>
      <p:sp>
        <p:nvSpPr>
          <p:cNvPr id="296" name="TextBox 295">
            <a:hlinkClick action="ppaction://hlinksldjump" r:id="rId31"/>
          </p:cNvPr>
          <p:cNvSpPr txBox="1"/>
          <p:nvPr/>
        </p:nvSpPr>
        <p:spPr>
          <a:xfrm>
            <a:off x="3467695" y="4815696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ovali Classic</a:t>
            </a:r>
          </a:p>
        </p:txBody>
      </p:sp>
      <p:sp>
        <p:nvSpPr>
          <p:cNvPr id="297" name="TextBox 296">
            <a:hlinkClick action="ppaction://hlinksldjump" r:id="rId31"/>
          </p:cNvPr>
          <p:cNvSpPr txBox="1"/>
          <p:nvPr/>
        </p:nvSpPr>
        <p:spPr>
          <a:xfrm>
            <a:off x="4511280" y="4815696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298" name="TextBox 297">
            <a:hlinkClick action="ppaction://hlinksldjump" r:id="rId32"/>
          </p:cNvPr>
          <p:cNvSpPr txBox="1"/>
          <p:nvPr/>
        </p:nvSpPr>
        <p:spPr>
          <a:xfrm>
            <a:off x="2711946" y="4942497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510007</a:t>
            </a:r>
          </a:p>
        </p:txBody>
      </p:sp>
      <p:sp>
        <p:nvSpPr>
          <p:cNvPr id="299" name="TextBox 298">
            <a:hlinkClick action="ppaction://hlinksldjump" r:id="rId32"/>
          </p:cNvPr>
          <p:cNvSpPr txBox="1"/>
          <p:nvPr/>
        </p:nvSpPr>
        <p:spPr>
          <a:xfrm>
            <a:off x="3467695" y="4942497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300" name="TextBox 299">
            <a:hlinkClick action="ppaction://hlinksldjump" r:id="rId32"/>
          </p:cNvPr>
          <p:cNvSpPr txBox="1"/>
          <p:nvPr/>
        </p:nvSpPr>
        <p:spPr>
          <a:xfrm>
            <a:off x="4501470" y="494249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301" name="TextBox 300">
            <a:hlinkClick action="ppaction://hlinksldjump" r:id="rId31"/>
          </p:cNvPr>
          <p:cNvSpPr txBox="1"/>
          <p:nvPr/>
        </p:nvSpPr>
        <p:spPr>
          <a:xfrm>
            <a:off x="2711946" y="5069299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510008</a:t>
            </a:r>
          </a:p>
        </p:txBody>
      </p:sp>
      <p:sp>
        <p:nvSpPr>
          <p:cNvPr id="302" name="TextBox 301">
            <a:hlinkClick action="ppaction://hlinksldjump" r:id="rId31"/>
          </p:cNvPr>
          <p:cNvSpPr txBox="1"/>
          <p:nvPr/>
        </p:nvSpPr>
        <p:spPr>
          <a:xfrm>
            <a:off x="3467695" y="5069299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pizza</a:t>
            </a:r>
          </a:p>
        </p:txBody>
      </p:sp>
      <p:sp>
        <p:nvSpPr>
          <p:cNvPr id="303" name="TextBox 302">
            <a:hlinkClick action="ppaction://hlinksldjump" r:id="rId31"/>
          </p:cNvPr>
          <p:cNvSpPr txBox="1"/>
          <p:nvPr/>
        </p:nvSpPr>
        <p:spPr>
          <a:xfrm>
            <a:off x="4511280" y="5069299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304" name="TextBox 303">
            <a:hlinkClick action="ppaction://hlinksldjump" r:id="rId32"/>
          </p:cNvPr>
          <p:cNvSpPr txBox="1"/>
          <p:nvPr/>
        </p:nvSpPr>
        <p:spPr>
          <a:xfrm>
            <a:off x="2711946" y="519610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510009</a:t>
            </a:r>
          </a:p>
        </p:txBody>
      </p:sp>
      <p:sp>
        <p:nvSpPr>
          <p:cNvPr id="305" name="TextBox 304">
            <a:hlinkClick action="ppaction://hlinksldjump" r:id="rId32"/>
          </p:cNvPr>
          <p:cNvSpPr txBox="1"/>
          <p:nvPr/>
        </p:nvSpPr>
        <p:spPr>
          <a:xfrm>
            <a:off x="3467695" y="5196100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306" name="TextBox 305">
            <a:hlinkClick action="ppaction://hlinksldjump" r:id="rId32"/>
          </p:cNvPr>
          <p:cNvSpPr txBox="1"/>
          <p:nvPr/>
        </p:nvSpPr>
        <p:spPr>
          <a:xfrm>
            <a:off x="4501470" y="519610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307" name="TextBox 306">
            <a:hlinkClick action="ppaction://hlinksldjump" r:id="rId32"/>
          </p:cNvPr>
          <p:cNvSpPr txBox="1"/>
          <p:nvPr/>
        </p:nvSpPr>
        <p:spPr>
          <a:xfrm>
            <a:off x="2711946" y="532290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510010</a:t>
            </a:r>
          </a:p>
        </p:txBody>
      </p:sp>
      <p:sp>
        <p:nvSpPr>
          <p:cNvPr id="308" name="TextBox 307">
            <a:hlinkClick action="ppaction://hlinksldjump" r:id="rId32"/>
          </p:cNvPr>
          <p:cNvSpPr txBox="1"/>
          <p:nvPr/>
        </p:nvSpPr>
        <p:spPr>
          <a:xfrm>
            <a:off x="3467695" y="5322902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309" name="TextBox 308">
            <a:hlinkClick action="ppaction://hlinksldjump" r:id="rId32"/>
          </p:cNvPr>
          <p:cNvSpPr txBox="1"/>
          <p:nvPr/>
        </p:nvSpPr>
        <p:spPr>
          <a:xfrm>
            <a:off x="4501470" y="532290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310" name="TextBox 309">
            <a:hlinkClick action="ppaction://hlinksldjump" r:id="rId32"/>
          </p:cNvPr>
          <p:cNvSpPr txBox="1"/>
          <p:nvPr/>
        </p:nvSpPr>
        <p:spPr>
          <a:xfrm>
            <a:off x="2711946" y="544970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510011</a:t>
            </a:r>
          </a:p>
        </p:txBody>
      </p:sp>
      <p:sp>
        <p:nvSpPr>
          <p:cNvPr id="311" name="TextBox 310">
            <a:hlinkClick action="ppaction://hlinksldjump" r:id="rId32"/>
          </p:cNvPr>
          <p:cNvSpPr txBox="1"/>
          <p:nvPr/>
        </p:nvSpPr>
        <p:spPr>
          <a:xfrm>
            <a:off x="3467695" y="5449703"/>
            <a:ext cx="89574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quadrati Classic</a:t>
            </a:r>
          </a:p>
        </p:txBody>
      </p:sp>
      <p:sp>
        <p:nvSpPr>
          <p:cNvPr id="312" name="TextBox 311">
            <a:hlinkClick action="ppaction://hlinksldjump" r:id="rId32"/>
          </p:cNvPr>
          <p:cNvSpPr txBox="1"/>
          <p:nvPr/>
        </p:nvSpPr>
        <p:spPr>
          <a:xfrm>
            <a:off x="4501470" y="544970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313" name="TextBox 312">
            <a:hlinkClick action="ppaction://hlinksldjump" r:id="rId31"/>
          </p:cNvPr>
          <p:cNvSpPr txBox="1"/>
          <p:nvPr/>
        </p:nvSpPr>
        <p:spPr>
          <a:xfrm>
            <a:off x="2711946" y="557650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510012</a:t>
            </a:r>
          </a:p>
        </p:txBody>
      </p:sp>
      <p:sp>
        <p:nvSpPr>
          <p:cNvPr id="314" name="TextBox 313">
            <a:hlinkClick action="ppaction://hlinksldjump" r:id="rId31"/>
          </p:cNvPr>
          <p:cNvSpPr txBox="1"/>
          <p:nvPr/>
        </p:nvSpPr>
        <p:spPr>
          <a:xfrm>
            <a:off x="3467695" y="5576505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ovali Classic</a:t>
            </a:r>
          </a:p>
        </p:txBody>
      </p:sp>
      <p:sp>
        <p:nvSpPr>
          <p:cNvPr id="315" name="TextBox 314">
            <a:hlinkClick action="ppaction://hlinksldjump" r:id="rId31"/>
          </p:cNvPr>
          <p:cNvSpPr txBox="1"/>
          <p:nvPr/>
        </p:nvSpPr>
        <p:spPr>
          <a:xfrm>
            <a:off x="4511280" y="5576505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316" name="TextBox 315">
            <a:hlinkClick action="ppaction://hlinksldjump" r:id="rId33"/>
          </p:cNvPr>
          <p:cNvSpPr txBox="1"/>
          <p:nvPr/>
        </p:nvSpPr>
        <p:spPr>
          <a:xfrm>
            <a:off x="2711946" y="570330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510015</a:t>
            </a:r>
          </a:p>
        </p:txBody>
      </p:sp>
      <p:sp>
        <p:nvSpPr>
          <p:cNvPr id="317" name="TextBox 316">
            <a:hlinkClick action="ppaction://hlinksldjump" r:id="rId33"/>
          </p:cNvPr>
          <p:cNvSpPr txBox="1"/>
          <p:nvPr/>
        </p:nvSpPr>
        <p:spPr>
          <a:xfrm>
            <a:off x="3467695" y="5703307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Gourmet</a:t>
            </a:r>
          </a:p>
        </p:txBody>
      </p:sp>
      <p:sp>
        <p:nvSpPr>
          <p:cNvPr id="318" name="TextBox 317">
            <a:hlinkClick action="ppaction://hlinksldjump" r:id="rId33"/>
          </p:cNvPr>
          <p:cNvSpPr txBox="1"/>
          <p:nvPr/>
        </p:nvSpPr>
        <p:spPr>
          <a:xfrm>
            <a:off x="4501470" y="570330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13</a:t>
            </a:r>
          </a:p>
        </p:txBody>
      </p:sp>
      <p:sp>
        <p:nvSpPr>
          <p:cNvPr id="319" name="TextBox 318">
            <a:hlinkClick action="ppaction://hlinksldjump" r:id="rId34"/>
          </p:cNvPr>
          <p:cNvSpPr txBox="1"/>
          <p:nvPr/>
        </p:nvSpPr>
        <p:spPr>
          <a:xfrm>
            <a:off x="2711946" y="5830108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510018</a:t>
            </a:r>
          </a:p>
        </p:txBody>
      </p:sp>
      <p:sp>
        <p:nvSpPr>
          <p:cNvPr id="320" name="TextBox 319">
            <a:hlinkClick action="ppaction://hlinksldjump" r:id="rId34"/>
          </p:cNvPr>
          <p:cNvSpPr txBox="1"/>
          <p:nvPr/>
        </p:nvSpPr>
        <p:spPr>
          <a:xfrm>
            <a:off x="3467695" y="5830108"/>
            <a:ext cx="72896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a scomparti</a:t>
            </a:r>
          </a:p>
        </p:txBody>
      </p:sp>
      <p:sp>
        <p:nvSpPr>
          <p:cNvPr id="321" name="TextBox 320">
            <a:hlinkClick action="ppaction://hlinksldjump" r:id="rId34"/>
          </p:cNvPr>
          <p:cNvSpPr txBox="1"/>
          <p:nvPr/>
        </p:nvSpPr>
        <p:spPr>
          <a:xfrm>
            <a:off x="4501470" y="583010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322" name="TextBox 321">
            <a:hlinkClick action="ppaction://hlinksldjump" r:id="rId34"/>
          </p:cNvPr>
          <p:cNvSpPr txBox="1"/>
          <p:nvPr/>
        </p:nvSpPr>
        <p:spPr>
          <a:xfrm>
            <a:off x="2711946" y="595691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510020</a:t>
            </a:r>
          </a:p>
        </p:txBody>
      </p:sp>
      <p:sp>
        <p:nvSpPr>
          <p:cNvPr id="323" name="TextBox 322">
            <a:hlinkClick action="ppaction://hlinksldjump" r:id="rId34"/>
          </p:cNvPr>
          <p:cNvSpPr txBox="1"/>
          <p:nvPr/>
        </p:nvSpPr>
        <p:spPr>
          <a:xfrm>
            <a:off x="3467695" y="5956910"/>
            <a:ext cx="72896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a scomparti</a:t>
            </a:r>
          </a:p>
        </p:txBody>
      </p:sp>
      <p:sp>
        <p:nvSpPr>
          <p:cNvPr id="324" name="TextBox 323">
            <a:hlinkClick action="ppaction://hlinksldjump" r:id="rId34"/>
          </p:cNvPr>
          <p:cNvSpPr txBox="1"/>
          <p:nvPr/>
        </p:nvSpPr>
        <p:spPr>
          <a:xfrm>
            <a:off x="4501470" y="595691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325" name="TextBox 324">
            <a:hlinkClick action="ppaction://hlinksldjump" r:id="rId31"/>
          </p:cNvPr>
          <p:cNvSpPr txBox="1"/>
          <p:nvPr/>
        </p:nvSpPr>
        <p:spPr>
          <a:xfrm>
            <a:off x="2711946" y="608371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510021</a:t>
            </a:r>
          </a:p>
        </p:txBody>
      </p:sp>
      <p:sp>
        <p:nvSpPr>
          <p:cNvPr id="326" name="TextBox 325">
            <a:hlinkClick action="ppaction://hlinksldjump" r:id="rId31"/>
          </p:cNvPr>
          <p:cNvSpPr txBox="1"/>
          <p:nvPr/>
        </p:nvSpPr>
        <p:spPr>
          <a:xfrm>
            <a:off x="3467695" y="6083711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in polpa</a:t>
            </a:r>
          </a:p>
        </p:txBody>
      </p:sp>
      <p:sp>
        <p:nvSpPr>
          <p:cNvPr id="327" name="TextBox 326">
            <a:hlinkClick action="ppaction://hlinksldjump" r:id="rId31"/>
          </p:cNvPr>
          <p:cNvSpPr txBox="1"/>
          <p:nvPr/>
        </p:nvSpPr>
        <p:spPr>
          <a:xfrm>
            <a:off x="4511280" y="6083711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328" name="TextBox 327">
            <a:hlinkClick action="ppaction://hlinksldjump" r:id="rId34"/>
          </p:cNvPr>
          <p:cNvSpPr txBox="1"/>
          <p:nvPr/>
        </p:nvSpPr>
        <p:spPr>
          <a:xfrm>
            <a:off x="2711946" y="6210513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510022</a:t>
            </a:r>
          </a:p>
        </p:txBody>
      </p:sp>
      <p:sp>
        <p:nvSpPr>
          <p:cNvPr id="329" name="TextBox 328">
            <a:hlinkClick action="ppaction://hlinksldjump" r:id="rId34"/>
          </p:cNvPr>
          <p:cNvSpPr txBox="1"/>
          <p:nvPr/>
        </p:nvSpPr>
        <p:spPr>
          <a:xfrm>
            <a:off x="3467695" y="6210513"/>
            <a:ext cx="73877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Vassoi e coperchi</a:t>
            </a:r>
          </a:p>
        </p:txBody>
      </p:sp>
      <p:sp>
        <p:nvSpPr>
          <p:cNvPr id="330" name="TextBox 329">
            <a:hlinkClick action="ppaction://hlinksldjump" r:id="rId34"/>
          </p:cNvPr>
          <p:cNvSpPr txBox="1"/>
          <p:nvPr/>
        </p:nvSpPr>
        <p:spPr>
          <a:xfrm>
            <a:off x="4501470" y="621051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331" name="TextBox 330">
            <a:hlinkClick action="ppaction://hlinksldjump" r:id="rId35"/>
          </p:cNvPr>
          <p:cNvSpPr txBox="1"/>
          <p:nvPr/>
        </p:nvSpPr>
        <p:spPr>
          <a:xfrm>
            <a:off x="2711946" y="6337314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510031</a:t>
            </a:r>
          </a:p>
        </p:txBody>
      </p:sp>
      <p:sp>
        <p:nvSpPr>
          <p:cNvPr id="332" name="TextBox 331">
            <a:hlinkClick action="ppaction://hlinksldjump" r:id="rId35"/>
          </p:cNvPr>
          <p:cNvSpPr txBox="1"/>
          <p:nvPr/>
        </p:nvSpPr>
        <p:spPr>
          <a:xfrm>
            <a:off x="3467695" y="6337314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Shiq</a:t>
            </a:r>
          </a:p>
        </p:txBody>
      </p:sp>
      <p:sp>
        <p:nvSpPr>
          <p:cNvPr id="333" name="TextBox 332">
            <a:hlinkClick action="ppaction://hlinksldjump" r:id="rId35"/>
          </p:cNvPr>
          <p:cNvSpPr txBox="1"/>
          <p:nvPr/>
        </p:nvSpPr>
        <p:spPr>
          <a:xfrm>
            <a:off x="4501470" y="633731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334" name="TextBox 333">
            <a:hlinkClick action="ppaction://hlinksldjump" r:id="rId35"/>
          </p:cNvPr>
          <p:cNvSpPr txBox="1"/>
          <p:nvPr/>
        </p:nvSpPr>
        <p:spPr>
          <a:xfrm>
            <a:off x="2711946" y="6464116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510032</a:t>
            </a:r>
          </a:p>
        </p:txBody>
      </p:sp>
      <p:sp>
        <p:nvSpPr>
          <p:cNvPr id="335" name="TextBox 334">
            <a:hlinkClick action="ppaction://hlinksldjump" r:id="rId35"/>
          </p:cNvPr>
          <p:cNvSpPr txBox="1"/>
          <p:nvPr/>
        </p:nvSpPr>
        <p:spPr>
          <a:xfrm>
            <a:off x="3467695" y="6464116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Shiq</a:t>
            </a:r>
          </a:p>
        </p:txBody>
      </p:sp>
      <p:sp>
        <p:nvSpPr>
          <p:cNvPr id="336" name="TextBox 335">
            <a:hlinkClick action="ppaction://hlinksldjump" r:id="rId35"/>
          </p:cNvPr>
          <p:cNvSpPr txBox="1"/>
          <p:nvPr/>
        </p:nvSpPr>
        <p:spPr>
          <a:xfrm>
            <a:off x="4501470" y="646411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337" name="TextBox 336">
            <a:hlinkClick action="ppaction://hlinksldjump" r:id="rId35"/>
          </p:cNvPr>
          <p:cNvSpPr txBox="1"/>
          <p:nvPr/>
        </p:nvSpPr>
        <p:spPr>
          <a:xfrm>
            <a:off x="2711946" y="659091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510033</a:t>
            </a:r>
          </a:p>
        </p:txBody>
      </p:sp>
      <p:sp>
        <p:nvSpPr>
          <p:cNvPr id="338" name="TextBox 337">
            <a:hlinkClick action="ppaction://hlinksldjump" r:id="rId35"/>
          </p:cNvPr>
          <p:cNvSpPr txBox="1"/>
          <p:nvPr/>
        </p:nvSpPr>
        <p:spPr>
          <a:xfrm>
            <a:off x="3467695" y="6590917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Shiq</a:t>
            </a:r>
          </a:p>
        </p:txBody>
      </p:sp>
      <p:sp>
        <p:nvSpPr>
          <p:cNvPr id="339" name="TextBox 338">
            <a:hlinkClick action="ppaction://hlinksldjump" r:id="rId35"/>
          </p:cNvPr>
          <p:cNvSpPr txBox="1"/>
          <p:nvPr/>
        </p:nvSpPr>
        <p:spPr>
          <a:xfrm>
            <a:off x="4501470" y="659091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340" name="TextBox 339">
            <a:hlinkClick action="ppaction://hlinksldjump" r:id="rId33"/>
          </p:cNvPr>
          <p:cNvSpPr txBox="1"/>
          <p:nvPr/>
        </p:nvSpPr>
        <p:spPr>
          <a:xfrm>
            <a:off x="2711946" y="671771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510116</a:t>
            </a:r>
          </a:p>
        </p:txBody>
      </p:sp>
      <p:sp>
        <p:nvSpPr>
          <p:cNvPr id="341" name="TextBox 340">
            <a:hlinkClick action="ppaction://hlinksldjump" r:id="rId33"/>
          </p:cNvPr>
          <p:cNvSpPr txBox="1"/>
          <p:nvPr/>
        </p:nvSpPr>
        <p:spPr>
          <a:xfrm>
            <a:off x="3467695" y="6717719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Gourmet</a:t>
            </a:r>
          </a:p>
        </p:txBody>
      </p:sp>
      <p:sp>
        <p:nvSpPr>
          <p:cNvPr id="342" name="TextBox 341">
            <a:hlinkClick action="ppaction://hlinksldjump" r:id="rId33"/>
          </p:cNvPr>
          <p:cNvSpPr txBox="1"/>
          <p:nvPr/>
        </p:nvSpPr>
        <p:spPr>
          <a:xfrm>
            <a:off x="4501470" y="671771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13</a:t>
            </a:r>
          </a:p>
        </p:txBody>
      </p:sp>
      <p:sp>
        <p:nvSpPr>
          <p:cNvPr id="343" name="TextBox 342">
            <a:hlinkClick action="ppaction://hlinksldjump" r:id="rId34"/>
          </p:cNvPr>
          <p:cNvSpPr txBox="1"/>
          <p:nvPr/>
        </p:nvSpPr>
        <p:spPr>
          <a:xfrm>
            <a:off x="2711946" y="684452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510120</a:t>
            </a:r>
          </a:p>
        </p:txBody>
      </p:sp>
      <p:sp>
        <p:nvSpPr>
          <p:cNvPr id="344" name="TextBox 343">
            <a:hlinkClick action="ppaction://hlinksldjump" r:id="rId34"/>
          </p:cNvPr>
          <p:cNvSpPr txBox="1"/>
          <p:nvPr/>
        </p:nvSpPr>
        <p:spPr>
          <a:xfrm>
            <a:off x="3467695" y="6844521"/>
            <a:ext cx="72896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a scomparti</a:t>
            </a:r>
          </a:p>
        </p:txBody>
      </p:sp>
      <p:sp>
        <p:nvSpPr>
          <p:cNvPr id="345" name="TextBox 344">
            <a:hlinkClick action="ppaction://hlinksldjump" r:id="rId34"/>
          </p:cNvPr>
          <p:cNvSpPr txBox="1"/>
          <p:nvPr/>
        </p:nvSpPr>
        <p:spPr>
          <a:xfrm>
            <a:off x="4501470" y="684452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18</a:t>
            </a:r>
          </a:p>
        </p:txBody>
      </p:sp>
      <p:sp>
        <p:nvSpPr>
          <p:cNvPr id="346" name="TextBox 345">
            <a:hlinkClick action="ppaction://hlinksldjump" r:id="rId35"/>
          </p:cNvPr>
          <p:cNvSpPr txBox="1"/>
          <p:nvPr/>
        </p:nvSpPr>
        <p:spPr>
          <a:xfrm>
            <a:off x="2711946" y="697132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511002</a:t>
            </a:r>
          </a:p>
        </p:txBody>
      </p:sp>
      <p:sp>
        <p:nvSpPr>
          <p:cNvPr id="347" name="TextBox 346">
            <a:hlinkClick action="ppaction://hlinksldjump" r:id="rId35"/>
          </p:cNvPr>
          <p:cNvSpPr txBox="1"/>
          <p:nvPr/>
        </p:nvSpPr>
        <p:spPr>
          <a:xfrm>
            <a:off x="3467695" y="6971322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Bordofino</a:t>
            </a:r>
          </a:p>
        </p:txBody>
      </p:sp>
      <p:sp>
        <p:nvSpPr>
          <p:cNvPr id="348" name="TextBox 347">
            <a:hlinkClick action="ppaction://hlinksldjump" r:id="rId35"/>
          </p:cNvPr>
          <p:cNvSpPr txBox="1"/>
          <p:nvPr/>
        </p:nvSpPr>
        <p:spPr>
          <a:xfrm>
            <a:off x="4501470" y="697132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349" name="TextBox 348">
            <a:hlinkClick action="ppaction://hlinksldjump" r:id="rId35"/>
          </p:cNvPr>
          <p:cNvSpPr txBox="1"/>
          <p:nvPr/>
        </p:nvSpPr>
        <p:spPr>
          <a:xfrm>
            <a:off x="2711946" y="7098124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511004</a:t>
            </a:r>
          </a:p>
        </p:txBody>
      </p:sp>
      <p:sp>
        <p:nvSpPr>
          <p:cNvPr id="350" name="TextBox 349">
            <a:hlinkClick action="ppaction://hlinksldjump" r:id="rId35"/>
          </p:cNvPr>
          <p:cNvSpPr txBox="1"/>
          <p:nvPr/>
        </p:nvSpPr>
        <p:spPr>
          <a:xfrm>
            <a:off x="3467695" y="7098124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Bordofino</a:t>
            </a:r>
          </a:p>
        </p:txBody>
      </p:sp>
      <p:sp>
        <p:nvSpPr>
          <p:cNvPr id="351" name="TextBox 350">
            <a:hlinkClick action="ppaction://hlinksldjump" r:id="rId35"/>
          </p:cNvPr>
          <p:cNvSpPr txBox="1"/>
          <p:nvPr/>
        </p:nvSpPr>
        <p:spPr>
          <a:xfrm>
            <a:off x="4501470" y="709812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352" name="TextBox 351">
            <a:hlinkClick action="ppaction://hlinksldjump" r:id="rId35"/>
          </p:cNvPr>
          <p:cNvSpPr txBox="1"/>
          <p:nvPr/>
        </p:nvSpPr>
        <p:spPr>
          <a:xfrm>
            <a:off x="2711946" y="7224925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511005</a:t>
            </a:r>
          </a:p>
        </p:txBody>
      </p:sp>
      <p:sp>
        <p:nvSpPr>
          <p:cNvPr id="353" name="TextBox 352">
            <a:hlinkClick action="ppaction://hlinksldjump" r:id="rId35"/>
          </p:cNvPr>
          <p:cNvSpPr txBox="1"/>
          <p:nvPr/>
        </p:nvSpPr>
        <p:spPr>
          <a:xfrm>
            <a:off x="3467695" y="7224925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Bordofino</a:t>
            </a:r>
          </a:p>
        </p:txBody>
      </p:sp>
      <p:sp>
        <p:nvSpPr>
          <p:cNvPr id="354" name="TextBox 353">
            <a:hlinkClick action="ppaction://hlinksldjump" r:id="rId35"/>
          </p:cNvPr>
          <p:cNvSpPr txBox="1"/>
          <p:nvPr/>
        </p:nvSpPr>
        <p:spPr>
          <a:xfrm>
            <a:off x="4501470" y="722492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355" name="TextBox 354">
            <a:hlinkClick action="ppaction://hlinksldjump" r:id="rId33"/>
          </p:cNvPr>
          <p:cNvSpPr txBox="1"/>
          <p:nvPr/>
        </p:nvSpPr>
        <p:spPr>
          <a:xfrm>
            <a:off x="2711946" y="735172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512001</a:t>
            </a:r>
          </a:p>
        </p:txBody>
      </p:sp>
      <p:sp>
        <p:nvSpPr>
          <p:cNvPr id="356" name="TextBox 355">
            <a:hlinkClick action="ppaction://hlinksldjump" r:id="rId33"/>
          </p:cNvPr>
          <p:cNvSpPr txBox="1"/>
          <p:nvPr/>
        </p:nvSpPr>
        <p:spPr>
          <a:xfrm>
            <a:off x="3467695" y="7351727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Étoile</a:t>
            </a:r>
          </a:p>
        </p:txBody>
      </p:sp>
      <p:sp>
        <p:nvSpPr>
          <p:cNvPr id="357" name="TextBox 356">
            <a:hlinkClick action="ppaction://hlinksldjump" r:id="rId33"/>
          </p:cNvPr>
          <p:cNvSpPr txBox="1"/>
          <p:nvPr/>
        </p:nvSpPr>
        <p:spPr>
          <a:xfrm>
            <a:off x="4501470" y="735172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13</a:t>
            </a:r>
          </a:p>
        </p:txBody>
      </p:sp>
      <p:sp>
        <p:nvSpPr>
          <p:cNvPr id="358" name="TextBox 357">
            <a:hlinkClick action="ppaction://hlinksldjump" r:id="rId33"/>
          </p:cNvPr>
          <p:cNvSpPr txBox="1"/>
          <p:nvPr/>
        </p:nvSpPr>
        <p:spPr>
          <a:xfrm>
            <a:off x="2711946" y="7478528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512002</a:t>
            </a:r>
          </a:p>
        </p:txBody>
      </p:sp>
      <p:sp>
        <p:nvSpPr>
          <p:cNvPr id="359" name="TextBox 358">
            <a:hlinkClick action="ppaction://hlinksldjump" r:id="rId33"/>
          </p:cNvPr>
          <p:cNvSpPr txBox="1"/>
          <p:nvPr/>
        </p:nvSpPr>
        <p:spPr>
          <a:xfrm>
            <a:off x="3467695" y="7478528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Étoile</a:t>
            </a:r>
          </a:p>
        </p:txBody>
      </p:sp>
      <p:sp>
        <p:nvSpPr>
          <p:cNvPr id="360" name="TextBox 359">
            <a:hlinkClick action="ppaction://hlinksldjump" r:id="rId33"/>
          </p:cNvPr>
          <p:cNvSpPr txBox="1"/>
          <p:nvPr/>
        </p:nvSpPr>
        <p:spPr>
          <a:xfrm>
            <a:off x="4501470" y="747852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13</a:t>
            </a:r>
          </a:p>
        </p:txBody>
      </p:sp>
      <p:sp>
        <p:nvSpPr>
          <p:cNvPr id="361" name="TextBox 360">
            <a:hlinkClick action="ppaction://hlinksldjump" r:id="rId36"/>
          </p:cNvPr>
          <p:cNvSpPr txBox="1"/>
          <p:nvPr/>
        </p:nvSpPr>
        <p:spPr>
          <a:xfrm>
            <a:off x="2711946" y="7605330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512302</a:t>
            </a:r>
          </a:p>
        </p:txBody>
      </p:sp>
      <p:sp>
        <p:nvSpPr>
          <p:cNvPr id="362" name="TextBox 361">
            <a:hlinkClick action="ppaction://hlinksldjump" r:id="rId36"/>
          </p:cNvPr>
          <p:cNvSpPr txBox="1"/>
          <p:nvPr/>
        </p:nvSpPr>
        <p:spPr>
          <a:xfrm>
            <a:off x="3467695" y="7605330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Grembiuli impermeabili</a:t>
            </a:r>
          </a:p>
        </p:txBody>
      </p:sp>
      <p:sp>
        <p:nvSpPr>
          <p:cNvPr id="363" name="TextBox 362">
            <a:hlinkClick action="ppaction://hlinksldjump" r:id="rId36"/>
          </p:cNvPr>
          <p:cNvSpPr txBox="1"/>
          <p:nvPr/>
        </p:nvSpPr>
        <p:spPr>
          <a:xfrm>
            <a:off x="4481848" y="760533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99</a:t>
            </a:r>
          </a:p>
        </p:txBody>
      </p:sp>
      <p:sp>
        <p:nvSpPr>
          <p:cNvPr id="364" name="TextBox 363">
            <a:hlinkClick action="ppaction://hlinksldjump" r:id="rId37"/>
          </p:cNvPr>
          <p:cNvSpPr txBox="1"/>
          <p:nvPr/>
        </p:nvSpPr>
        <p:spPr>
          <a:xfrm>
            <a:off x="2711946" y="773213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520001</a:t>
            </a:r>
          </a:p>
        </p:txBody>
      </p:sp>
      <p:sp>
        <p:nvSpPr>
          <p:cNvPr id="365" name="TextBox 364">
            <a:hlinkClick action="ppaction://hlinksldjump" r:id="rId37"/>
          </p:cNvPr>
          <p:cNvSpPr txBox="1"/>
          <p:nvPr/>
        </p:nvSpPr>
        <p:spPr>
          <a:xfrm>
            <a:off x="3467695" y="7732132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dessert</a:t>
            </a:r>
          </a:p>
        </p:txBody>
      </p:sp>
      <p:sp>
        <p:nvSpPr>
          <p:cNvPr id="366" name="TextBox 365">
            <a:hlinkClick action="ppaction://hlinksldjump" r:id="rId37"/>
          </p:cNvPr>
          <p:cNvSpPr txBox="1"/>
          <p:nvPr/>
        </p:nvSpPr>
        <p:spPr>
          <a:xfrm>
            <a:off x="4481848" y="773213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367" name="TextBox 366">
            <a:hlinkClick action="ppaction://hlinksldjump" r:id="rId37"/>
          </p:cNvPr>
          <p:cNvSpPr txBox="1"/>
          <p:nvPr/>
        </p:nvSpPr>
        <p:spPr>
          <a:xfrm>
            <a:off x="2711946" y="785893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520002</a:t>
            </a:r>
          </a:p>
        </p:txBody>
      </p:sp>
      <p:sp>
        <p:nvSpPr>
          <p:cNvPr id="368" name="TextBox 367">
            <a:hlinkClick action="ppaction://hlinksldjump" r:id="rId37"/>
          </p:cNvPr>
          <p:cNvSpPr txBox="1"/>
          <p:nvPr/>
        </p:nvSpPr>
        <p:spPr>
          <a:xfrm>
            <a:off x="3467695" y="7858933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dessert</a:t>
            </a:r>
          </a:p>
        </p:txBody>
      </p:sp>
      <p:sp>
        <p:nvSpPr>
          <p:cNvPr id="369" name="TextBox 368">
            <a:hlinkClick action="ppaction://hlinksldjump" r:id="rId37"/>
          </p:cNvPr>
          <p:cNvSpPr txBox="1"/>
          <p:nvPr/>
        </p:nvSpPr>
        <p:spPr>
          <a:xfrm>
            <a:off x="4481848" y="785893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370" name="TextBox 369">
            <a:hlinkClick action="ppaction://hlinksldjump" r:id="rId32"/>
          </p:cNvPr>
          <p:cNvSpPr txBox="1"/>
          <p:nvPr/>
        </p:nvSpPr>
        <p:spPr>
          <a:xfrm>
            <a:off x="2711946" y="7985735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520004</a:t>
            </a:r>
          </a:p>
        </p:txBody>
      </p:sp>
      <p:sp>
        <p:nvSpPr>
          <p:cNvPr id="371" name="TextBox 370">
            <a:hlinkClick action="ppaction://hlinksldjump" r:id="rId32"/>
          </p:cNvPr>
          <p:cNvSpPr txBox="1"/>
          <p:nvPr/>
        </p:nvSpPr>
        <p:spPr>
          <a:xfrm>
            <a:off x="3467695" y="7985735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fondi Classic</a:t>
            </a:r>
          </a:p>
        </p:txBody>
      </p:sp>
      <p:sp>
        <p:nvSpPr>
          <p:cNvPr id="372" name="TextBox 371">
            <a:hlinkClick action="ppaction://hlinksldjump" r:id="rId32"/>
          </p:cNvPr>
          <p:cNvSpPr txBox="1"/>
          <p:nvPr/>
        </p:nvSpPr>
        <p:spPr>
          <a:xfrm>
            <a:off x="4501470" y="798573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373" name="TextBox 372">
            <a:hlinkClick action="ppaction://hlinksldjump" r:id="rId32"/>
          </p:cNvPr>
          <p:cNvSpPr txBox="1"/>
          <p:nvPr/>
        </p:nvSpPr>
        <p:spPr>
          <a:xfrm>
            <a:off x="2711946" y="8112536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520006</a:t>
            </a:r>
          </a:p>
        </p:txBody>
      </p:sp>
      <p:sp>
        <p:nvSpPr>
          <p:cNvPr id="374" name="TextBox 373">
            <a:hlinkClick action="ppaction://hlinksldjump" r:id="rId32"/>
          </p:cNvPr>
          <p:cNvSpPr txBox="1"/>
          <p:nvPr/>
        </p:nvSpPr>
        <p:spPr>
          <a:xfrm>
            <a:off x="3467695" y="8112536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fondi Classic</a:t>
            </a:r>
          </a:p>
        </p:txBody>
      </p:sp>
      <p:sp>
        <p:nvSpPr>
          <p:cNvPr id="375" name="TextBox 374">
            <a:hlinkClick action="ppaction://hlinksldjump" r:id="rId32"/>
          </p:cNvPr>
          <p:cNvSpPr txBox="1"/>
          <p:nvPr/>
        </p:nvSpPr>
        <p:spPr>
          <a:xfrm>
            <a:off x="4501470" y="811253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376" name="TextBox 375">
            <a:hlinkClick action="ppaction://hlinksldjump" r:id="rId33"/>
          </p:cNvPr>
          <p:cNvSpPr txBox="1"/>
          <p:nvPr/>
        </p:nvSpPr>
        <p:spPr>
          <a:xfrm>
            <a:off x="2711946" y="8239338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520012</a:t>
            </a:r>
          </a:p>
        </p:txBody>
      </p:sp>
      <p:sp>
        <p:nvSpPr>
          <p:cNvPr id="377" name="TextBox 376">
            <a:hlinkClick action="ppaction://hlinksldjump" r:id="rId33"/>
          </p:cNvPr>
          <p:cNvSpPr txBox="1"/>
          <p:nvPr/>
        </p:nvSpPr>
        <p:spPr>
          <a:xfrm>
            <a:off x="3467695" y="8239338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Gourmet</a:t>
            </a:r>
          </a:p>
        </p:txBody>
      </p:sp>
      <p:sp>
        <p:nvSpPr>
          <p:cNvPr id="378" name="TextBox 377">
            <a:hlinkClick action="ppaction://hlinksldjump" r:id="rId33"/>
          </p:cNvPr>
          <p:cNvSpPr txBox="1"/>
          <p:nvPr/>
        </p:nvSpPr>
        <p:spPr>
          <a:xfrm>
            <a:off x="4501470" y="823933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13</a:t>
            </a:r>
          </a:p>
        </p:txBody>
      </p:sp>
      <p:sp>
        <p:nvSpPr>
          <p:cNvPr id="379" name="TextBox 378">
            <a:hlinkClick action="ppaction://hlinksldjump" r:id="rId33"/>
          </p:cNvPr>
          <p:cNvSpPr txBox="1"/>
          <p:nvPr/>
        </p:nvSpPr>
        <p:spPr>
          <a:xfrm>
            <a:off x="2711946" y="836613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520014</a:t>
            </a:r>
          </a:p>
        </p:txBody>
      </p:sp>
      <p:sp>
        <p:nvSpPr>
          <p:cNvPr id="380" name="TextBox 379">
            <a:hlinkClick action="ppaction://hlinksldjump" r:id="rId33"/>
          </p:cNvPr>
          <p:cNvSpPr txBox="1"/>
          <p:nvPr/>
        </p:nvSpPr>
        <p:spPr>
          <a:xfrm>
            <a:off x="3467695" y="8366139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Gourmet</a:t>
            </a:r>
          </a:p>
        </p:txBody>
      </p:sp>
      <p:sp>
        <p:nvSpPr>
          <p:cNvPr id="381" name="TextBox 380">
            <a:hlinkClick action="ppaction://hlinksldjump" r:id="rId33"/>
          </p:cNvPr>
          <p:cNvSpPr txBox="1"/>
          <p:nvPr/>
        </p:nvSpPr>
        <p:spPr>
          <a:xfrm>
            <a:off x="4501470" y="836613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13</a:t>
            </a:r>
          </a:p>
        </p:txBody>
      </p:sp>
      <p:sp>
        <p:nvSpPr>
          <p:cNvPr id="382" name="TextBox 381">
            <a:hlinkClick action="ppaction://hlinksldjump" r:id="rId38"/>
          </p:cNvPr>
          <p:cNvSpPr txBox="1"/>
          <p:nvPr/>
        </p:nvSpPr>
        <p:spPr>
          <a:xfrm>
            <a:off x="2711946" y="849294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520023</a:t>
            </a:r>
          </a:p>
        </p:txBody>
      </p:sp>
      <p:sp>
        <p:nvSpPr>
          <p:cNvPr id="383" name="TextBox 382">
            <a:hlinkClick action="ppaction://hlinksldjump" r:id="rId38"/>
          </p:cNvPr>
          <p:cNvSpPr txBox="1"/>
          <p:nvPr/>
        </p:nvSpPr>
        <p:spPr>
          <a:xfrm>
            <a:off x="3467695" y="8492941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in polpa</a:t>
            </a:r>
          </a:p>
        </p:txBody>
      </p:sp>
      <p:sp>
        <p:nvSpPr>
          <p:cNvPr id="384" name="TextBox 383">
            <a:hlinkClick action="ppaction://hlinksldjump" r:id="rId38"/>
          </p:cNvPr>
          <p:cNvSpPr txBox="1"/>
          <p:nvPr/>
        </p:nvSpPr>
        <p:spPr>
          <a:xfrm>
            <a:off x="4491659" y="849294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385" name="TextBox 384">
            <a:hlinkClick action="ppaction://hlinksldjump" r:id="rId20"/>
          </p:cNvPr>
          <p:cNvSpPr txBox="1"/>
          <p:nvPr/>
        </p:nvSpPr>
        <p:spPr>
          <a:xfrm>
            <a:off x="2711946" y="8619742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520114</a:t>
            </a:r>
          </a:p>
        </p:txBody>
      </p:sp>
      <p:sp>
        <p:nvSpPr>
          <p:cNvPr id="386" name="TextBox 385">
            <a:hlinkClick action="ppaction://hlinksldjump" r:id="rId20"/>
          </p:cNvPr>
          <p:cNvSpPr txBox="1"/>
          <p:nvPr/>
        </p:nvSpPr>
        <p:spPr>
          <a:xfrm>
            <a:off x="3467695" y="8619742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387" name="TextBox 386">
            <a:hlinkClick action="ppaction://hlinksldjump" r:id="rId20"/>
          </p:cNvPr>
          <p:cNvSpPr txBox="1"/>
          <p:nvPr/>
        </p:nvSpPr>
        <p:spPr>
          <a:xfrm>
            <a:off x="4481848" y="861974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388" name="TextBox 387">
            <a:hlinkClick action="ppaction://hlinksldjump" r:id="rId39"/>
          </p:cNvPr>
          <p:cNvSpPr txBox="1"/>
          <p:nvPr/>
        </p:nvSpPr>
        <p:spPr>
          <a:xfrm>
            <a:off x="2711946" y="874654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520115</a:t>
            </a:r>
          </a:p>
        </p:txBody>
      </p:sp>
      <p:sp>
        <p:nvSpPr>
          <p:cNvPr id="389" name="TextBox 388">
            <a:hlinkClick action="ppaction://hlinksldjump" r:id="rId39"/>
          </p:cNvPr>
          <p:cNvSpPr txBox="1"/>
          <p:nvPr/>
        </p:nvSpPr>
        <p:spPr>
          <a:xfrm>
            <a:off x="3467695" y="8746544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390" name="TextBox 389">
            <a:hlinkClick action="ppaction://hlinksldjump" r:id="rId39"/>
          </p:cNvPr>
          <p:cNvSpPr txBox="1"/>
          <p:nvPr/>
        </p:nvSpPr>
        <p:spPr>
          <a:xfrm>
            <a:off x="4501470" y="874654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391" name="TextBox 390">
            <a:hlinkClick action="ppaction://hlinksldjump" r:id="rId40"/>
          </p:cNvPr>
          <p:cNvSpPr txBox="1"/>
          <p:nvPr/>
        </p:nvSpPr>
        <p:spPr>
          <a:xfrm>
            <a:off x="2711946" y="8873346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520116</a:t>
            </a:r>
          </a:p>
        </p:txBody>
      </p:sp>
      <p:sp>
        <p:nvSpPr>
          <p:cNvPr id="392" name="TextBox 391">
            <a:hlinkClick action="ppaction://hlinksldjump" r:id="rId40"/>
          </p:cNvPr>
          <p:cNvSpPr txBox="1"/>
          <p:nvPr/>
        </p:nvSpPr>
        <p:spPr>
          <a:xfrm>
            <a:off x="3467695" y="8873346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393" name="TextBox 392">
            <a:hlinkClick action="ppaction://hlinksldjump" r:id="rId40"/>
          </p:cNvPr>
          <p:cNvSpPr txBox="1"/>
          <p:nvPr/>
        </p:nvSpPr>
        <p:spPr>
          <a:xfrm>
            <a:off x="4491659" y="887334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394" name="TextBox 393">
            <a:hlinkClick action="ppaction://hlinksldjump" r:id="rId41"/>
          </p:cNvPr>
          <p:cNvSpPr txBox="1"/>
          <p:nvPr/>
        </p:nvSpPr>
        <p:spPr>
          <a:xfrm>
            <a:off x="2711946" y="9000147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520117</a:t>
            </a:r>
          </a:p>
        </p:txBody>
      </p:sp>
      <p:sp>
        <p:nvSpPr>
          <p:cNvPr id="395" name="TextBox 394">
            <a:hlinkClick action="ppaction://hlinksldjump" r:id="rId41"/>
          </p:cNvPr>
          <p:cNvSpPr txBox="1"/>
          <p:nvPr/>
        </p:nvSpPr>
        <p:spPr>
          <a:xfrm>
            <a:off x="3467695" y="9000147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396" name="TextBox 395">
            <a:hlinkClick action="ppaction://hlinksldjump" r:id="rId41"/>
          </p:cNvPr>
          <p:cNvSpPr txBox="1"/>
          <p:nvPr/>
        </p:nvSpPr>
        <p:spPr>
          <a:xfrm>
            <a:off x="4491659" y="900014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397" name="TextBox 396">
            <a:hlinkClick action="ppaction://hlinksldjump" r:id="rId39"/>
          </p:cNvPr>
          <p:cNvSpPr txBox="1"/>
          <p:nvPr/>
        </p:nvSpPr>
        <p:spPr>
          <a:xfrm>
            <a:off x="4883943" y="101164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520118</a:t>
            </a:r>
          </a:p>
        </p:txBody>
      </p:sp>
      <p:sp>
        <p:nvSpPr>
          <p:cNvPr id="398" name="TextBox 397">
            <a:hlinkClick action="ppaction://hlinksldjump" r:id="rId39"/>
          </p:cNvPr>
          <p:cNvSpPr txBox="1"/>
          <p:nvPr/>
        </p:nvSpPr>
        <p:spPr>
          <a:xfrm>
            <a:off x="5639692" y="1011649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399" name="TextBox 398">
            <a:hlinkClick action="ppaction://hlinksldjump" r:id="rId39"/>
          </p:cNvPr>
          <p:cNvSpPr txBox="1"/>
          <p:nvPr/>
        </p:nvSpPr>
        <p:spPr>
          <a:xfrm>
            <a:off x="6673467" y="101164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400" name="TextBox 399">
            <a:hlinkClick action="ppaction://hlinksldjump" r:id="rId42"/>
          </p:cNvPr>
          <p:cNvSpPr txBox="1"/>
          <p:nvPr/>
        </p:nvSpPr>
        <p:spPr>
          <a:xfrm>
            <a:off x="4883943" y="1138450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524107</a:t>
            </a:r>
          </a:p>
        </p:txBody>
      </p:sp>
      <p:sp>
        <p:nvSpPr>
          <p:cNvPr id="401" name="TextBox 400">
            <a:hlinkClick action="ppaction://hlinksldjump" r:id="rId42"/>
          </p:cNvPr>
          <p:cNvSpPr txBox="1"/>
          <p:nvPr/>
        </p:nvSpPr>
        <p:spPr>
          <a:xfrm>
            <a:off x="5639692" y="1138450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Hot</a:t>
            </a:r>
          </a:p>
        </p:txBody>
      </p:sp>
      <p:sp>
        <p:nvSpPr>
          <p:cNvPr id="402" name="TextBox 401">
            <a:hlinkClick action="ppaction://hlinksldjump" r:id="rId42"/>
          </p:cNvPr>
          <p:cNvSpPr txBox="1"/>
          <p:nvPr/>
        </p:nvSpPr>
        <p:spPr>
          <a:xfrm>
            <a:off x="6683278" y="1138450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403" name="TextBox 402">
            <a:hlinkClick action="ppaction://hlinksldjump" r:id="rId42"/>
          </p:cNvPr>
          <p:cNvSpPr txBox="1"/>
          <p:nvPr/>
        </p:nvSpPr>
        <p:spPr>
          <a:xfrm>
            <a:off x="4883943" y="126525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524108</a:t>
            </a:r>
          </a:p>
        </p:txBody>
      </p:sp>
      <p:sp>
        <p:nvSpPr>
          <p:cNvPr id="404" name="TextBox 403">
            <a:hlinkClick action="ppaction://hlinksldjump" r:id="rId42"/>
          </p:cNvPr>
          <p:cNvSpPr txBox="1"/>
          <p:nvPr/>
        </p:nvSpPr>
        <p:spPr>
          <a:xfrm>
            <a:off x="5639692" y="1265252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Hot</a:t>
            </a:r>
          </a:p>
        </p:txBody>
      </p:sp>
      <p:sp>
        <p:nvSpPr>
          <p:cNvPr id="405" name="TextBox 404">
            <a:hlinkClick action="ppaction://hlinksldjump" r:id="rId42"/>
          </p:cNvPr>
          <p:cNvSpPr txBox="1"/>
          <p:nvPr/>
        </p:nvSpPr>
        <p:spPr>
          <a:xfrm>
            <a:off x="6683278" y="1265252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406" name="TextBox 405">
            <a:hlinkClick action="ppaction://hlinksldjump" r:id="rId43"/>
          </p:cNvPr>
          <p:cNvSpPr txBox="1"/>
          <p:nvPr/>
        </p:nvSpPr>
        <p:spPr>
          <a:xfrm>
            <a:off x="4883943" y="139205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530001</a:t>
            </a:r>
          </a:p>
        </p:txBody>
      </p:sp>
      <p:sp>
        <p:nvSpPr>
          <p:cNvPr id="407" name="TextBox 406">
            <a:hlinkClick action="ppaction://hlinksldjump" r:id="rId43"/>
          </p:cNvPr>
          <p:cNvSpPr txBox="1"/>
          <p:nvPr/>
        </p:nvSpPr>
        <p:spPr>
          <a:xfrm>
            <a:off x="5639692" y="1392053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con coperchio</a:t>
            </a:r>
          </a:p>
        </p:txBody>
      </p:sp>
      <p:sp>
        <p:nvSpPr>
          <p:cNvPr id="408" name="TextBox 407">
            <a:hlinkClick action="ppaction://hlinksldjump" r:id="rId43"/>
          </p:cNvPr>
          <p:cNvSpPr txBox="1"/>
          <p:nvPr/>
        </p:nvSpPr>
        <p:spPr>
          <a:xfrm>
            <a:off x="6663657" y="139205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50</a:t>
            </a:r>
          </a:p>
        </p:txBody>
      </p:sp>
      <p:sp>
        <p:nvSpPr>
          <p:cNvPr id="409" name="TextBox 408">
            <a:hlinkClick action="ppaction://hlinksldjump" r:id="rId42"/>
          </p:cNvPr>
          <p:cNvSpPr txBox="1"/>
          <p:nvPr/>
        </p:nvSpPr>
        <p:spPr>
          <a:xfrm>
            <a:off x="4883943" y="1518855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530002</a:t>
            </a:r>
          </a:p>
        </p:txBody>
      </p:sp>
      <p:sp>
        <p:nvSpPr>
          <p:cNvPr id="410" name="TextBox 409">
            <a:hlinkClick action="ppaction://hlinksldjump" r:id="rId42"/>
          </p:cNvPr>
          <p:cNvSpPr txBox="1"/>
          <p:nvPr/>
        </p:nvSpPr>
        <p:spPr>
          <a:xfrm>
            <a:off x="5639692" y="1518855"/>
            <a:ext cx="98404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con coperchio ampi</a:t>
            </a:r>
          </a:p>
        </p:txBody>
      </p:sp>
      <p:sp>
        <p:nvSpPr>
          <p:cNvPr id="411" name="TextBox 410">
            <a:hlinkClick action="ppaction://hlinksldjump" r:id="rId42"/>
          </p:cNvPr>
          <p:cNvSpPr txBox="1"/>
          <p:nvPr/>
        </p:nvSpPr>
        <p:spPr>
          <a:xfrm>
            <a:off x="6683278" y="1518855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412" name="TextBox 411">
            <a:hlinkClick action="ppaction://hlinksldjump" r:id="rId42"/>
          </p:cNvPr>
          <p:cNvSpPr txBox="1"/>
          <p:nvPr/>
        </p:nvSpPr>
        <p:spPr>
          <a:xfrm>
            <a:off x="4883943" y="1645657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530003</a:t>
            </a:r>
          </a:p>
        </p:txBody>
      </p:sp>
      <p:sp>
        <p:nvSpPr>
          <p:cNvPr id="413" name="TextBox 412">
            <a:hlinkClick action="ppaction://hlinksldjump" r:id="rId42"/>
          </p:cNvPr>
          <p:cNvSpPr txBox="1"/>
          <p:nvPr/>
        </p:nvSpPr>
        <p:spPr>
          <a:xfrm>
            <a:off x="5639692" y="1645657"/>
            <a:ext cx="98404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con coperchio ampi</a:t>
            </a:r>
          </a:p>
        </p:txBody>
      </p:sp>
      <p:sp>
        <p:nvSpPr>
          <p:cNvPr id="414" name="TextBox 413">
            <a:hlinkClick action="ppaction://hlinksldjump" r:id="rId42"/>
          </p:cNvPr>
          <p:cNvSpPr txBox="1"/>
          <p:nvPr/>
        </p:nvSpPr>
        <p:spPr>
          <a:xfrm>
            <a:off x="6683278" y="1645657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415" name="TextBox 414">
            <a:hlinkClick action="ppaction://hlinksldjump" r:id="rId42"/>
          </p:cNvPr>
          <p:cNvSpPr txBox="1"/>
          <p:nvPr/>
        </p:nvSpPr>
        <p:spPr>
          <a:xfrm>
            <a:off x="4883943" y="1772458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530004</a:t>
            </a:r>
          </a:p>
        </p:txBody>
      </p:sp>
      <p:sp>
        <p:nvSpPr>
          <p:cNvPr id="416" name="TextBox 415">
            <a:hlinkClick action="ppaction://hlinksldjump" r:id="rId42"/>
          </p:cNvPr>
          <p:cNvSpPr txBox="1"/>
          <p:nvPr/>
        </p:nvSpPr>
        <p:spPr>
          <a:xfrm>
            <a:off x="5639692" y="1772458"/>
            <a:ext cx="98404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con coperchio ampi</a:t>
            </a:r>
          </a:p>
        </p:txBody>
      </p:sp>
      <p:sp>
        <p:nvSpPr>
          <p:cNvPr id="417" name="TextBox 416">
            <a:hlinkClick action="ppaction://hlinksldjump" r:id="rId42"/>
          </p:cNvPr>
          <p:cNvSpPr txBox="1"/>
          <p:nvPr/>
        </p:nvSpPr>
        <p:spPr>
          <a:xfrm>
            <a:off x="6683278" y="1772458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418" name="TextBox 417">
            <a:hlinkClick action="ppaction://hlinksldjump" r:id="rId43"/>
          </p:cNvPr>
          <p:cNvSpPr txBox="1"/>
          <p:nvPr/>
        </p:nvSpPr>
        <p:spPr>
          <a:xfrm>
            <a:off x="4883943" y="1899260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530006</a:t>
            </a:r>
          </a:p>
        </p:txBody>
      </p:sp>
      <p:sp>
        <p:nvSpPr>
          <p:cNvPr id="419" name="TextBox 418">
            <a:hlinkClick action="ppaction://hlinksldjump" r:id="rId43"/>
          </p:cNvPr>
          <p:cNvSpPr txBox="1"/>
          <p:nvPr/>
        </p:nvSpPr>
        <p:spPr>
          <a:xfrm>
            <a:off x="5639692" y="1899260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con coperchio</a:t>
            </a:r>
          </a:p>
        </p:txBody>
      </p:sp>
      <p:sp>
        <p:nvSpPr>
          <p:cNvPr id="420" name="TextBox 419">
            <a:hlinkClick action="ppaction://hlinksldjump" r:id="rId43"/>
          </p:cNvPr>
          <p:cNvSpPr txBox="1"/>
          <p:nvPr/>
        </p:nvSpPr>
        <p:spPr>
          <a:xfrm>
            <a:off x="6663657" y="189926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50</a:t>
            </a:r>
          </a:p>
        </p:txBody>
      </p:sp>
      <p:sp>
        <p:nvSpPr>
          <p:cNvPr id="421" name="TextBox 420">
            <a:hlinkClick action="ppaction://hlinksldjump" r:id="rId42"/>
          </p:cNvPr>
          <p:cNvSpPr txBox="1"/>
          <p:nvPr/>
        </p:nvSpPr>
        <p:spPr>
          <a:xfrm>
            <a:off x="4883943" y="2026061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530007</a:t>
            </a:r>
          </a:p>
        </p:txBody>
      </p:sp>
      <p:sp>
        <p:nvSpPr>
          <p:cNvPr id="422" name="TextBox 421">
            <a:hlinkClick action="ppaction://hlinksldjump" r:id="rId42"/>
          </p:cNvPr>
          <p:cNvSpPr txBox="1"/>
          <p:nvPr/>
        </p:nvSpPr>
        <p:spPr>
          <a:xfrm>
            <a:off x="5639692" y="2026061"/>
            <a:ext cx="98404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con coperchio ampi</a:t>
            </a:r>
          </a:p>
        </p:txBody>
      </p:sp>
      <p:sp>
        <p:nvSpPr>
          <p:cNvPr id="423" name="TextBox 422">
            <a:hlinkClick action="ppaction://hlinksldjump" r:id="rId42"/>
          </p:cNvPr>
          <p:cNvSpPr txBox="1"/>
          <p:nvPr/>
        </p:nvSpPr>
        <p:spPr>
          <a:xfrm>
            <a:off x="6683278" y="2026061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424" name="TextBox 423">
            <a:hlinkClick action="ppaction://hlinksldjump" r:id="rId44"/>
          </p:cNvPr>
          <p:cNvSpPr txBox="1"/>
          <p:nvPr/>
        </p:nvSpPr>
        <p:spPr>
          <a:xfrm>
            <a:off x="4883943" y="2152863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540002</a:t>
            </a:r>
          </a:p>
        </p:txBody>
      </p:sp>
      <p:sp>
        <p:nvSpPr>
          <p:cNvPr id="425" name="TextBox 424">
            <a:hlinkClick action="ppaction://hlinksldjump" r:id="rId44"/>
          </p:cNvPr>
          <p:cNvSpPr txBox="1"/>
          <p:nvPr/>
        </p:nvSpPr>
        <p:spPr>
          <a:xfrm>
            <a:off x="5639692" y="2152863"/>
            <a:ext cx="10232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con coperchio</a:t>
            </a:r>
          </a:p>
        </p:txBody>
      </p:sp>
      <p:sp>
        <p:nvSpPr>
          <p:cNvPr id="426" name="TextBox 425">
            <a:hlinkClick action="ppaction://hlinksldjump" r:id="rId44"/>
          </p:cNvPr>
          <p:cNvSpPr txBox="1"/>
          <p:nvPr/>
        </p:nvSpPr>
        <p:spPr>
          <a:xfrm>
            <a:off x="6663657" y="215286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</a:t>
            </a:r>
          </a:p>
        </p:txBody>
      </p:sp>
      <p:sp>
        <p:nvSpPr>
          <p:cNvPr id="427" name="TextBox 426">
            <a:hlinkClick action="ppaction://hlinksldjump" r:id="rId44"/>
          </p:cNvPr>
          <p:cNvSpPr txBox="1"/>
          <p:nvPr/>
        </p:nvSpPr>
        <p:spPr>
          <a:xfrm>
            <a:off x="4883943" y="2279664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540003</a:t>
            </a:r>
          </a:p>
        </p:txBody>
      </p:sp>
      <p:sp>
        <p:nvSpPr>
          <p:cNvPr id="428" name="TextBox 427">
            <a:hlinkClick action="ppaction://hlinksldjump" r:id="rId44"/>
          </p:cNvPr>
          <p:cNvSpPr txBox="1"/>
          <p:nvPr/>
        </p:nvSpPr>
        <p:spPr>
          <a:xfrm>
            <a:off x="5639692" y="2279664"/>
            <a:ext cx="10232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con coperchio</a:t>
            </a:r>
          </a:p>
        </p:txBody>
      </p:sp>
      <p:sp>
        <p:nvSpPr>
          <p:cNvPr id="429" name="TextBox 428">
            <a:hlinkClick action="ppaction://hlinksldjump" r:id="rId44"/>
          </p:cNvPr>
          <p:cNvSpPr txBox="1"/>
          <p:nvPr/>
        </p:nvSpPr>
        <p:spPr>
          <a:xfrm>
            <a:off x="6663657" y="227966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</a:t>
            </a:r>
          </a:p>
        </p:txBody>
      </p:sp>
      <p:sp>
        <p:nvSpPr>
          <p:cNvPr id="430" name="TextBox 429">
            <a:hlinkClick action="ppaction://hlinksldjump" r:id="rId38"/>
          </p:cNvPr>
          <p:cNvSpPr txBox="1"/>
          <p:nvPr/>
        </p:nvSpPr>
        <p:spPr>
          <a:xfrm>
            <a:off x="4883943" y="2406466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540004</a:t>
            </a:r>
          </a:p>
        </p:txBody>
      </p:sp>
      <p:sp>
        <p:nvSpPr>
          <p:cNvPr id="431" name="TextBox 430">
            <a:hlinkClick action="ppaction://hlinksldjump" r:id="rId38"/>
          </p:cNvPr>
          <p:cNvSpPr txBox="1"/>
          <p:nvPr/>
        </p:nvSpPr>
        <p:spPr>
          <a:xfrm>
            <a:off x="5639692" y="2406466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in polpa</a:t>
            </a:r>
          </a:p>
        </p:txBody>
      </p:sp>
      <p:sp>
        <p:nvSpPr>
          <p:cNvPr id="432" name="TextBox 431">
            <a:hlinkClick action="ppaction://hlinksldjump" r:id="rId38"/>
          </p:cNvPr>
          <p:cNvSpPr txBox="1"/>
          <p:nvPr/>
        </p:nvSpPr>
        <p:spPr>
          <a:xfrm>
            <a:off x="6663657" y="240646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433" name="TextBox 432">
            <a:hlinkClick action="ppaction://hlinksldjump" r:id="rId35"/>
          </p:cNvPr>
          <p:cNvSpPr txBox="1"/>
          <p:nvPr/>
        </p:nvSpPr>
        <p:spPr>
          <a:xfrm>
            <a:off x="4883943" y="253326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540005</a:t>
            </a:r>
          </a:p>
        </p:txBody>
      </p:sp>
      <p:sp>
        <p:nvSpPr>
          <p:cNvPr id="434" name="TextBox 433">
            <a:hlinkClick action="ppaction://hlinksldjump" r:id="rId35"/>
          </p:cNvPr>
          <p:cNvSpPr txBox="1"/>
          <p:nvPr/>
        </p:nvSpPr>
        <p:spPr>
          <a:xfrm>
            <a:off x="5639692" y="2533267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Bordofino</a:t>
            </a:r>
          </a:p>
        </p:txBody>
      </p:sp>
      <p:sp>
        <p:nvSpPr>
          <p:cNvPr id="435" name="TextBox 434">
            <a:hlinkClick action="ppaction://hlinksldjump" r:id="rId35"/>
          </p:cNvPr>
          <p:cNvSpPr txBox="1"/>
          <p:nvPr/>
        </p:nvSpPr>
        <p:spPr>
          <a:xfrm>
            <a:off x="6673467" y="253326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436" name="TextBox 435">
            <a:hlinkClick action="ppaction://hlinksldjump" r:id="rId38"/>
          </p:cNvPr>
          <p:cNvSpPr txBox="1"/>
          <p:nvPr/>
        </p:nvSpPr>
        <p:spPr>
          <a:xfrm>
            <a:off x="4883943" y="2660069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540006</a:t>
            </a:r>
          </a:p>
        </p:txBody>
      </p:sp>
      <p:sp>
        <p:nvSpPr>
          <p:cNvPr id="437" name="TextBox 436">
            <a:hlinkClick action="ppaction://hlinksldjump" r:id="rId38"/>
          </p:cNvPr>
          <p:cNvSpPr txBox="1"/>
          <p:nvPr/>
        </p:nvSpPr>
        <p:spPr>
          <a:xfrm>
            <a:off x="5639692" y="2660069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Cesar</a:t>
            </a:r>
          </a:p>
        </p:txBody>
      </p:sp>
      <p:sp>
        <p:nvSpPr>
          <p:cNvPr id="438" name="TextBox 437">
            <a:hlinkClick action="ppaction://hlinksldjump" r:id="rId38"/>
          </p:cNvPr>
          <p:cNvSpPr txBox="1"/>
          <p:nvPr/>
        </p:nvSpPr>
        <p:spPr>
          <a:xfrm>
            <a:off x="6663657" y="266006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439" name="TextBox 438">
            <a:hlinkClick action="ppaction://hlinksldjump" r:id="rId38"/>
          </p:cNvPr>
          <p:cNvSpPr txBox="1"/>
          <p:nvPr/>
        </p:nvSpPr>
        <p:spPr>
          <a:xfrm>
            <a:off x="4883943" y="2786871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540007</a:t>
            </a:r>
          </a:p>
        </p:txBody>
      </p:sp>
      <p:sp>
        <p:nvSpPr>
          <p:cNvPr id="440" name="TextBox 439">
            <a:hlinkClick action="ppaction://hlinksldjump" r:id="rId38"/>
          </p:cNvPr>
          <p:cNvSpPr txBox="1"/>
          <p:nvPr/>
        </p:nvSpPr>
        <p:spPr>
          <a:xfrm>
            <a:off x="5639692" y="2786871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Cesar</a:t>
            </a:r>
          </a:p>
        </p:txBody>
      </p:sp>
      <p:sp>
        <p:nvSpPr>
          <p:cNvPr id="441" name="TextBox 440">
            <a:hlinkClick action="ppaction://hlinksldjump" r:id="rId38"/>
          </p:cNvPr>
          <p:cNvSpPr txBox="1"/>
          <p:nvPr/>
        </p:nvSpPr>
        <p:spPr>
          <a:xfrm>
            <a:off x="6663657" y="278687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442" name="TextBox 441">
            <a:hlinkClick action="ppaction://hlinksldjump" r:id="rId35"/>
          </p:cNvPr>
          <p:cNvSpPr txBox="1"/>
          <p:nvPr/>
        </p:nvSpPr>
        <p:spPr>
          <a:xfrm>
            <a:off x="4883943" y="2913672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540008</a:t>
            </a:r>
          </a:p>
        </p:txBody>
      </p:sp>
      <p:sp>
        <p:nvSpPr>
          <p:cNvPr id="443" name="TextBox 442">
            <a:hlinkClick action="ppaction://hlinksldjump" r:id="rId35"/>
          </p:cNvPr>
          <p:cNvSpPr txBox="1"/>
          <p:nvPr/>
        </p:nvSpPr>
        <p:spPr>
          <a:xfrm>
            <a:off x="5639692" y="2913672"/>
            <a:ext cx="64066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Bordofino</a:t>
            </a:r>
          </a:p>
        </p:txBody>
      </p:sp>
      <p:sp>
        <p:nvSpPr>
          <p:cNvPr id="444" name="TextBox 443">
            <a:hlinkClick action="ppaction://hlinksldjump" r:id="rId35"/>
          </p:cNvPr>
          <p:cNvSpPr txBox="1"/>
          <p:nvPr/>
        </p:nvSpPr>
        <p:spPr>
          <a:xfrm>
            <a:off x="6673467" y="291367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14</a:t>
            </a:r>
          </a:p>
        </p:txBody>
      </p:sp>
      <p:sp>
        <p:nvSpPr>
          <p:cNvPr id="445" name="TextBox 444">
            <a:hlinkClick action="ppaction://hlinksldjump" r:id="rId44"/>
          </p:cNvPr>
          <p:cNvSpPr txBox="1"/>
          <p:nvPr/>
        </p:nvSpPr>
        <p:spPr>
          <a:xfrm>
            <a:off x="4883943" y="3040474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540011</a:t>
            </a:r>
          </a:p>
        </p:txBody>
      </p:sp>
      <p:sp>
        <p:nvSpPr>
          <p:cNvPr id="446" name="TextBox 445">
            <a:hlinkClick action="ppaction://hlinksldjump" r:id="rId44"/>
          </p:cNvPr>
          <p:cNvSpPr txBox="1"/>
          <p:nvPr/>
        </p:nvSpPr>
        <p:spPr>
          <a:xfrm>
            <a:off x="5639692" y="3040474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in polpa</a:t>
            </a:r>
          </a:p>
        </p:txBody>
      </p:sp>
      <p:sp>
        <p:nvSpPr>
          <p:cNvPr id="447" name="TextBox 446">
            <a:hlinkClick action="ppaction://hlinksldjump" r:id="rId44"/>
          </p:cNvPr>
          <p:cNvSpPr txBox="1"/>
          <p:nvPr/>
        </p:nvSpPr>
        <p:spPr>
          <a:xfrm>
            <a:off x="6663657" y="304047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</a:t>
            </a:r>
          </a:p>
        </p:txBody>
      </p:sp>
      <p:sp>
        <p:nvSpPr>
          <p:cNvPr id="448" name="TextBox 447">
            <a:hlinkClick action="ppaction://hlinksldjump" r:id="rId44"/>
          </p:cNvPr>
          <p:cNvSpPr txBox="1"/>
          <p:nvPr/>
        </p:nvSpPr>
        <p:spPr>
          <a:xfrm>
            <a:off x="4883943" y="3167275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540012</a:t>
            </a:r>
          </a:p>
        </p:txBody>
      </p:sp>
      <p:sp>
        <p:nvSpPr>
          <p:cNvPr id="449" name="TextBox 448">
            <a:hlinkClick action="ppaction://hlinksldjump" r:id="rId44"/>
          </p:cNvPr>
          <p:cNvSpPr txBox="1"/>
          <p:nvPr/>
        </p:nvSpPr>
        <p:spPr>
          <a:xfrm>
            <a:off x="5639692" y="3167275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in polpa</a:t>
            </a:r>
          </a:p>
        </p:txBody>
      </p:sp>
      <p:sp>
        <p:nvSpPr>
          <p:cNvPr id="450" name="TextBox 449">
            <a:hlinkClick action="ppaction://hlinksldjump" r:id="rId44"/>
          </p:cNvPr>
          <p:cNvSpPr txBox="1"/>
          <p:nvPr/>
        </p:nvSpPr>
        <p:spPr>
          <a:xfrm>
            <a:off x="6663657" y="316727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</a:t>
            </a:r>
          </a:p>
        </p:txBody>
      </p:sp>
      <p:sp>
        <p:nvSpPr>
          <p:cNvPr id="451" name="TextBox 450">
            <a:hlinkClick action="ppaction://hlinksldjump" r:id="rId44"/>
          </p:cNvPr>
          <p:cNvSpPr txBox="1"/>
          <p:nvPr/>
        </p:nvSpPr>
        <p:spPr>
          <a:xfrm>
            <a:off x="4883943" y="3294077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540113</a:t>
            </a:r>
          </a:p>
        </p:txBody>
      </p:sp>
      <p:sp>
        <p:nvSpPr>
          <p:cNvPr id="452" name="TextBox 451">
            <a:hlinkClick action="ppaction://hlinksldjump" r:id="rId44"/>
          </p:cNvPr>
          <p:cNvSpPr txBox="1"/>
          <p:nvPr/>
        </p:nvSpPr>
        <p:spPr>
          <a:xfrm>
            <a:off x="5639692" y="3294077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in polpa</a:t>
            </a:r>
          </a:p>
        </p:txBody>
      </p:sp>
      <p:sp>
        <p:nvSpPr>
          <p:cNvPr id="453" name="TextBox 452">
            <a:hlinkClick action="ppaction://hlinksldjump" r:id="rId44"/>
          </p:cNvPr>
          <p:cNvSpPr txBox="1"/>
          <p:nvPr/>
        </p:nvSpPr>
        <p:spPr>
          <a:xfrm>
            <a:off x="6663657" y="329407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</a:t>
            </a:r>
          </a:p>
        </p:txBody>
      </p:sp>
      <p:sp>
        <p:nvSpPr>
          <p:cNvPr id="454" name="TextBox 453">
            <a:hlinkClick action="ppaction://hlinksldjump" r:id="rId42"/>
          </p:cNvPr>
          <p:cNvSpPr txBox="1"/>
          <p:nvPr/>
        </p:nvSpPr>
        <p:spPr>
          <a:xfrm>
            <a:off x="4883943" y="342087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541007</a:t>
            </a:r>
          </a:p>
        </p:txBody>
      </p:sp>
      <p:sp>
        <p:nvSpPr>
          <p:cNvPr id="455" name="TextBox 454">
            <a:hlinkClick action="ppaction://hlinksldjump" r:id="rId42"/>
          </p:cNvPr>
          <p:cNvSpPr txBox="1"/>
          <p:nvPr/>
        </p:nvSpPr>
        <p:spPr>
          <a:xfrm>
            <a:off x="5639692" y="3420878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Hot</a:t>
            </a:r>
          </a:p>
        </p:txBody>
      </p:sp>
      <p:sp>
        <p:nvSpPr>
          <p:cNvPr id="456" name="TextBox 455">
            <a:hlinkClick action="ppaction://hlinksldjump" r:id="rId42"/>
          </p:cNvPr>
          <p:cNvSpPr txBox="1"/>
          <p:nvPr/>
        </p:nvSpPr>
        <p:spPr>
          <a:xfrm>
            <a:off x="6683278" y="3420878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457" name="TextBox 456">
            <a:hlinkClick action="ppaction://hlinksldjump" r:id="rId42"/>
          </p:cNvPr>
          <p:cNvSpPr txBox="1"/>
          <p:nvPr/>
        </p:nvSpPr>
        <p:spPr>
          <a:xfrm>
            <a:off x="4883943" y="354768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541008</a:t>
            </a:r>
          </a:p>
        </p:txBody>
      </p:sp>
      <p:sp>
        <p:nvSpPr>
          <p:cNvPr id="458" name="TextBox 457">
            <a:hlinkClick action="ppaction://hlinksldjump" r:id="rId42"/>
          </p:cNvPr>
          <p:cNvSpPr txBox="1"/>
          <p:nvPr/>
        </p:nvSpPr>
        <p:spPr>
          <a:xfrm>
            <a:off x="5639692" y="3547680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Hot</a:t>
            </a:r>
          </a:p>
        </p:txBody>
      </p:sp>
      <p:sp>
        <p:nvSpPr>
          <p:cNvPr id="459" name="TextBox 458">
            <a:hlinkClick action="ppaction://hlinksldjump" r:id="rId42"/>
          </p:cNvPr>
          <p:cNvSpPr txBox="1"/>
          <p:nvPr/>
        </p:nvSpPr>
        <p:spPr>
          <a:xfrm>
            <a:off x="6683278" y="3547680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460" name="TextBox 459">
            <a:hlinkClick action="ppaction://hlinksldjump" r:id="rId44"/>
          </p:cNvPr>
          <p:cNvSpPr txBox="1"/>
          <p:nvPr/>
        </p:nvSpPr>
        <p:spPr>
          <a:xfrm>
            <a:off x="4883943" y="367448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542001</a:t>
            </a:r>
          </a:p>
        </p:txBody>
      </p:sp>
      <p:sp>
        <p:nvSpPr>
          <p:cNvPr id="461" name="TextBox 460">
            <a:hlinkClick action="ppaction://hlinksldjump" r:id="rId44"/>
          </p:cNvPr>
          <p:cNvSpPr txBox="1"/>
          <p:nvPr/>
        </p:nvSpPr>
        <p:spPr>
          <a:xfrm>
            <a:off x="5639692" y="3674482"/>
            <a:ext cx="10232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con coperchio</a:t>
            </a:r>
          </a:p>
        </p:txBody>
      </p:sp>
      <p:sp>
        <p:nvSpPr>
          <p:cNvPr id="462" name="TextBox 461">
            <a:hlinkClick action="ppaction://hlinksldjump" r:id="rId44"/>
          </p:cNvPr>
          <p:cNvSpPr txBox="1"/>
          <p:nvPr/>
        </p:nvSpPr>
        <p:spPr>
          <a:xfrm>
            <a:off x="6663657" y="367448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</a:t>
            </a:r>
          </a:p>
        </p:txBody>
      </p:sp>
      <p:sp>
        <p:nvSpPr>
          <p:cNvPr id="463" name="TextBox 462">
            <a:hlinkClick action="ppaction://hlinksldjump" r:id="rId38"/>
          </p:cNvPr>
          <p:cNvSpPr txBox="1"/>
          <p:nvPr/>
        </p:nvSpPr>
        <p:spPr>
          <a:xfrm>
            <a:off x="4883943" y="380128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542002</a:t>
            </a:r>
          </a:p>
        </p:txBody>
      </p:sp>
      <p:sp>
        <p:nvSpPr>
          <p:cNvPr id="464" name="TextBox 463">
            <a:hlinkClick action="ppaction://hlinksldjump" r:id="rId38"/>
          </p:cNvPr>
          <p:cNvSpPr txBox="1"/>
          <p:nvPr/>
        </p:nvSpPr>
        <p:spPr>
          <a:xfrm>
            <a:off x="5639692" y="3801283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in polpa</a:t>
            </a:r>
          </a:p>
        </p:txBody>
      </p:sp>
      <p:sp>
        <p:nvSpPr>
          <p:cNvPr id="465" name="TextBox 464">
            <a:hlinkClick action="ppaction://hlinksldjump" r:id="rId38"/>
          </p:cNvPr>
          <p:cNvSpPr txBox="1"/>
          <p:nvPr/>
        </p:nvSpPr>
        <p:spPr>
          <a:xfrm>
            <a:off x="6663657" y="380128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466" name="TextBox 465">
            <a:hlinkClick action="ppaction://hlinksldjump" r:id="rId38"/>
          </p:cNvPr>
          <p:cNvSpPr txBox="1"/>
          <p:nvPr/>
        </p:nvSpPr>
        <p:spPr>
          <a:xfrm>
            <a:off x="4883943" y="3928085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542006</a:t>
            </a:r>
          </a:p>
        </p:txBody>
      </p:sp>
      <p:sp>
        <p:nvSpPr>
          <p:cNvPr id="467" name="TextBox 466">
            <a:hlinkClick action="ppaction://hlinksldjump" r:id="rId38"/>
          </p:cNvPr>
          <p:cNvSpPr txBox="1"/>
          <p:nvPr/>
        </p:nvSpPr>
        <p:spPr>
          <a:xfrm>
            <a:off x="5639692" y="3928085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Cesar</a:t>
            </a:r>
          </a:p>
        </p:txBody>
      </p:sp>
      <p:sp>
        <p:nvSpPr>
          <p:cNvPr id="468" name="TextBox 467">
            <a:hlinkClick action="ppaction://hlinksldjump" r:id="rId38"/>
          </p:cNvPr>
          <p:cNvSpPr txBox="1"/>
          <p:nvPr/>
        </p:nvSpPr>
        <p:spPr>
          <a:xfrm>
            <a:off x="6663657" y="392808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469" name="TextBox 468">
            <a:hlinkClick action="ppaction://hlinksldjump" r:id="rId38"/>
          </p:cNvPr>
          <p:cNvSpPr txBox="1"/>
          <p:nvPr/>
        </p:nvSpPr>
        <p:spPr>
          <a:xfrm>
            <a:off x="4883943" y="405488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542007</a:t>
            </a:r>
          </a:p>
        </p:txBody>
      </p:sp>
      <p:sp>
        <p:nvSpPr>
          <p:cNvPr id="470" name="TextBox 469">
            <a:hlinkClick action="ppaction://hlinksldjump" r:id="rId38"/>
          </p:cNvPr>
          <p:cNvSpPr txBox="1"/>
          <p:nvPr/>
        </p:nvSpPr>
        <p:spPr>
          <a:xfrm>
            <a:off x="5639692" y="4054886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Cesar</a:t>
            </a:r>
          </a:p>
        </p:txBody>
      </p:sp>
      <p:sp>
        <p:nvSpPr>
          <p:cNvPr id="471" name="TextBox 470">
            <a:hlinkClick action="ppaction://hlinksldjump" r:id="rId38"/>
          </p:cNvPr>
          <p:cNvSpPr txBox="1"/>
          <p:nvPr/>
        </p:nvSpPr>
        <p:spPr>
          <a:xfrm>
            <a:off x="6663657" y="405488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472" name="TextBox 471">
            <a:hlinkClick action="ppaction://hlinksldjump" r:id="rId38"/>
          </p:cNvPr>
          <p:cNvSpPr txBox="1"/>
          <p:nvPr/>
        </p:nvSpPr>
        <p:spPr>
          <a:xfrm>
            <a:off x="4883943" y="4181688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542023</a:t>
            </a:r>
          </a:p>
        </p:txBody>
      </p:sp>
      <p:sp>
        <p:nvSpPr>
          <p:cNvPr id="473" name="TextBox 472">
            <a:hlinkClick action="ppaction://hlinksldjump" r:id="rId38"/>
          </p:cNvPr>
          <p:cNvSpPr txBox="1"/>
          <p:nvPr/>
        </p:nvSpPr>
        <p:spPr>
          <a:xfrm>
            <a:off x="5639692" y="4181688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Ciotole in polpa</a:t>
            </a:r>
          </a:p>
        </p:txBody>
      </p:sp>
      <p:sp>
        <p:nvSpPr>
          <p:cNvPr id="474" name="TextBox 473">
            <a:hlinkClick action="ppaction://hlinksldjump" r:id="rId38"/>
          </p:cNvPr>
          <p:cNvSpPr txBox="1"/>
          <p:nvPr/>
        </p:nvSpPr>
        <p:spPr>
          <a:xfrm>
            <a:off x="6663657" y="418168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47</a:t>
            </a:r>
          </a:p>
        </p:txBody>
      </p:sp>
      <p:sp>
        <p:nvSpPr>
          <p:cNvPr id="475" name="TextBox 474">
            <a:hlinkClick action="ppaction://hlinksldjump" r:id="rId44"/>
          </p:cNvPr>
          <p:cNvSpPr txBox="1"/>
          <p:nvPr/>
        </p:nvSpPr>
        <p:spPr>
          <a:xfrm>
            <a:off x="4883943" y="4308489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542112</a:t>
            </a:r>
          </a:p>
        </p:txBody>
      </p:sp>
      <p:sp>
        <p:nvSpPr>
          <p:cNvPr id="476" name="TextBox 475">
            <a:hlinkClick action="ppaction://hlinksldjump" r:id="rId44"/>
          </p:cNvPr>
          <p:cNvSpPr txBox="1"/>
          <p:nvPr/>
        </p:nvSpPr>
        <p:spPr>
          <a:xfrm>
            <a:off x="5639692" y="4308489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in polpa</a:t>
            </a:r>
          </a:p>
        </p:txBody>
      </p:sp>
      <p:sp>
        <p:nvSpPr>
          <p:cNvPr id="477" name="TextBox 476">
            <a:hlinkClick action="ppaction://hlinksldjump" r:id="rId44"/>
          </p:cNvPr>
          <p:cNvSpPr txBox="1"/>
          <p:nvPr/>
        </p:nvSpPr>
        <p:spPr>
          <a:xfrm>
            <a:off x="6663657" y="430848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54</a:t>
            </a:r>
          </a:p>
        </p:txBody>
      </p:sp>
      <p:sp>
        <p:nvSpPr>
          <p:cNvPr id="478" name="TextBox 477">
            <a:hlinkClick action="ppaction://hlinksldjump" r:id="rId45"/>
          </p:cNvPr>
          <p:cNvSpPr txBox="1"/>
          <p:nvPr/>
        </p:nvSpPr>
        <p:spPr>
          <a:xfrm>
            <a:off x="4883943" y="4435291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550004</a:t>
            </a:r>
          </a:p>
        </p:txBody>
      </p:sp>
      <p:sp>
        <p:nvSpPr>
          <p:cNvPr id="479" name="TextBox 478">
            <a:hlinkClick action="ppaction://hlinksldjump" r:id="rId45"/>
          </p:cNvPr>
          <p:cNvSpPr txBox="1"/>
          <p:nvPr/>
        </p:nvSpPr>
        <p:spPr>
          <a:xfrm>
            <a:off x="5639692" y="4435291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480" name="TextBox 479">
            <a:hlinkClick action="ppaction://hlinksldjump" r:id="rId45"/>
          </p:cNvPr>
          <p:cNvSpPr txBox="1"/>
          <p:nvPr/>
        </p:nvSpPr>
        <p:spPr>
          <a:xfrm>
            <a:off x="6673467" y="443529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481" name="TextBox 480">
            <a:hlinkClick action="ppaction://hlinksldjump" r:id="rId45"/>
          </p:cNvPr>
          <p:cNvSpPr txBox="1"/>
          <p:nvPr/>
        </p:nvSpPr>
        <p:spPr>
          <a:xfrm>
            <a:off x="4883943" y="456209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550005</a:t>
            </a:r>
          </a:p>
        </p:txBody>
      </p:sp>
      <p:sp>
        <p:nvSpPr>
          <p:cNvPr id="482" name="TextBox 481">
            <a:hlinkClick action="ppaction://hlinksldjump" r:id="rId45"/>
          </p:cNvPr>
          <p:cNvSpPr txBox="1"/>
          <p:nvPr/>
        </p:nvSpPr>
        <p:spPr>
          <a:xfrm>
            <a:off x="5639692" y="4562092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483" name="TextBox 482">
            <a:hlinkClick action="ppaction://hlinksldjump" r:id="rId45"/>
          </p:cNvPr>
          <p:cNvSpPr txBox="1"/>
          <p:nvPr/>
        </p:nvSpPr>
        <p:spPr>
          <a:xfrm>
            <a:off x="6673467" y="456209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484" name="TextBox 483">
            <a:hlinkClick action="ppaction://hlinksldjump" r:id="rId45"/>
          </p:cNvPr>
          <p:cNvSpPr txBox="1"/>
          <p:nvPr/>
        </p:nvSpPr>
        <p:spPr>
          <a:xfrm>
            <a:off x="4883943" y="4688894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550006</a:t>
            </a:r>
          </a:p>
        </p:txBody>
      </p:sp>
      <p:sp>
        <p:nvSpPr>
          <p:cNvPr id="485" name="TextBox 484">
            <a:hlinkClick action="ppaction://hlinksldjump" r:id="rId45"/>
          </p:cNvPr>
          <p:cNvSpPr txBox="1"/>
          <p:nvPr/>
        </p:nvSpPr>
        <p:spPr>
          <a:xfrm>
            <a:off x="5639692" y="4688894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486" name="TextBox 485">
            <a:hlinkClick action="ppaction://hlinksldjump" r:id="rId45"/>
          </p:cNvPr>
          <p:cNvSpPr txBox="1"/>
          <p:nvPr/>
        </p:nvSpPr>
        <p:spPr>
          <a:xfrm>
            <a:off x="6673467" y="468889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487" name="TextBox 486">
            <a:hlinkClick action="ppaction://hlinksldjump" r:id="rId45"/>
          </p:cNvPr>
          <p:cNvSpPr txBox="1"/>
          <p:nvPr/>
        </p:nvSpPr>
        <p:spPr>
          <a:xfrm>
            <a:off x="4883943" y="481569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550007</a:t>
            </a:r>
          </a:p>
        </p:txBody>
      </p:sp>
      <p:sp>
        <p:nvSpPr>
          <p:cNvPr id="488" name="TextBox 487">
            <a:hlinkClick action="ppaction://hlinksldjump" r:id="rId45"/>
          </p:cNvPr>
          <p:cNvSpPr txBox="1"/>
          <p:nvPr/>
        </p:nvSpPr>
        <p:spPr>
          <a:xfrm>
            <a:off x="5639692" y="4815696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489" name="TextBox 488">
            <a:hlinkClick action="ppaction://hlinksldjump" r:id="rId45"/>
          </p:cNvPr>
          <p:cNvSpPr txBox="1"/>
          <p:nvPr/>
        </p:nvSpPr>
        <p:spPr>
          <a:xfrm>
            <a:off x="6673467" y="481569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490" name="TextBox 489">
            <a:hlinkClick action="ppaction://hlinksldjump" r:id="rId45"/>
          </p:cNvPr>
          <p:cNvSpPr txBox="1"/>
          <p:nvPr/>
        </p:nvSpPr>
        <p:spPr>
          <a:xfrm>
            <a:off x="4883943" y="494249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550008</a:t>
            </a:r>
          </a:p>
        </p:txBody>
      </p:sp>
      <p:sp>
        <p:nvSpPr>
          <p:cNvPr id="491" name="TextBox 490">
            <a:hlinkClick action="ppaction://hlinksldjump" r:id="rId45"/>
          </p:cNvPr>
          <p:cNvSpPr txBox="1"/>
          <p:nvPr/>
        </p:nvSpPr>
        <p:spPr>
          <a:xfrm>
            <a:off x="5639692" y="4942497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492" name="TextBox 491">
            <a:hlinkClick action="ppaction://hlinksldjump" r:id="rId45"/>
          </p:cNvPr>
          <p:cNvSpPr txBox="1"/>
          <p:nvPr/>
        </p:nvSpPr>
        <p:spPr>
          <a:xfrm>
            <a:off x="6673467" y="494249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493" name="TextBox 492">
            <a:hlinkClick action="ppaction://hlinksldjump" r:id="rId45"/>
          </p:cNvPr>
          <p:cNvSpPr txBox="1"/>
          <p:nvPr/>
        </p:nvSpPr>
        <p:spPr>
          <a:xfrm>
            <a:off x="4883943" y="5069299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550009</a:t>
            </a:r>
          </a:p>
        </p:txBody>
      </p:sp>
      <p:sp>
        <p:nvSpPr>
          <p:cNvPr id="494" name="TextBox 493">
            <a:hlinkClick action="ppaction://hlinksldjump" r:id="rId45"/>
          </p:cNvPr>
          <p:cNvSpPr txBox="1"/>
          <p:nvPr/>
        </p:nvSpPr>
        <p:spPr>
          <a:xfrm>
            <a:off x="5639692" y="5069299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in polpa</a:t>
            </a:r>
          </a:p>
        </p:txBody>
      </p:sp>
      <p:sp>
        <p:nvSpPr>
          <p:cNvPr id="495" name="TextBox 494">
            <a:hlinkClick action="ppaction://hlinksldjump" r:id="rId45"/>
          </p:cNvPr>
          <p:cNvSpPr txBox="1"/>
          <p:nvPr/>
        </p:nvSpPr>
        <p:spPr>
          <a:xfrm>
            <a:off x="6673467" y="5069299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19</a:t>
            </a:r>
          </a:p>
        </p:txBody>
      </p:sp>
      <p:sp>
        <p:nvSpPr>
          <p:cNvPr id="496" name="TextBox 495">
            <a:hlinkClick action="ppaction://hlinksldjump" r:id="rId15"/>
          </p:cNvPr>
          <p:cNvSpPr txBox="1"/>
          <p:nvPr/>
        </p:nvSpPr>
        <p:spPr>
          <a:xfrm>
            <a:off x="4883943" y="519610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560001</a:t>
            </a:r>
          </a:p>
        </p:txBody>
      </p:sp>
      <p:sp>
        <p:nvSpPr>
          <p:cNvPr id="497" name="TextBox 496">
            <a:hlinkClick action="ppaction://hlinksldjump" r:id="rId15"/>
          </p:cNvPr>
          <p:cNvSpPr txBox="1"/>
          <p:nvPr/>
        </p:nvSpPr>
        <p:spPr>
          <a:xfrm>
            <a:off x="5639692" y="5196100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498" name="TextBox 497">
            <a:hlinkClick action="ppaction://hlinksldjump" r:id="rId15"/>
          </p:cNvPr>
          <p:cNvSpPr txBox="1"/>
          <p:nvPr/>
        </p:nvSpPr>
        <p:spPr>
          <a:xfrm>
            <a:off x="6683278" y="5196100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499" name="TextBox 498">
            <a:hlinkClick action="ppaction://hlinksldjump" r:id="rId15"/>
          </p:cNvPr>
          <p:cNvSpPr txBox="1"/>
          <p:nvPr/>
        </p:nvSpPr>
        <p:spPr>
          <a:xfrm>
            <a:off x="4883943" y="532290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560002</a:t>
            </a:r>
          </a:p>
        </p:txBody>
      </p:sp>
      <p:sp>
        <p:nvSpPr>
          <p:cNvPr id="500" name="TextBox 499">
            <a:hlinkClick action="ppaction://hlinksldjump" r:id="rId15"/>
          </p:cNvPr>
          <p:cNvSpPr txBox="1"/>
          <p:nvPr/>
        </p:nvSpPr>
        <p:spPr>
          <a:xfrm>
            <a:off x="5639692" y="5322902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501" name="TextBox 500">
            <a:hlinkClick action="ppaction://hlinksldjump" r:id="rId15"/>
          </p:cNvPr>
          <p:cNvSpPr txBox="1"/>
          <p:nvPr/>
        </p:nvSpPr>
        <p:spPr>
          <a:xfrm>
            <a:off x="6683278" y="5322902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502" name="TextBox 501">
            <a:hlinkClick action="ppaction://hlinksldjump" r:id="rId15"/>
          </p:cNvPr>
          <p:cNvSpPr txBox="1"/>
          <p:nvPr/>
        </p:nvSpPr>
        <p:spPr>
          <a:xfrm>
            <a:off x="4883943" y="5449703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560003</a:t>
            </a:r>
          </a:p>
        </p:txBody>
      </p:sp>
      <p:sp>
        <p:nvSpPr>
          <p:cNvPr id="503" name="TextBox 502">
            <a:hlinkClick action="ppaction://hlinksldjump" r:id="rId15"/>
          </p:cNvPr>
          <p:cNvSpPr txBox="1"/>
          <p:nvPr/>
        </p:nvSpPr>
        <p:spPr>
          <a:xfrm>
            <a:off x="5639692" y="5449703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504" name="TextBox 503">
            <a:hlinkClick action="ppaction://hlinksldjump" r:id="rId15"/>
          </p:cNvPr>
          <p:cNvSpPr txBox="1"/>
          <p:nvPr/>
        </p:nvSpPr>
        <p:spPr>
          <a:xfrm>
            <a:off x="6683278" y="5449703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505" name="TextBox 504">
            <a:hlinkClick action="ppaction://hlinksldjump" r:id="rId46"/>
          </p:cNvPr>
          <p:cNvSpPr txBox="1"/>
          <p:nvPr/>
        </p:nvSpPr>
        <p:spPr>
          <a:xfrm>
            <a:off x="4883943" y="5576505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560004</a:t>
            </a:r>
          </a:p>
        </p:txBody>
      </p:sp>
      <p:sp>
        <p:nvSpPr>
          <p:cNvPr id="506" name="TextBox 505">
            <a:hlinkClick action="ppaction://hlinksldjump" r:id="rId46"/>
          </p:cNvPr>
          <p:cNvSpPr txBox="1"/>
          <p:nvPr/>
        </p:nvSpPr>
        <p:spPr>
          <a:xfrm>
            <a:off x="5639692" y="5576505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07" name="TextBox 506">
            <a:hlinkClick action="ppaction://hlinksldjump" r:id="rId46"/>
          </p:cNvPr>
          <p:cNvSpPr txBox="1"/>
          <p:nvPr/>
        </p:nvSpPr>
        <p:spPr>
          <a:xfrm>
            <a:off x="6663657" y="557650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08" name="TextBox 507">
            <a:hlinkClick action="ppaction://hlinksldjump" r:id="rId46"/>
          </p:cNvPr>
          <p:cNvSpPr txBox="1"/>
          <p:nvPr/>
        </p:nvSpPr>
        <p:spPr>
          <a:xfrm>
            <a:off x="4883943" y="570330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560005</a:t>
            </a:r>
          </a:p>
        </p:txBody>
      </p:sp>
      <p:sp>
        <p:nvSpPr>
          <p:cNvPr id="509" name="TextBox 508">
            <a:hlinkClick action="ppaction://hlinksldjump" r:id="rId46"/>
          </p:cNvPr>
          <p:cNvSpPr txBox="1"/>
          <p:nvPr/>
        </p:nvSpPr>
        <p:spPr>
          <a:xfrm>
            <a:off x="5639692" y="5703307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10" name="TextBox 509">
            <a:hlinkClick action="ppaction://hlinksldjump" r:id="rId46"/>
          </p:cNvPr>
          <p:cNvSpPr txBox="1"/>
          <p:nvPr/>
        </p:nvSpPr>
        <p:spPr>
          <a:xfrm>
            <a:off x="6663657" y="570330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11" name="TextBox 510">
            <a:hlinkClick action="ppaction://hlinksldjump" r:id="rId15"/>
          </p:cNvPr>
          <p:cNvSpPr txBox="1"/>
          <p:nvPr/>
        </p:nvSpPr>
        <p:spPr>
          <a:xfrm>
            <a:off x="4883943" y="5830108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560007</a:t>
            </a:r>
          </a:p>
        </p:txBody>
      </p:sp>
      <p:sp>
        <p:nvSpPr>
          <p:cNvPr id="512" name="TextBox 511">
            <a:hlinkClick action="ppaction://hlinksldjump" r:id="rId15"/>
          </p:cNvPr>
          <p:cNvSpPr txBox="1"/>
          <p:nvPr/>
        </p:nvSpPr>
        <p:spPr>
          <a:xfrm>
            <a:off x="5639692" y="5830108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513" name="TextBox 512">
            <a:hlinkClick action="ppaction://hlinksldjump" r:id="rId15"/>
          </p:cNvPr>
          <p:cNvSpPr txBox="1"/>
          <p:nvPr/>
        </p:nvSpPr>
        <p:spPr>
          <a:xfrm>
            <a:off x="6683278" y="5830108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514" name="TextBox 513">
            <a:hlinkClick action="ppaction://hlinksldjump" r:id="rId46"/>
          </p:cNvPr>
          <p:cNvSpPr txBox="1"/>
          <p:nvPr/>
        </p:nvSpPr>
        <p:spPr>
          <a:xfrm>
            <a:off x="4883943" y="5956910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560008</a:t>
            </a:r>
          </a:p>
        </p:txBody>
      </p:sp>
      <p:sp>
        <p:nvSpPr>
          <p:cNvPr id="515" name="TextBox 514">
            <a:hlinkClick action="ppaction://hlinksldjump" r:id="rId46"/>
          </p:cNvPr>
          <p:cNvSpPr txBox="1"/>
          <p:nvPr/>
        </p:nvSpPr>
        <p:spPr>
          <a:xfrm>
            <a:off x="5639692" y="5956910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16" name="TextBox 515">
            <a:hlinkClick action="ppaction://hlinksldjump" r:id="rId46"/>
          </p:cNvPr>
          <p:cNvSpPr txBox="1"/>
          <p:nvPr/>
        </p:nvSpPr>
        <p:spPr>
          <a:xfrm>
            <a:off x="6663657" y="595691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17" name="TextBox 516">
            <a:hlinkClick action="ppaction://hlinksldjump" r:id="rId46"/>
          </p:cNvPr>
          <p:cNvSpPr txBox="1"/>
          <p:nvPr/>
        </p:nvSpPr>
        <p:spPr>
          <a:xfrm>
            <a:off x="4883943" y="608371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560016</a:t>
            </a:r>
          </a:p>
        </p:txBody>
      </p:sp>
      <p:sp>
        <p:nvSpPr>
          <p:cNvPr id="518" name="TextBox 517">
            <a:hlinkClick action="ppaction://hlinksldjump" r:id="rId46"/>
          </p:cNvPr>
          <p:cNvSpPr txBox="1"/>
          <p:nvPr/>
        </p:nvSpPr>
        <p:spPr>
          <a:xfrm>
            <a:off x="5639692" y="6083711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19" name="TextBox 518">
            <a:hlinkClick action="ppaction://hlinksldjump" r:id="rId46"/>
          </p:cNvPr>
          <p:cNvSpPr txBox="1"/>
          <p:nvPr/>
        </p:nvSpPr>
        <p:spPr>
          <a:xfrm>
            <a:off x="6663657" y="608371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20" name="TextBox 519">
            <a:hlinkClick action="ppaction://hlinksldjump" r:id="rId46"/>
          </p:cNvPr>
          <p:cNvSpPr txBox="1"/>
          <p:nvPr/>
        </p:nvSpPr>
        <p:spPr>
          <a:xfrm>
            <a:off x="4883943" y="6210513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560903</a:t>
            </a:r>
          </a:p>
        </p:txBody>
      </p:sp>
      <p:sp>
        <p:nvSpPr>
          <p:cNvPr id="521" name="TextBox 520">
            <a:hlinkClick action="ppaction://hlinksldjump" r:id="rId46"/>
          </p:cNvPr>
          <p:cNvSpPr txBox="1"/>
          <p:nvPr/>
        </p:nvSpPr>
        <p:spPr>
          <a:xfrm>
            <a:off x="5639692" y="6210513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22" name="TextBox 521">
            <a:hlinkClick action="ppaction://hlinksldjump" r:id="rId46"/>
          </p:cNvPr>
          <p:cNvSpPr txBox="1"/>
          <p:nvPr/>
        </p:nvSpPr>
        <p:spPr>
          <a:xfrm>
            <a:off x="6663657" y="621051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23" name="TextBox 522">
            <a:hlinkClick action="ppaction://hlinksldjump" r:id="rId46"/>
          </p:cNvPr>
          <p:cNvSpPr txBox="1"/>
          <p:nvPr/>
        </p:nvSpPr>
        <p:spPr>
          <a:xfrm>
            <a:off x="4883943" y="6337314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561101</a:t>
            </a:r>
          </a:p>
        </p:txBody>
      </p:sp>
      <p:sp>
        <p:nvSpPr>
          <p:cNvPr id="524" name="TextBox 523">
            <a:hlinkClick action="ppaction://hlinksldjump" r:id="rId46"/>
          </p:cNvPr>
          <p:cNvSpPr txBox="1"/>
          <p:nvPr/>
        </p:nvSpPr>
        <p:spPr>
          <a:xfrm>
            <a:off x="5639692" y="6337314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25" name="TextBox 524">
            <a:hlinkClick action="ppaction://hlinksldjump" r:id="rId46"/>
          </p:cNvPr>
          <p:cNvSpPr txBox="1"/>
          <p:nvPr/>
        </p:nvSpPr>
        <p:spPr>
          <a:xfrm>
            <a:off x="6663657" y="633731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26" name="TextBox 525">
            <a:hlinkClick action="ppaction://hlinksldjump" r:id="rId46"/>
          </p:cNvPr>
          <p:cNvSpPr txBox="1"/>
          <p:nvPr/>
        </p:nvSpPr>
        <p:spPr>
          <a:xfrm>
            <a:off x="4883943" y="6464116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561214</a:t>
            </a:r>
          </a:p>
        </p:txBody>
      </p:sp>
      <p:sp>
        <p:nvSpPr>
          <p:cNvPr id="527" name="TextBox 526">
            <a:hlinkClick action="ppaction://hlinksldjump" r:id="rId46"/>
          </p:cNvPr>
          <p:cNvSpPr txBox="1"/>
          <p:nvPr/>
        </p:nvSpPr>
        <p:spPr>
          <a:xfrm>
            <a:off x="5639692" y="6464116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28" name="TextBox 527">
            <a:hlinkClick action="ppaction://hlinksldjump" r:id="rId46"/>
          </p:cNvPr>
          <p:cNvSpPr txBox="1"/>
          <p:nvPr/>
        </p:nvSpPr>
        <p:spPr>
          <a:xfrm>
            <a:off x="6663657" y="646411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29" name="TextBox 528">
            <a:hlinkClick action="ppaction://hlinksldjump" r:id="rId46"/>
          </p:cNvPr>
          <p:cNvSpPr txBox="1"/>
          <p:nvPr/>
        </p:nvSpPr>
        <p:spPr>
          <a:xfrm>
            <a:off x="4883943" y="6590917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561224</a:t>
            </a:r>
          </a:p>
        </p:txBody>
      </p:sp>
      <p:sp>
        <p:nvSpPr>
          <p:cNvPr id="530" name="TextBox 529">
            <a:hlinkClick action="ppaction://hlinksldjump" r:id="rId46"/>
          </p:cNvPr>
          <p:cNvSpPr txBox="1"/>
          <p:nvPr/>
        </p:nvSpPr>
        <p:spPr>
          <a:xfrm>
            <a:off x="5639692" y="6590917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31" name="TextBox 530">
            <a:hlinkClick action="ppaction://hlinksldjump" r:id="rId46"/>
          </p:cNvPr>
          <p:cNvSpPr txBox="1"/>
          <p:nvPr/>
        </p:nvSpPr>
        <p:spPr>
          <a:xfrm>
            <a:off x="6663657" y="659091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32" name="TextBox 531">
            <a:hlinkClick action="ppaction://hlinksldjump" r:id="rId46"/>
          </p:cNvPr>
          <p:cNvSpPr txBox="1"/>
          <p:nvPr/>
        </p:nvSpPr>
        <p:spPr>
          <a:xfrm>
            <a:off x="4883943" y="6717719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561234</a:t>
            </a:r>
          </a:p>
        </p:txBody>
      </p:sp>
      <p:sp>
        <p:nvSpPr>
          <p:cNvPr id="533" name="TextBox 532">
            <a:hlinkClick action="ppaction://hlinksldjump" r:id="rId46"/>
          </p:cNvPr>
          <p:cNvSpPr txBox="1"/>
          <p:nvPr/>
        </p:nvSpPr>
        <p:spPr>
          <a:xfrm>
            <a:off x="5639692" y="6717719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CPLA</a:t>
            </a:r>
          </a:p>
        </p:txBody>
      </p:sp>
      <p:sp>
        <p:nvSpPr>
          <p:cNvPr id="534" name="TextBox 533">
            <a:hlinkClick action="ppaction://hlinksldjump" r:id="rId46"/>
          </p:cNvPr>
          <p:cNvSpPr txBox="1"/>
          <p:nvPr/>
        </p:nvSpPr>
        <p:spPr>
          <a:xfrm>
            <a:off x="6663657" y="671771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23</a:t>
            </a:r>
          </a:p>
        </p:txBody>
      </p:sp>
      <p:sp>
        <p:nvSpPr>
          <p:cNvPr id="535" name="TextBox 534">
            <a:hlinkClick action="ppaction://hlinksldjump" r:id="rId13"/>
          </p:cNvPr>
          <p:cNvSpPr txBox="1"/>
          <p:nvPr/>
        </p:nvSpPr>
        <p:spPr>
          <a:xfrm>
            <a:off x="4883943" y="6844521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561701</a:t>
            </a:r>
          </a:p>
        </p:txBody>
      </p:sp>
      <p:sp>
        <p:nvSpPr>
          <p:cNvPr id="536" name="TextBox 535">
            <a:hlinkClick action="ppaction://hlinksldjump" r:id="rId13"/>
          </p:cNvPr>
          <p:cNvSpPr txBox="1"/>
          <p:nvPr/>
        </p:nvSpPr>
        <p:spPr>
          <a:xfrm>
            <a:off x="5639692" y="6844521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37" name="TextBox 536">
            <a:hlinkClick action="ppaction://hlinksldjump" r:id="rId13"/>
          </p:cNvPr>
          <p:cNvSpPr txBox="1"/>
          <p:nvPr/>
        </p:nvSpPr>
        <p:spPr>
          <a:xfrm>
            <a:off x="6663657" y="684452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38" name="TextBox 537">
            <a:hlinkClick action="ppaction://hlinksldjump" r:id="rId37"/>
          </p:cNvPr>
          <p:cNvSpPr txBox="1"/>
          <p:nvPr/>
        </p:nvSpPr>
        <p:spPr>
          <a:xfrm>
            <a:off x="4883943" y="697132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561702</a:t>
            </a:r>
          </a:p>
        </p:txBody>
      </p:sp>
      <p:sp>
        <p:nvSpPr>
          <p:cNvPr id="539" name="TextBox 538">
            <a:hlinkClick action="ppaction://hlinksldjump" r:id="rId37"/>
          </p:cNvPr>
          <p:cNvSpPr txBox="1"/>
          <p:nvPr/>
        </p:nvSpPr>
        <p:spPr>
          <a:xfrm>
            <a:off x="5639692" y="6971322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dessert</a:t>
            </a:r>
          </a:p>
        </p:txBody>
      </p:sp>
      <p:sp>
        <p:nvSpPr>
          <p:cNvPr id="540" name="TextBox 539">
            <a:hlinkClick action="ppaction://hlinksldjump" r:id="rId37"/>
          </p:cNvPr>
          <p:cNvSpPr txBox="1"/>
          <p:nvPr/>
        </p:nvSpPr>
        <p:spPr>
          <a:xfrm>
            <a:off x="6653846" y="697132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541" name="TextBox 540">
            <a:hlinkClick action="ppaction://hlinksldjump" r:id="rId13"/>
          </p:cNvPr>
          <p:cNvSpPr txBox="1"/>
          <p:nvPr/>
        </p:nvSpPr>
        <p:spPr>
          <a:xfrm>
            <a:off x="4883943" y="7098124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561705</a:t>
            </a:r>
          </a:p>
        </p:txBody>
      </p:sp>
      <p:sp>
        <p:nvSpPr>
          <p:cNvPr id="542" name="TextBox 541">
            <a:hlinkClick action="ppaction://hlinksldjump" r:id="rId13"/>
          </p:cNvPr>
          <p:cNvSpPr txBox="1"/>
          <p:nvPr/>
        </p:nvSpPr>
        <p:spPr>
          <a:xfrm>
            <a:off x="5639692" y="7098124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43" name="TextBox 542">
            <a:hlinkClick action="ppaction://hlinksldjump" r:id="rId13"/>
          </p:cNvPr>
          <p:cNvSpPr txBox="1"/>
          <p:nvPr/>
        </p:nvSpPr>
        <p:spPr>
          <a:xfrm>
            <a:off x="6663657" y="709812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44" name="TextBox 543">
            <a:hlinkClick action="ppaction://hlinksldjump" r:id="rId13"/>
          </p:cNvPr>
          <p:cNvSpPr txBox="1"/>
          <p:nvPr/>
        </p:nvSpPr>
        <p:spPr>
          <a:xfrm>
            <a:off x="4883943" y="7224925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561706</a:t>
            </a:r>
          </a:p>
        </p:txBody>
      </p:sp>
      <p:sp>
        <p:nvSpPr>
          <p:cNvPr id="545" name="TextBox 544">
            <a:hlinkClick action="ppaction://hlinksldjump" r:id="rId13"/>
          </p:cNvPr>
          <p:cNvSpPr txBox="1"/>
          <p:nvPr/>
        </p:nvSpPr>
        <p:spPr>
          <a:xfrm>
            <a:off x="5639692" y="7224925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46" name="TextBox 545">
            <a:hlinkClick action="ppaction://hlinksldjump" r:id="rId13"/>
          </p:cNvPr>
          <p:cNvSpPr txBox="1"/>
          <p:nvPr/>
        </p:nvSpPr>
        <p:spPr>
          <a:xfrm>
            <a:off x="6663657" y="722492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47" name="TextBox 546">
            <a:hlinkClick action="ppaction://hlinksldjump" r:id="rId13"/>
          </p:cNvPr>
          <p:cNvSpPr txBox="1"/>
          <p:nvPr/>
        </p:nvSpPr>
        <p:spPr>
          <a:xfrm>
            <a:off x="4883943" y="7351727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561707</a:t>
            </a:r>
          </a:p>
        </p:txBody>
      </p:sp>
      <p:sp>
        <p:nvSpPr>
          <p:cNvPr id="548" name="TextBox 547">
            <a:hlinkClick action="ppaction://hlinksldjump" r:id="rId13"/>
          </p:cNvPr>
          <p:cNvSpPr txBox="1"/>
          <p:nvPr/>
        </p:nvSpPr>
        <p:spPr>
          <a:xfrm>
            <a:off x="5639692" y="7351727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49" name="TextBox 548">
            <a:hlinkClick action="ppaction://hlinksldjump" r:id="rId13"/>
          </p:cNvPr>
          <p:cNvSpPr txBox="1"/>
          <p:nvPr/>
        </p:nvSpPr>
        <p:spPr>
          <a:xfrm>
            <a:off x="6663657" y="735172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50" name="TextBox 549">
            <a:hlinkClick action="ppaction://hlinksldjump" r:id="rId13"/>
          </p:cNvPr>
          <p:cNvSpPr txBox="1"/>
          <p:nvPr/>
        </p:nvSpPr>
        <p:spPr>
          <a:xfrm>
            <a:off x="4883943" y="747852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561708</a:t>
            </a:r>
          </a:p>
        </p:txBody>
      </p:sp>
      <p:sp>
        <p:nvSpPr>
          <p:cNvPr id="551" name="TextBox 550">
            <a:hlinkClick action="ppaction://hlinksldjump" r:id="rId13"/>
          </p:cNvPr>
          <p:cNvSpPr txBox="1"/>
          <p:nvPr/>
        </p:nvSpPr>
        <p:spPr>
          <a:xfrm>
            <a:off x="5639692" y="7478528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accessori</a:t>
            </a:r>
          </a:p>
        </p:txBody>
      </p:sp>
      <p:sp>
        <p:nvSpPr>
          <p:cNvPr id="552" name="TextBox 551">
            <a:hlinkClick action="ppaction://hlinksldjump" r:id="rId13"/>
          </p:cNvPr>
          <p:cNvSpPr txBox="1"/>
          <p:nvPr/>
        </p:nvSpPr>
        <p:spPr>
          <a:xfrm>
            <a:off x="6663657" y="747852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20</a:t>
            </a:r>
          </a:p>
        </p:txBody>
      </p:sp>
      <p:sp>
        <p:nvSpPr>
          <p:cNvPr id="553" name="TextBox 552">
            <a:hlinkClick action="ppaction://hlinksldjump" r:id="rId15"/>
          </p:cNvPr>
          <p:cNvSpPr txBox="1"/>
          <p:nvPr/>
        </p:nvSpPr>
        <p:spPr>
          <a:xfrm>
            <a:off x="4883943" y="760533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564001</a:t>
            </a:r>
          </a:p>
        </p:txBody>
      </p:sp>
      <p:sp>
        <p:nvSpPr>
          <p:cNvPr id="554" name="TextBox 553">
            <a:hlinkClick action="ppaction://hlinksldjump" r:id="rId15"/>
          </p:cNvPr>
          <p:cNvSpPr txBox="1"/>
          <p:nvPr/>
        </p:nvSpPr>
        <p:spPr>
          <a:xfrm>
            <a:off x="5639692" y="7605330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555" name="TextBox 554">
            <a:hlinkClick action="ppaction://hlinksldjump" r:id="rId15"/>
          </p:cNvPr>
          <p:cNvSpPr txBox="1"/>
          <p:nvPr/>
        </p:nvSpPr>
        <p:spPr>
          <a:xfrm>
            <a:off x="6683278" y="7605330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556" name="TextBox 555">
            <a:hlinkClick action="ppaction://hlinksldjump" r:id="rId15"/>
          </p:cNvPr>
          <p:cNvSpPr txBox="1"/>
          <p:nvPr/>
        </p:nvSpPr>
        <p:spPr>
          <a:xfrm>
            <a:off x="4883943" y="773213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564002</a:t>
            </a:r>
          </a:p>
        </p:txBody>
      </p:sp>
      <p:sp>
        <p:nvSpPr>
          <p:cNvPr id="557" name="TextBox 556">
            <a:hlinkClick action="ppaction://hlinksldjump" r:id="rId15"/>
          </p:cNvPr>
          <p:cNvSpPr txBox="1"/>
          <p:nvPr/>
        </p:nvSpPr>
        <p:spPr>
          <a:xfrm>
            <a:off x="5639692" y="7732132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558" name="TextBox 557">
            <a:hlinkClick action="ppaction://hlinksldjump" r:id="rId15"/>
          </p:cNvPr>
          <p:cNvSpPr txBox="1"/>
          <p:nvPr/>
        </p:nvSpPr>
        <p:spPr>
          <a:xfrm>
            <a:off x="6683278" y="7732132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559" name="TextBox 558">
            <a:hlinkClick action="ppaction://hlinksldjump" r:id="rId15"/>
          </p:cNvPr>
          <p:cNvSpPr txBox="1"/>
          <p:nvPr/>
        </p:nvSpPr>
        <p:spPr>
          <a:xfrm>
            <a:off x="4883943" y="7858933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564003</a:t>
            </a:r>
          </a:p>
        </p:txBody>
      </p:sp>
      <p:sp>
        <p:nvSpPr>
          <p:cNvPr id="560" name="TextBox 559">
            <a:hlinkClick action="ppaction://hlinksldjump" r:id="rId15"/>
          </p:cNvPr>
          <p:cNvSpPr txBox="1"/>
          <p:nvPr/>
        </p:nvSpPr>
        <p:spPr>
          <a:xfrm>
            <a:off x="5639692" y="7858933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561" name="TextBox 560">
            <a:hlinkClick action="ppaction://hlinksldjump" r:id="rId15"/>
          </p:cNvPr>
          <p:cNvSpPr txBox="1"/>
          <p:nvPr/>
        </p:nvSpPr>
        <p:spPr>
          <a:xfrm>
            <a:off x="6683278" y="7858933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562" name="TextBox 561">
            <a:hlinkClick action="ppaction://hlinksldjump" r:id="rId15"/>
          </p:cNvPr>
          <p:cNvSpPr txBox="1"/>
          <p:nvPr/>
        </p:nvSpPr>
        <p:spPr>
          <a:xfrm>
            <a:off x="4883943" y="7985735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564004</a:t>
            </a:r>
          </a:p>
        </p:txBody>
      </p:sp>
      <p:sp>
        <p:nvSpPr>
          <p:cNvPr id="563" name="TextBox 562">
            <a:hlinkClick action="ppaction://hlinksldjump" r:id="rId15"/>
          </p:cNvPr>
          <p:cNvSpPr txBox="1"/>
          <p:nvPr/>
        </p:nvSpPr>
        <p:spPr>
          <a:xfrm>
            <a:off x="5639692" y="7985735"/>
            <a:ext cx="85650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Posate per il servizio</a:t>
            </a:r>
          </a:p>
        </p:txBody>
      </p:sp>
      <p:sp>
        <p:nvSpPr>
          <p:cNvPr id="564" name="TextBox 563">
            <a:hlinkClick action="ppaction://hlinksldjump" r:id="rId15"/>
          </p:cNvPr>
          <p:cNvSpPr txBox="1"/>
          <p:nvPr/>
        </p:nvSpPr>
        <p:spPr>
          <a:xfrm>
            <a:off x="6683278" y="7985735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21</a:t>
            </a:r>
          </a:p>
        </p:txBody>
      </p:sp>
      <p:sp>
        <p:nvSpPr>
          <p:cNvPr id="565" name="TextBox 564">
            <a:hlinkClick action="ppaction://hlinksldjump" r:id="rId18"/>
          </p:cNvPr>
          <p:cNvSpPr txBox="1"/>
          <p:nvPr/>
        </p:nvSpPr>
        <p:spPr>
          <a:xfrm>
            <a:off x="4883943" y="8112536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564005</a:t>
            </a:r>
          </a:p>
        </p:txBody>
      </p:sp>
      <p:sp>
        <p:nvSpPr>
          <p:cNvPr id="566" name="TextBox 565">
            <a:hlinkClick action="ppaction://hlinksldjump" r:id="rId18"/>
          </p:cNvPr>
          <p:cNvSpPr txBox="1"/>
          <p:nvPr/>
        </p:nvSpPr>
        <p:spPr>
          <a:xfrm>
            <a:off x="5639692" y="8112536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567" name="TextBox 566">
            <a:hlinkClick action="ppaction://hlinksldjump" r:id="rId18"/>
          </p:cNvPr>
          <p:cNvSpPr txBox="1"/>
          <p:nvPr/>
        </p:nvSpPr>
        <p:spPr>
          <a:xfrm>
            <a:off x="6673467" y="811253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568" name="TextBox 567">
            <a:hlinkClick action="ppaction://hlinksldjump" r:id="rId18"/>
          </p:cNvPr>
          <p:cNvSpPr txBox="1"/>
          <p:nvPr/>
        </p:nvSpPr>
        <p:spPr>
          <a:xfrm>
            <a:off x="4883943" y="8239338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564006</a:t>
            </a:r>
          </a:p>
        </p:txBody>
      </p:sp>
      <p:sp>
        <p:nvSpPr>
          <p:cNvPr id="569" name="TextBox 568">
            <a:hlinkClick action="ppaction://hlinksldjump" r:id="rId18"/>
          </p:cNvPr>
          <p:cNvSpPr txBox="1"/>
          <p:nvPr/>
        </p:nvSpPr>
        <p:spPr>
          <a:xfrm>
            <a:off x="5639692" y="8239338"/>
            <a:ext cx="96442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Set posate e salviettine</a:t>
            </a:r>
          </a:p>
        </p:txBody>
      </p:sp>
      <p:sp>
        <p:nvSpPr>
          <p:cNvPr id="570" name="TextBox 569">
            <a:hlinkClick action="ppaction://hlinksldjump" r:id="rId18"/>
          </p:cNvPr>
          <p:cNvSpPr txBox="1"/>
          <p:nvPr/>
        </p:nvSpPr>
        <p:spPr>
          <a:xfrm>
            <a:off x="6673467" y="823933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</a:t>
            </a:r>
          </a:p>
        </p:txBody>
      </p:sp>
      <p:sp>
        <p:nvSpPr>
          <p:cNvPr id="571" name="TextBox 570">
            <a:hlinkClick action="ppaction://hlinksldjump" r:id="rId41"/>
          </p:cNvPr>
          <p:cNvSpPr txBox="1"/>
          <p:nvPr/>
        </p:nvSpPr>
        <p:spPr>
          <a:xfrm>
            <a:off x="4883943" y="8366139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570701</a:t>
            </a:r>
          </a:p>
        </p:txBody>
      </p:sp>
      <p:sp>
        <p:nvSpPr>
          <p:cNvPr id="572" name="TextBox 571">
            <a:hlinkClick action="ppaction://hlinksldjump" r:id="rId41"/>
          </p:cNvPr>
          <p:cNvSpPr txBox="1"/>
          <p:nvPr/>
        </p:nvSpPr>
        <p:spPr>
          <a:xfrm>
            <a:off x="5639692" y="8366139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573" name="TextBox 572">
            <a:hlinkClick action="ppaction://hlinksldjump" r:id="rId41"/>
          </p:cNvPr>
          <p:cNvSpPr txBox="1"/>
          <p:nvPr/>
        </p:nvSpPr>
        <p:spPr>
          <a:xfrm>
            <a:off x="6663657" y="836613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574" name="TextBox 573">
            <a:hlinkClick action="ppaction://hlinksldjump" r:id="rId39"/>
          </p:cNvPr>
          <p:cNvSpPr txBox="1"/>
          <p:nvPr/>
        </p:nvSpPr>
        <p:spPr>
          <a:xfrm>
            <a:off x="4883943" y="8492941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570702</a:t>
            </a:r>
          </a:p>
        </p:txBody>
      </p:sp>
      <p:sp>
        <p:nvSpPr>
          <p:cNvPr id="575" name="TextBox 574">
            <a:hlinkClick action="ppaction://hlinksldjump" r:id="rId39"/>
          </p:cNvPr>
          <p:cNvSpPr txBox="1"/>
          <p:nvPr/>
        </p:nvSpPr>
        <p:spPr>
          <a:xfrm>
            <a:off x="5639692" y="8492941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576" name="TextBox 575">
            <a:hlinkClick action="ppaction://hlinksldjump" r:id="rId39"/>
          </p:cNvPr>
          <p:cNvSpPr txBox="1"/>
          <p:nvPr/>
        </p:nvSpPr>
        <p:spPr>
          <a:xfrm>
            <a:off x="6673467" y="849294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577" name="TextBox 576">
            <a:hlinkClick action="ppaction://hlinksldjump" r:id="rId40"/>
          </p:cNvPr>
          <p:cNvSpPr txBox="1"/>
          <p:nvPr/>
        </p:nvSpPr>
        <p:spPr>
          <a:xfrm>
            <a:off x="4883943" y="861974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570703</a:t>
            </a:r>
          </a:p>
        </p:txBody>
      </p:sp>
      <p:sp>
        <p:nvSpPr>
          <p:cNvPr id="578" name="TextBox 577">
            <a:hlinkClick action="ppaction://hlinksldjump" r:id="rId40"/>
          </p:cNvPr>
          <p:cNvSpPr txBox="1"/>
          <p:nvPr/>
        </p:nvSpPr>
        <p:spPr>
          <a:xfrm>
            <a:off x="5639692" y="8619742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579" name="TextBox 578">
            <a:hlinkClick action="ppaction://hlinksldjump" r:id="rId40"/>
          </p:cNvPr>
          <p:cNvSpPr txBox="1"/>
          <p:nvPr/>
        </p:nvSpPr>
        <p:spPr>
          <a:xfrm>
            <a:off x="6663657" y="861974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580" name="TextBox 579">
            <a:hlinkClick action="ppaction://hlinksldjump" r:id="rId41"/>
          </p:cNvPr>
          <p:cNvSpPr txBox="1"/>
          <p:nvPr/>
        </p:nvSpPr>
        <p:spPr>
          <a:xfrm>
            <a:off x="4883943" y="8746544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570705</a:t>
            </a:r>
          </a:p>
        </p:txBody>
      </p:sp>
      <p:sp>
        <p:nvSpPr>
          <p:cNvPr id="581" name="TextBox 580">
            <a:hlinkClick action="ppaction://hlinksldjump" r:id="rId41"/>
          </p:cNvPr>
          <p:cNvSpPr txBox="1"/>
          <p:nvPr/>
        </p:nvSpPr>
        <p:spPr>
          <a:xfrm>
            <a:off x="5639692" y="8746544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582" name="TextBox 581">
            <a:hlinkClick action="ppaction://hlinksldjump" r:id="rId41"/>
          </p:cNvPr>
          <p:cNvSpPr txBox="1"/>
          <p:nvPr/>
        </p:nvSpPr>
        <p:spPr>
          <a:xfrm>
            <a:off x="6663657" y="874654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583" name="TextBox 582">
            <a:hlinkClick action="ppaction://hlinksldjump" r:id="rId40"/>
          </p:cNvPr>
          <p:cNvSpPr txBox="1"/>
          <p:nvPr/>
        </p:nvSpPr>
        <p:spPr>
          <a:xfrm>
            <a:off x="4883943" y="8873346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570707</a:t>
            </a:r>
          </a:p>
        </p:txBody>
      </p:sp>
      <p:sp>
        <p:nvSpPr>
          <p:cNvPr id="584" name="TextBox 583">
            <a:hlinkClick action="ppaction://hlinksldjump" r:id="rId40"/>
          </p:cNvPr>
          <p:cNvSpPr txBox="1"/>
          <p:nvPr/>
        </p:nvSpPr>
        <p:spPr>
          <a:xfrm>
            <a:off x="5639692" y="8873346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585" name="TextBox 584">
            <a:hlinkClick action="ppaction://hlinksldjump" r:id="rId40"/>
          </p:cNvPr>
          <p:cNvSpPr txBox="1"/>
          <p:nvPr/>
        </p:nvSpPr>
        <p:spPr>
          <a:xfrm>
            <a:off x="6663657" y="887334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586" name="TextBox 585">
            <a:hlinkClick action="ppaction://hlinksldjump" r:id="rId41"/>
          </p:cNvPr>
          <p:cNvSpPr txBox="1"/>
          <p:nvPr/>
        </p:nvSpPr>
        <p:spPr>
          <a:xfrm>
            <a:off x="4883943" y="900014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570709</a:t>
            </a:r>
          </a:p>
        </p:txBody>
      </p:sp>
      <p:sp>
        <p:nvSpPr>
          <p:cNvPr id="587" name="TextBox 586">
            <a:hlinkClick action="ppaction://hlinksldjump" r:id="rId41"/>
          </p:cNvPr>
          <p:cNvSpPr txBox="1"/>
          <p:nvPr/>
        </p:nvSpPr>
        <p:spPr>
          <a:xfrm>
            <a:off x="5639692" y="9000147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Coperchi per bicchieri</a:t>
            </a:r>
          </a:p>
        </p:txBody>
      </p:sp>
      <p:sp>
        <p:nvSpPr>
          <p:cNvPr id="588" name="TextBox 587">
            <a:hlinkClick action="ppaction://hlinksldjump" r:id="rId41"/>
          </p:cNvPr>
          <p:cNvSpPr txBox="1"/>
          <p:nvPr/>
        </p:nvSpPr>
        <p:spPr>
          <a:xfrm>
            <a:off x="6663657" y="900014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29</a:t>
            </a:r>
          </a:p>
        </p:txBody>
      </p:sp>
      <p:sp>
        <p:nvSpPr>
          <p:cNvPr id="589" name="TextBox 588">
            <a:hlinkClick action="ppaction://hlinksldjump" r:id="rId5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590" name="TextBox 589">
            <a:hlinkClick action="ppaction://hlinksldjump" r:id="rId6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91" name="TextBox 590">
            <a:hlinkClick action="ppaction://hlinksldjump" r:id="rId7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92" name="TextBox 591">
            <a:hlinkClick action="ppaction://hlinksldjump" r:id="rId8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93" name="TextBox 592">
            <a:hlinkClick action="ppaction://hlinksldjump" r:id="rId9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94" name="TextBox 593">
            <a:hlinkClick action="ppaction://hlinksldjump" r:id="rId10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95" name="TextBox 594">
            <a:hlinkClick action="ppaction://hlinksldjump" r:id="rId11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128</a:t>
            </a:r>
          </a:p>
        </p:txBody>
      </p:sp>
      <p:sp>
        <p:nvSpPr>
          <p:cNvPr id="597" name="TextBox 596">
            <a:hlinkClick action="ppaction://hlinksldjump" r:id="rId47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98" name="TextBox 597">
            <a:hlinkClick r:id="rId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600" name="TextBox 599">
            <a:hlinkClick r:id="rId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5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>
            <a:hlinkClick action="ppaction://hlinksldjump" r:id="rId6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>
            <a:hlinkClick action="ppaction://hlinksldjump" r:id="rId7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>
            <a:hlinkClick action="ppaction://hlinksldjump" r:id="rId8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>
            <a:hlinkClick action="ppaction://hlinksldjump" r:id="rId9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>
            <a:hlinkClick action="ppaction://hlinksldjump" r:id="rId10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>
            <a:hlinkClick action="ppaction://hlinksldjump" r:id="rId11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6855" y="321979"/>
            <a:ext cx="106973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INDICE DEI CODICI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948" y="747181"/>
            <a:ext cx="107509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INDICE DEI CODICI</a:t>
            </a:r>
          </a:p>
        </p:txBody>
      </p:sp>
      <p:sp>
        <p:nvSpPr>
          <p:cNvPr id="13" name="TextBox 12">
            <a:hlinkClick action="ppaction://hlinksldjump" r:id="rId12"/>
          </p:cNvPr>
          <p:cNvSpPr txBox="1"/>
          <p:nvPr/>
        </p:nvSpPr>
        <p:spPr>
          <a:xfrm>
            <a:off x="539948" y="1011649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570710</a:t>
            </a:r>
          </a:p>
        </p:txBody>
      </p:sp>
      <p:sp>
        <p:nvSpPr>
          <p:cNvPr id="14" name="TextBox 13">
            <a:hlinkClick action="ppaction://hlinksldjump" r:id="rId12"/>
          </p:cNvPr>
          <p:cNvSpPr txBox="1"/>
          <p:nvPr/>
        </p:nvSpPr>
        <p:spPr>
          <a:xfrm>
            <a:off x="1295697" y="1011649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per bevande</a:t>
            </a:r>
          </a:p>
        </p:txBody>
      </p:sp>
      <p:sp>
        <p:nvSpPr>
          <p:cNvPr id="15" name="TextBox 14">
            <a:hlinkClick action="ppaction://hlinksldjump" r:id="rId12"/>
          </p:cNvPr>
          <p:cNvSpPr txBox="1"/>
          <p:nvPr/>
        </p:nvSpPr>
        <p:spPr>
          <a:xfrm>
            <a:off x="2319661" y="101164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32</a:t>
            </a:r>
          </a:p>
        </p:txBody>
      </p:sp>
      <p:sp>
        <p:nvSpPr>
          <p:cNvPr id="16" name="TextBox 15">
            <a:hlinkClick action="ppaction://hlinksldjump" r:id="rId13"/>
          </p:cNvPr>
          <p:cNvSpPr txBox="1"/>
          <p:nvPr/>
        </p:nvSpPr>
        <p:spPr>
          <a:xfrm>
            <a:off x="539948" y="113845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571301</a:t>
            </a:r>
          </a:p>
        </p:txBody>
      </p:sp>
      <p:sp>
        <p:nvSpPr>
          <p:cNvPr id="17" name="TextBox 16">
            <a:hlinkClick action="ppaction://hlinksldjump" r:id="rId13"/>
          </p:cNvPr>
          <p:cNvSpPr txBox="1"/>
          <p:nvPr/>
        </p:nvSpPr>
        <p:spPr>
          <a:xfrm>
            <a:off x="1295697" y="1138450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18" name="TextBox 17">
            <a:hlinkClick action="ppaction://hlinksldjump" r:id="rId13"/>
          </p:cNvPr>
          <p:cNvSpPr txBox="1"/>
          <p:nvPr/>
        </p:nvSpPr>
        <p:spPr>
          <a:xfrm>
            <a:off x="2329472" y="113845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19" name="TextBox 18">
            <a:hlinkClick action="ppaction://hlinksldjump" r:id="rId13"/>
          </p:cNvPr>
          <p:cNvSpPr txBox="1"/>
          <p:nvPr/>
        </p:nvSpPr>
        <p:spPr>
          <a:xfrm>
            <a:off x="539948" y="1265252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571306</a:t>
            </a:r>
          </a:p>
        </p:txBody>
      </p:sp>
      <p:sp>
        <p:nvSpPr>
          <p:cNvPr id="20" name="TextBox 19">
            <a:hlinkClick action="ppaction://hlinksldjump" r:id="rId13"/>
          </p:cNvPr>
          <p:cNvSpPr txBox="1"/>
          <p:nvPr/>
        </p:nvSpPr>
        <p:spPr>
          <a:xfrm>
            <a:off x="1295697" y="1265252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21" name="TextBox 20">
            <a:hlinkClick action="ppaction://hlinksldjump" r:id="rId13"/>
          </p:cNvPr>
          <p:cNvSpPr txBox="1"/>
          <p:nvPr/>
        </p:nvSpPr>
        <p:spPr>
          <a:xfrm>
            <a:off x="2329472" y="1265252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22" name="TextBox 21">
            <a:hlinkClick action="ppaction://hlinksldjump" r:id="rId13"/>
          </p:cNvPr>
          <p:cNvSpPr txBox="1"/>
          <p:nvPr/>
        </p:nvSpPr>
        <p:spPr>
          <a:xfrm>
            <a:off x="539948" y="1392053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571307</a:t>
            </a:r>
          </a:p>
        </p:txBody>
      </p:sp>
      <p:sp>
        <p:nvSpPr>
          <p:cNvPr id="23" name="TextBox 22">
            <a:hlinkClick action="ppaction://hlinksldjump" r:id="rId13"/>
          </p:cNvPr>
          <p:cNvSpPr txBox="1"/>
          <p:nvPr/>
        </p:nvSpPr>
        <p:spPr>
          <a:xfrm>
            <a:off x="1295697" y="1392053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caffè</a:t>
            </a:r>
          </a:p>
        </p:txBody>
      </p:sp>
      <p:sp>
        <p:nvSpPr>
          <p:cNvPr id="24" name="TextBox 23">
            <a:hlinkClick action="ppaction://hlinksldjump" r:id="rId13"/>
          </p:cNvPr>
          <p:cNvSpPr txBox="1"/>
          <p:nvPr/>
        </p:nvSpPr>
        <p:spPr>
          <a:xfrm>
            <a:off x="2329472" y="1392053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31</a:t>
            </a:r>
          </a:p>
        </p:txBody>
      </p:sp>
      <p:sp>
        <p:nvSpPr>
          <p:cNvPr id="25" name="TextBox 24">
            <a:hlinkClick action="ppaction://hlinksldjump" r:id="rId14"/>
          </p:cNvPr>
          <p:cNvSpPr txBox="1"/>
          <p:nvPr/>
        </p:nvSpPr>
        <p:spPr>
          <a:xfrm>
            <a:off x="539948" y="1518855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580412</a:t>
            </a:r>
          </a:p>
        </p:txBody>
      </p:sp>
      <p:sp>
        <p:nvSpPr>
          <p:cNvPr id="26" name="TextBox 25">
            <a:hlinkClick action="ppaction://hlinksldjump" r:id="rId14"/>
          </p:cNvPr>
          <p:cNvSpPr txBox="1"/>
          <p:nvPr/>
        </p:nvSpPr>
        <p:spPr>
          <a:xfrm>
            <a:off x="1295697" y="1518855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27" name="TextBox 26">
            <a:hlinkClick action="ppaction://hlinksldjump" r:id="rId14"/>
          </p:cNvPr>
          <p:cNvSpPr txBox="1"/>
          <p:nvPr/>
        </p:nvSpPr>
        <p:spPr>
          <a:xfrm>
            <a:off x="2319661" y="151885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28" name="TextBox 27">
            <a:hlinkClick action="ppaction://hlinksldjump" r:id="rId15"/>
          </p:cNvPr>
          <p:cNvSpPr txBox="1"/>
          <p:nvPr/>
        </p:nvSpPr>
        <p:spPr>
          <a:xfrm>
            <a:off x="539948" y="164565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580413</a:t>
            </a:r>
          </a:p>
        </p:txBody>
      </p:sp>
      <p:sp>
        <p:nvSpPr>
          <p:cNvPr id="29" name="TextBox 28">
            <a:hlinkClick action="ppaction://hlinksldjump" r:id="rId15"/>
          </p:cNvPr>
          <p:cNvSpPr txBox="1"/>
          <p:nvPr/>
        </p:nvSpPr>
        <p:spPr>
          <a:xfrm>
            <a:off x="1295697" y="1645657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dessert</a:t>
            </a:r>
          </a:p>
        </p:txBody>
      </p:sp>
      <p:sp>
        <p:nvSpPr>
          <p:cNvPr id="30" name="TextBox 29">
            <a:hlinkClick action="ppaction://hlinksldjump" r:id="rId15"/>
          </p:cNvPr>
          <p:cNvSpPr txBox="1"/>
          <p:nvPr/>
        </p:nvSpPr>
        <p:spPr>
          <a:xfrm>
            <a:off x="2309851" y="164565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31" name="TextBox 30">
            <a:hlinkClick action="ppaction://hlinksldjump" r:id="rId16"/>
          </p:cNvPr>
          <p:cNvSpPr txBox="1"/>
          <p:nvPr/>
        </p:nvSpPr>
        <p:spPr>
          <a:xfrm>
            <a:off x="539948" y="1772458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580416</a:t>
            </a:r>
          </a:p>
        </p:txBody>
      </p:sp>
      <p:sp>
        <p:nvSpPr>
          <p:cNvPr id="32" name="TextBox 31">
            <a:hlinkClick action="ppaction://hlinksldjump" r:id="rId16"/>
          </p:cNvPr>
          <p:cNvSpPr txBox="1"/>
          <p:nvPr/>
        </p:nvSpPr>
        <p:spPr>
          <a:xfrm>
            <a:off x="1295697" y="1772458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fondi Classic</a:t>
            </a:r>
          </a:p>
        </p:txBody>
      </p:sp>
      <p:sp>
        <p:nvSpPr>
          <p:cNvPr id="33" name="TextBox 32">
            <a:hlinkClick action="ppaction://hlinksldjump" r:id="rId16"/>
          </p:cNvPr>
          <p:cNvSpPr txBox="1"/>
          <p:nvPr/>
        </p:nvSpPr>
        <p:spPr>
          <a:xfrm>
            <a:off x="2329472" y="177245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16</a:t>
            </a:r>
          </a:p>
        </p:txBody>
      </p:sp>
      <p:sp>
        <p:nvSpPr>
          <p:cNvPr id="34" name="TextBox 33">
            <a:hlinkClick action="ppaction://hlinksldjump" r:id="rId14"/>
          </p:cNvPr>
          <p:cNvSpPr txBox="1"/>
          <p:nvPr/>
        </p:nvSpPr>
        <p:spPr>
          <a:xfrm>
            <a:off x="539948" y="189926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580417</a:t>
            </a:r>
          </a:p>
        </p:txBody>
      </p:sp>
      <p:sp>
        <p:nvSpPr>
          <p:cNvPr id="35" name="TextBox 34">
            <a:hlinkClick action="ppaction://hlinksldjump" r:id="rId14"/>
          </p:cNvPr>
          <p:cNvSpPr txBox="1"/>
          <p:nvPr/>
        </p:nvSpPr>
        <p:spPr>
          <a:xfrm>
            <a:off x="1295697" y="1899260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36" name="TextBox 35">
            <a:hlinkClick action="ppaction://hlinksldjump" r:id="rId14"/>
          </p:cNvPr>
          <p:cNvSpPr txBox="1"/>
          <p:nvPr/>
        </p:nvSpPr>
        <p:spPr>
          <a:xfrm>
            <a:off x="2319661" y="189926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37" name="TextBox 36">
            <a:hlinkClick action="ppaction://hlinksldjump" r:id="rId17"/>
          </p:cNvPr>
          <p:cNvSpPr txBox="1"/>
          <p:nvPr/>
        </p:nvSpPr>
        <p:spPr>
          <a:xfrm>
            <a:off x="539948" y="202606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590001</a:t>
            </a:r>
          </a:p>
        </p:txBody>
      </p:sp>
      <p:sp>
        <p:nvSpPr>
          <p:cNvPr id="38" name="TextBox 37">
            <a:hlinkClick action="ppaction://hlinksldjump" r:id="rId17"/>
          </p:cNvPr>
          <p:cNvSpPr txBox="1"/>
          <p:nvPr/>
        </p:nvSpPr>
        <p:spPr>
          <a:xfrm>
            <a:off x="1295697" y="2026061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rettangolari</a:t>
            </a:r>
          </a:p>
        </p:txBody>
      </p:sp>
      <p:sp>
        <p:nvSpPr>
          <p:cNvPr id="39" name="TextBox 38">
            <a:hlinkClick action="ppaction://hlinksldjump" r:id="rId17"/>
          </p:cNvPr>
          <p:cNvSpPr txBox="1"/>
          <p:nvPr/>
        </p:nvSpPr>
        <p:spPr>
          <a:xfrm>
            <a:off x="2309851" y="202606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49</a:t>
            </a:r>
          </a:p>
        </p:txBody>
      </p:sp>
      <p:sp>
        <p:nvSpPr>
          <p:cNvPr id="40" name="TextBox 39">
            <a:hlinkClick action="ppaction://hlinksldjump" r:id="rId17"/>
          </p:cNvPr>
          <p:cNvSpPr txBox="1"/>
          <p:nvPr/>
        </p:nvSpPr>
        <p:spPr>
          <a:xfrm>
            <a:off x="539948" y="2152863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590002</a:t>
            </a:r>
          </a:p>
        </p:txBody>
      </p:sp>
      <p:sp>
        <p:nvSpPr>
          <p:cNvPr id="41" name="TextBox 40">
            <a:hlinkClick action="ppaction://hlinksldjump" r:id="rId17"/>
          </p:cNvPr>
          <p:cNvSpPr txBox="1"/>
          <p:nvPr/>
        </p:nvSpPr>
        <p:spPr>
          <a:xfrm>
            <a:off x="1295697" y="2152863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rettangolari</a:t>
            </a:r>
          </a:p>
        </p:txBody>
      </p:sp>
      <p:sp>
        <p:nvSpPr>
          <p:cNvPr id="42" name="TextBox 41">
            <a:hlinkClick action="ppaction://hlinksldjump" r:id="rId17"/>
          </p:cNvPr>
          <p:cNvSpPr txBox="1"/>
          <p:nvPr/>
        </p:nvSpPr>
        <p:spPr>
          <a:xfrm>
            <a:off x="2309851" y="215286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49</a:t>
            </a:r>
          </a:p>
        </p:txBody>
      </p:sp>
      <p:sp>
        <p:nvSpPr>
          <p:cNvPr id="43" name="TextBox 42">
            <a:hlinkClick action="ppaction://hlinksldjump" r:id="rId17"/>
          </p:cNvPr>
          <p:cNvSpPr txBox="1"/>
          <p:nvPr/>
        </p:nvSpPr>
        <p:spPr>
          <a:xfrm>
            <a:off x="539948" y="2279664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590003</a:t>
            </a:r>
          </a:p>
        </p:txBody>
      </p:sp>
      <p:sp>
        <p:nvSpPr>
          <p:cNvPr id="44" name="TextBox 43">
            <a:hlinkClick action="ppaction://hlinksldjump" r:id="rId17"/>
          </p:cNvPr>
          <p:cNvSpPr txBox="1"/>
          <p:nvPr/>
        </p:nvSpPr>
        <p:spPr>
          <a:xfrm>
            <a:off x="1295697" y="2279664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rettangolari</a:t>
            </a:r>
          </a:p>
        </p:txBody>
      </p:sp>
      <p:sp>
        <p:nvSpPr>
          <p:cNvPr id="45" name="TextBox 44">
            <a:hlinkClick action="ppaction://hlinksldjump" r:id="rId17"/>
          </p:cNvPr>
          <p:cNvSpPr txBox="1"/>
          <p:nvPr/>
        </p:nvSpPr>
        <p:spPr>
          <a:xfrm>
            <a:off x="2309851" y="227966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49</a:t>
            </a:r>
          </a:p>
        </p:txBody>
      </p:sp>
      <p:sp>
        <p:nvSpPr>
          <p:cNvPr id="46" name="TextBox 45">
            <a:hlinkClick action="ppaction://hlinksldjump" r:id="rId18"/>
          </p:cNvPr>
          <p:cNvSpPr txBox="1"/>
          <p:nvPr/>
        </p:nvSpPr>
        <p:spPr>
          <a:xfrm>
            <a:off x="539948" y="2406466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590006</a:t>
            </a:r>
          </a:p>
        </p:txBody>
      </p:sp>
      <p:sp>
        <p:nvSpPr>
          <p:cNvPr id="47" name="TextBox 46">
            <a:hlinkClick action="ppaction://hlinksldjump" r:id="rId18"/>
          </p:cNvPr>
          <p:cNvSpPr txBox="1"/>
          <p:nvPr/>
        </p:nvSpPr>
        <p:spPr>
          <a:xfrm>
            <a:off x="1295697" y="2406466"/>
            <a:ext cx="72896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Magic</a:t>
            </a:r>
          </a:p>
        </p:txBody>
      </p:sp>
      <p:sp>
        <p:nvSpPr>
          <p:cNvPr id="48" name="TextBox 47">
            <a:hlinkClick action="ppaction://hlinksldjump" r:id="rId18"/>
          </p:cNvPr>
          <p:cNvSpPr txBox="1"/>
          <p:nvPr/>
        </p:nvSpPr>
        <p:spPr>
          <a:xfrm>
            <a:off x="2319661" y="240646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50</a:t>
            </a:r>
          </a:p>
        </p:txBody>
      </p:sp>
      <p:sp>
        <p:nvSpPr>
          <p:cNvPr id="49" name="TextBox 48">
            <a:hlinkClick action="ppaction://hlinksldjump" r:id="rId18"/>
          </p:cNvPr>
          <p:cNvSpPr txBox="1"/>
          <p:nvPr/>
        </p:nvSpPr>
        <p:spPr>
          <a:xfrm>
            <a:off x="539948" y="253326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590007</a:t>
            </a:r>
          </a:p>
        </p:txBody>
      </p:sp>
      <p:sp>
        <p:nvSpPr>
          <p:cNvPr id="50" name="TextBox 49">
            <a:hlinkClick action="ppaction://hlinksldjump" r:id="rId18"/>
          </p:cNvPr>
          <p:cNvSpPr txBox="1"/>
          <p:nvPr/>
        </p:nvSpPr>
        <p:spPr>
          <a:xfrm>
            <a:off x="1295697" y="2533267"/>
            <a:ext cx="72896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Magic</a:t>
            </a:r>
          </a:p>
        </p:txBody>
      </p:sp>
      <p:sp>
        <p:nvSpPr>
          <p:cNvPr id="51" name="TextBox 50">
            <a:hlinkClick action="ppaction://hlinksldjump" r:id="rId18"/>
          </p:cNvPr>
          <p:cNvSpPr txBox="1"/>
          <p:nvPr/>
        </p:nvSpPr>
        <p:spPr>
          <a:xfrm>
            <a:off x="2319661" y="253326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50</a:t>
            </a:r>
          </a:p>
        </p:txBody>
      </p:sp>
      <p:sp>
        <p:nvSpPr>
          <p:cNvPr id="52" name="TextBox 51">
            <a:hlinkClick action="ppaction://hlinksldjump" r:id="rId19"/>
          </p:cNvPr>
          <p:cNvSpPr txBox="1"/>
          <p:nvPr/>
        </p:nvSpPr>
        <p:spPr>
          <a:xfrm>
            <a:off x="539948" y="2660069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590011</a:t>
            </a:r>
          </a:p>
        </p:txBody>
      </p:sp>
      <p:sp>
        <p:nvSpPr>
          <p:cNvPr id="53" name="TextBox 52">
            <a:hlinkClick action="ppaction://hlinksldjump" r:id="rId19"/>
          </p:cNvPr>
          <p:cNvSpPr txBox="1"/>
          <p:nvPr/>
        </p:nvSpPr>
        <p:spPr>
          <a:xfrm>
            <a:off x="1295697" y="2660069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Quadr Hot</a:t>
            </a:r>
          </a:p>
        </p:txBody>
      </p:sp>
      <p:sp>
        <p:nvSpPr>
          <p:cNvPr id="54" name="TextBox 53">
            <a:hlinkClick action="ppaction://hlinksldjump" r:id="rId19"/>
          </p:cNvPr>
          <p:cNvSpPr txBox="1"/>
          <p:nvPr/>
        </p:nvSpPr>
        <p:spPr>
          <a:xfrm>
            <a:off x="2309851" y="266006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48</a:t>
            </a:r>
          </a:p>
        </p:txBody>
      </p:sp>
      <p:sp>
        <p:nvSpPr>
          <p:cNvPr id="55" name="TextBox 54">
            <a:hlinkClick action="ppaction://hlinksldjump" r:id="rId19"/>
          </p:cNvPr>
          <p:cNvSpPr txBox="1"/>
          <p:nvPr/>
        </p:nvSpPr>
        <p:spPr>
          <a:xfrm>
            <a:off x="539948" y="2786871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590012</a:t>
            </a:r>
          </a:p>
        </p:txBody>
      </p:sp>
      <p:sp>
        <p:nvSpPr>
          <p:cNvPr id="56" name="TextBox 55">
            <a:hlinkClick action="ppaction://hlinksldjump" r:id="rId19"/>
          </p:cNvPr>
          <p:cNvSpPr txBox="1"/>
          <p:nvPr/>
        </p:nvSpPr>
        <p:spPr>
          <a:xfrm>
            <a:off x="1295697" y="2786871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Quadr Hot</a:t>
            </a:r>
          </a:p>
        </p:txBody>
      </p:sp>
      <p:sp>
        <p:nvSpPr>
          <p:cNvPr id="57" name="TextBox 56">
            <a:hlinkClick action="ppaction://hlinksldjump" r:id="rId19"/>
          </p:cNvPr>
          <p:cNvSpPr txBox="1"/>
          <p:nvPr/>
        </p:nvSpPr>
        <p:spPr>
          <a:xfrm>
            <a:off x="2309851" y="278687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48</a:t>
            </a:r>
          </a:p>
        </p:txBody>
      </p:sp>
      <p:sp>
        <p:nvSpPr>
          <p:cNvPr id="58" name="TextBox 57">
            <a:hlinkClick action="ppaction://hlinksldjump" r:id="rId19"/>
          </p:cNvPr>
          <p:cNvSpPr txBox="1"/>
          <p:nvPr/>
        </p:nvSpPr>
        <p:spPr>
          <a:xfrm>
            <a:off x="539948" y="291367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590013</a:t>
            </a:r>
          </a:p>
        </p:txBody>
      </p:sp>
      <p:sp>
        <p:nvSpPr>
          <p:cNvPr id="59" name="TextBox 58">
            <a:hlinkClick action="ppaction://hlinksldjump" r:id="rId19"/>
          </p:cNvPr>
          <p:cNvSpPr txBox="1"/>
          <p:nvPr/>
        </p:nvSpPr>
        <p:spPr>
          <a:xfrm>
            <a:off x="1295697" y="2913672"/>
            <a:ext cx="62104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Quadr Hot</a:t>
            </a:r>
          </a:p>
        </p:txBody>
      </p:sp>
      <p:sp>
        <p:nvSpPr>
          <p:cNvPr id="60" name="TextBox 59">
            <a:hlinkClick action="ppaction://hlinksldjump" r:id="rId19"/>
          </p:cNvPr>
          <p:cNvSpPr txBox="1"/>
          <p:nvPr/>
        </p:nvSpPr>
        <p:spPr>
          <a:xfrm>
            <a:off x="2309851" y="291367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48</a:t>
            </a:r>
          </a:p>
        </p:txBody>
      </p:sp>
      <p:sp>
        <p:nvSpPr>
          <p:cNvPr id="61" name="TextBox 60">
            <a:hlinkClick action="ppaction://hlinksldjump" r:id="rId20"/>
          </p:cNvPr>
          <p:cNvSpPr txBox="1"/>
          <p:nvPr/>
        </p:nvSpPr>
        <p:spPr>
          <a:xfrm>
            <a:off x="539948" y="3040474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590021</a:t>
            </a:r>
          </a:p>
        </p:txBody>
      </p:sp>
      <p:sp>
        <p:nvSpPr>
          <p:cNvPr id="62" name="TextBox 61">
            <a:hlinkClick action="ppaction://hlinksldjump" r:id="rId20"/>
          </p:cNvPr>
          <p:cNvSpPr txBox="1"/>
          <p:nvPr/>
        </p:nvSpPr>
        <p:spPr>
          <a:xfrm>
            <a:off x="1295697" y="3040474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Quadr</a:t>
            </a:r>
          </a:p>
        </p:txBody>
      </p:sp>
      <p:sp>
        <p:nvSpPr>
          <p:cNvPr id="63" name="TextBox 62">
            <a:hlinkClick action="ppaction://hlinksldjump" r:id="rId20"/>
          </p:cNvPr>
          <p:cNvSpPr txBox="1"/>
          <p:nvPr/>
        </p:nvSpPr>
        <p:spPr>
          <a:xfrm>
            <a:off x="2329472" y="3040474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</a:t>
            </a:r>
          </a:p>
        </p:txBody>
      </p:sp>
      <p:sp>
        <p:nvSpPr>
          <p:cNvPr id="64" name="TextBox 63">
            <a:hlinkClick action="ppaction://hlinksldjump" r:id="rId20"/>
          </p:cNvPr>
          <p:cNvSpPr txBox="1"/>
          <p:nvPr/>
        </p:nvSpPr>
        <p:spPr>
          <a:xfrm>
            <a:off x="539948" y="316727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590022</a:t>
            </a:r>
          </a:p>
        </p:txBody>
      </p:sp>
      <p:sp>
        <p:nvSpPr>
          <p:cNvPr id="65" name="TextBox 64">
            <a:hlinkClick action="ppaction://hlinksldjump" r:id="rId20"/>
          </p:cNvPr>
          <p:cNvSpPr txBox="1"/>
          <p:nvPr/>
        </p:nvSpPr>
        <p:spPr>
          <a:xfrm>
            <a:off x="1295697" y="3167275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Quadr</a:t>
            </a:r>
          </a:p>
        </p:txBody>
      </p:sp>
      <p:sp>
        <p:nvSpPr>
          <p:cNvPr id="66" name="TextBox 65">
            <a:hlinkClick action="ppaction://hlinksldjump" r:id="rId20"/>
          </p:cNvPr>
          <p:cNvSpPr txBox="1"/>
          <p:nvPr/>
        </p:nvSpPr>
        <p:spPr>
          <a:xfrm>
            <a:off x="2329472" y="3167275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</a:t>
            </a:r>
          </a:p>
        </p:txBody>
      </p:sp>
      <p:sp>
        <p:nvSpPr>
          <p:cNvPr id="67" name="TextBox 66">
            <a:hlinkClick action="ppaction://hlinksldjump" r:id="rId20"/>
          </p:cNvPr>
          <p:cNvSpPr txBox="1"/>
          <p:nvPr/>
        </p:nvSpPr>
        <p:spPr>
          <a:xfrm>
            <a:off x="539948" y="329407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590023</a:t>
            </a:r>
          </a:p>
        </p:txBody>
      </p:sp>
      <p:sp>
        <p:nvSpPr>
          <p:cNvPr id="68" name="TextBox 67">
            <a:hlinkClick action="ppaction://hlinksldjump" r:id="rId20"/>
          </p:cNvPr>
          <p:cNvSpPr txBox="1"/>
          <p:nvPr/>
        </p:nvSpPr>
        <p:spPr>
          <a:xfrm>
            <a:off x="1295697" y="3294077"/>
            <a:ext cx="70934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Vaschette Quadr</a:t>
            </a:r>
          </a:p>
        </p:txBody>
      </p:sp>
      <p:sp>
        <p:nvSpPr>
          <p:cNvPr id="69" name="TextBox 68">
            <a:hlinkClick action="ppaction://hlinksldjump" r:id="rId20"/>
          </p:cNvPr>
          <p:cNvSpPr txBox="1"/>
          <p:nvPr/>
        </p:nvSpPr>
        <p:spPr>
          <a:xfrm>
            <a:off x="2329472" y="329407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52</a:t>
            </a:r>
          </a:p>
        </p:txBody>
      </p:sp>
      <p:sp>
        <p:nvSpPr>
          <p:cNvPr id="70" name="TextBox 69">
            <a:hlinkClick action="ppaction://hlinksldjump" r:id="rId17"/>
          </p:cNvPr>
          <p:cNvSpPr txBox="1"/>
          <p:nvPr/>
        </p:nvSpPr>
        <p:spPr>
          <a:xfrm>
            <a:off x="539948" y="342087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590102</a:t>
            </a:r>
          </a:p>
        </p:txBody>
      </p:sp>
      <p:sp>
        <p:nvSpPr>
          <p:cNvPr id="71" name="TextBox 70">
            <a:hlinkClick action="ppaction://hlinksldjump" r:id="rId17"/>
          </p:cNvPr>
          <p:cNvSpPr txBox="1"/>
          <p:nvPr/>
        </p:nvSpPr>
        <p:spPr>
          <a:xfrm>
            <a:off x="1295697" y="3420878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rotondi</a:t>
            </a:r>
          </a:p>
        </p:txBody>
      </p:sp>
      <p:sp>
        <p:nvSpPr>
          <p:cNvPr id="72" name="TextBox 71">
            <a:hlinkClick action="ppaction://hlinksldjump" r:id="rId17"/>
          </p:cNvPr>
          <p:cNvSpPr txBox="1"/>
          <p:nvPr/>
        </p:nvSpPr>
        <p:spPr>
          <a:xfrm>
            <a:off x="2309851" y="342087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49</a:t>
            </a:r>
          </a:p>
        </p:txBody>
      </p:sp>
      <p:sp>
        <p:nvSpPr>
          <p:cNvPr id="73" name="TextBox 72">
            <a:hlinkClick action="ppaction://hlinksldjump" r:id="rId17"/>
          </p:cNvPr>
          <p:cNvSpPr txBox="1"/>
          <p:nvPr/>
        </p:nvSpPr>
        <p:spPr>
          <a:xfrm>
            <a:off x="539948" y="354768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590103</a:t>
            </a:r>
          </a:p>
        </p:txBody>
      </p:sp>
      <p:sp>
        <p:nvSpPr>
          <p:cNvPr id="74" name="TextBox 73">
            <a:hlinkClick action="ppaction://hlinksldjump" r:id="rId17"/>
          </p:cNvPr>
          <p:cNvSpPr txBox="1"/>
          <p:nvPr/>
        </p:nvSpPr>
        <p:spPr>
          <a:xfrm>
            <a:off x="1295697" y="3547680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rotondi</a:t>
            </a:r>
          </a:p>
        </p:txBody>
      </p:sp>
      <p:sp>
        <p:nvSpPr>
          <p:cNvPr id="75" name="TextBox 74">
            <a:hlinkClick action="ppaction://hlinksldjump" r:id="rId17"/>
          </p:cNvPr>
          <p:cNvSpPr txBox="1"/>
          <p:nvPr/>
        </p:nvSpPr>
        <p:spPr>
          <a:xfrm>
            <a:off x="2309851" y="354768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49</a:t>
            </a:r>
          </a:p>
        </p:txBody>
      </p:sp>
      <p:sp>
        <p:nvSpPr>
          <p:cNvPr id="76" name="TextBox 75">
            <a:hlinkClick action="ppaction://hlinksldjump" r:id="rId17"/>
          </p:cNvPr>
          <p:cNvSpPr txBox="1"/>
          <p:nvPr/>
        </p:nvSpPr>
        <p:spPr>
          <a:xfrm>
            <a:off x="539948" y="367448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590104</a:t>
            </a:r>
          </a:p>
        </p:txBody>
      </p:sp>
      <p:sp>
        <p:nvSpPr>
          <p:cNvPr id="77" name="TextBox 76">
            <a:hlinkClick action="ppaction://hlinksldjump" r:id="rId17"/>
          </p:cNvPr>
          <p:cNvSpPr txBox="1"/>
          <p:nvPr/>
        </p:nvSpPr>
        <p:spPr>
          <a:xfrm>
            <a:off x="1295697" y="3674482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rotondi</a:t>
            </a:r>
          </a:p>
        </p:txBody>
      </p:sp>
      <p:sp>
        <p:nvSpPr>
          <p:cNvPr id="78" name="TextBox 77">
            <a:hlinkClick action="ppaction://hlinksldjump" r:id="rId17"/>
          </p:cNvPr>
          <p:cNvSpPr txBox="1"/>
          <p:nvPr/>
        </p:nvSpPr>
        <p:spPr>
          <a:xfrm>
            <a:off x="2309851" y="367448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49</a:t>
            </a:r>
          </a:p>
        </p:txBody>
      </p:sp>
      <p:sp>
        <p:nvSpPr>
          <p:cNvPr id="79" name="TextBox 78">
            <a:hlinkClick action="ppaction://hlinksldjump" r:id="rId21"/>
          </p:cNvPr>
          <p:cNvSpPr txBox="1"/>
          <p:nvPr/>
        </p:nvSpPr>
        <p:spPr>
          <a:xfrm>
            <a:off x="539948" y="3801283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590201</a:t>
            </a:r>
          </a:p>
        </p:txBody>
      </p:sp>
      <p:sp>
        <p:nvSpPr>
          <p:cNvPr id="80" name="TextBox 79">
            <a:hlinkClick action="ppaction://hlinksldjump" r:id="rId21"/>
          </p:cNvPr>
          <p:cNvSpPr txBox="1"/>
          <p:nvPr/>
        </p:nvSpPr>
        <p:spPr>
          <a:xfrm>
            <a:off x="1295697" y="3801283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pieghevoli ampi</a:t>
            </a:r>
          </a:p>
        </p:txBody>
      </p:sp>
      <p:sp>
        <p:nvSpPr>
          <p:cNvPr id="81" name="TextBox 80">
            <a:hlinkClick action="ppaction://hlinksldjump" r:id="rId21"/>
          </p:cNvPr>
          <p:cNvSpPr txBox="1"/>
          <p:nvPr/>
        </p:nvSpPr>
        <p:spPr>
          <a:xfrm>
            <a:off x="2309851" y="380128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46</a:t>
            </a:r>
          </a:p>
        </p:txBody>
      </p:sp>
      <p:sp>
        <p:nvSpPr>
          <p:cNvPr id="82" name="TextBox 81">
            <a:hlinkClick action="ppaction://hlinksldjump" r:id="rId19"/>
          </p:cNvPr>
          <p:cNvSpPr txBox="1"/>
          <p:nvPr/>
        </p:nvSpPr>
        <p:spPr>
          <a:xfrm>
            <a:off x="539948" y="392808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590202</a:t>
            </a:r>
          </a:p>
        </p:txBody>
      </p:sp>
      <p:sp>
        <p:nvSpPr>
          <p:cNvPr id="83" name="TextBox 82">
            <a:hlinkClick action="ppaction://hlinksldjump" r:id="rId19"/>
          </p:cNvPr>
          <p:cNvSpPr txBox="1"/>
          <p:nvPr/>
        </p:nvSpPr>
        <p:spPr>
          <a:xfrm>
            <a:off x="1295697" y="3928085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pieghevoli</a:t>
            </a:r>
          </a:p>
        </p:txBody>
      </p:sp>
      <p:sp>
        <p:nvSpPr>
          <p:cNvPr id="84" name="TextBox 83">
            <a:hlinkClick action="ppaction://hlinksldjump" r:id="rId19"/>
          </p:cNvPr>
          <p:cNvSpPr txBox="1"/>
          <p:nvPr/>
        </p:nvSpPr>
        <p:spPr>
          <a:xfrm>
            <a:off x="2309851" y="392808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48</a:t>
            </a:r>
          </a:p>
        </p:txBody>
      </p:sp>
      <p:sp>
        <p:nvSpPr>
          <p:cNvPr id="85" name="TextBox 84">
            <a:hlinkClick action="ppaction://hlinksldjump" r:id="rId19"/>
          </p:cNvPr>
          <p:cNvSpPr txBox="1"/>
          <p:nvPr/>
        </p:nvSpPr>
        <p:spPr>
          <a:xfrm>
            <a:off x="539948" y="4054886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590203</a:t>
            </a:r>
          </a:p>
        </p:txBody>
      </p:sp>
      <p:sp>
        <p:nvSpPr>
          <p:cNvPr id="86" name="TextBox 85">
            <a:hlinkClick action="ppaction://hlinksldjump" r:id="rId19"/>
          </p:cNvPr>
          <p:cNvSpPr txBox="1"/>
          <p:nvPr/>
        </p:nvSpPr>
        <p:spPr>
          <a:xfrm>
            <a:off x="1295697" y="4054886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pieghevoli</a:t>
            </a:r>
          </a:p>
        </p:txBody>
      </p:sp>
      <p:sp>
        <p:nvSpPr>
          <p:cNvPr id="87" name="TextBox 86">
            <a:hlinkClick action="ppaction://hlinksldjump" r:id="rId19"/>
          </p:cNvPr>
          <p:cNvSpPr txBox="1"/>
          <p:nvPr/>
        </p:nvSpPr>
        <p:spPr>
          <a:xfrm>
            <a:off x="2309851" y="405488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48</a:t>
            </a:r>
          </a:p>
        </p:txBody>
      </p:sp>
      <p:sp>
        <p:nvSpPr>
          <p:cNvPr id="88" name="TextBox 87">
            <a:hlinkClick action="ppaction://hlinksldjump" r:id="rId19"/>
          </p:cNvPr>
          <p:cNvSpPr txBox="1"/>
          <p:nvPr/>
        </p:nvSpPr>
        <p:spPr>
          <a:xfrm>
            <a:off x="539948" y="4181688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590204</a:t>
            </a:r>
          </a:p>
        </p:txBody>
      </p:sp>
      <p:sp>
        <p:nvSpPr>
          <p:cNvPr id="89" name="TextBox 88">
            <a:hlinkClick action="ppaction://hlinksldjump" r:id="rId19"/>
          </p:cNvPr>
          <p:cNvSpPr txBox="1"/>
          <p:nvPr/>
        </p:nvSpPr>
        <p:spPr>
          <a:xfrm>
            <a:off x="1295697" y="4181688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pieghevoli</a:t>
            </a:r>
          </a:p>
        </p:txBody>
      </p:sp>
      <p:sp>
        <p:nvSpPr>
          <p:cNvPr id="90" name="TextBox 89">
            <a:hlinkClick action="ppaction://hlinksldjump" r:id="rId19"/>
          </p:cNvPr>
          <p:cNvSpPr txBox="1"/>
          <p:nvPr/>
        </p:nvSpPr>
        <p:spPr>
          <a:xfrm>
            <a:off x="2309851" y="418168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48</a:t>
            </a:r>
          </a:p>
        </p:txBody>
      </p:sp>
      <p:sp>
        <p:nvSpPr>
          <p:cNvPr id="91" name="TextBox 90">
            <a:hlinkClick action="ppaction://hlinksldjump" r:id="rId19"/>
          </p:cNvPr>
          <p:cNvSpPr txBox="1"/>
          <p:nvPr/>
        </p:nvSpPr>
        <p:spPr>
          <a:xfrm>
            <a:off x="539948" y="4308489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590205</a:t>
            </a:r>
          </a:p>
        </p:txBody>
      </p:sp>
      <p:sp>
        <p:nvSpPr>
          <p:cNvPr id="92" name="TextBox 91">
            <a:hlinkClick action="ppaction://hlinksldjump" r:id="rId19"/>
          </p:cNvPr>
          <p:cNvSpPr txBox="1"/>
          <p:nvPr/>
        </p:nvSpPr>
        <p:spPr>
          <a:xfrm>
            <a:off x="1295697" y="4308489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pieghevoli</a:t>
            </a:r>
          </a:p>
        </p:txBody>
      </p:sp>
      <p:sp>
        <p:nvSpPr>
          <p:cNvPr id="93" name="TextBox 92">
            <a:hlinkClick action="ppaction://hlinksldjump" r:id="rId19"/>
          </p:cNvPr>
          <p:cNvSpPr txBox="1"/>
          <p:nvPr/>
        </p:nvSpPr>
        <p:spPr>
          <a:xfrm>
            <a:off x="2309851" y="430848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48</a:t>
            </a:r>
          </a:p>
        </p:txBody>
      </p:sp>
      <p:sp>
        <p:nvSpPr>
          <p:cNvPr id="94" name="TextBox 93">
            <a:hlinkClick action="ppaction://hlinksldjump" r:id="rId21"/>
          </p:cNvPr>
          <p:cNvSpPr txBox="1"/>
          <p:nvPr/>
        </p:nvSpPr>
        <p:spPr>
          <a:xfrm>
            <a:off x="539948" y="4435291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590401</a:t>
            </a:r>
          </a:p>
        </p:txBody>
      </p:sp>
      <p:sp>
        <p:nvSpPr>
          <p:cNvPr id="95" name="TextBox 94">
            <a:hlinkClick action="ppaction://hlinksldjump" r:id="rId21"/>
          </p:cNvPr>
          <p:cNvSpPr txBox="1"/>
          <p:nvPr/>
        </p:nvSpPr>
        <p:spPr>
          <a:xfrm>
            <a:off x="1295697" y="4435291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bianche</a:t>
            </a:r>
          </a:p>
        </p:txBody>
      </p:sp>
      <p:sp>
        <p:nvSpPr>
          <p:cNvPr id="96" name="TextBox 95">
            <a:hlinkClick action="ppaction://hlinksldjump" r:id="rId21"/>
          </p:cNvPr>
          <p:cNvSpPr txBox="1"/>
          <p:nvPr/>
        </p:nvSpPr>
        <p:spPr>
          <a:xfrm>
            <a:off x="2309851" y="443529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46</a:t>
            </a:r>
          </a:p>
        </p:txBody>
      </p:sp>
      <p:sp>
        <p:nvSpPr>
          <p:cNvPr id="97" name="TextBox 96">
            <a:hlinkClick action="ppaction://hlinksldjump" r:id="rId21"/>
          </p:cNvPr>
          <p:cNvSpPr txBox="1"/>
          <p:nvPr/>
        </p:nvSpPr>
        <p:spPr>
          <a:xfrm>
            <a:off x="539948" y="456209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590402</a:t>
            </a:r>
          </a:p>
        </p:txBody>
      </p:sp>
      <p:sp>
        <p:nvSpPr>
          <p:cNvPr id="98" name="TextBox 97">
            <a:hlinkClick action="ppaction://hlinksldjump" r:id="rId21"/>
          </p:cNvPr>
          <p:cNvSpPr txBox="1"/>
          <p:nvPr/>
        </p:nvSpPr>
        <p:spPr>
          <a:xfrm>
            <a:off x="1295697" y="4562092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bianche</a:t>
            </a:r>
          </a:p>
        </p:txBody>
      </p:sp>
      <p:sp>
        <p:nvSpPr>
          <p:cNvPr id="99" name="TextBox 98">
            <a:hlinkClick action="ppaction://hlinksldjump" r:id="rId21"/>
          </p:cNvPr>
          <p:cNvSpPr txBox="1"/>
          <p:nvPr/>
        </p:nvSpPr>
        <p:spPr>
          <a:xfrm>
            <a:off x="2309851" y="456209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46</a:t>
            </a:r>
          </a:p>
        </p:txBody>
      </p:sp>
      <p:sp>
        <p:nvSpPr>
          <p:cNvPr id="100" name="TextBox 99">
            <a:hlinkClick action="ppaction://hlinksldjump" r:id="rId21"/>
          </p:cNvPr>
          <p:cNvSpPr txBox="1"/>
          <p:nvPr/>
        </p:nvSpPr>
        <p:spPr>
          <a:xfrm>
            <a:off x="539948" y="4688894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590403</a:t>
            </a:r>
          </a:p>
        </p:txBody>
      </p:sp>
      <p:sp>
        <p:nvSpPr>
          <p:cNvPr id="101" name="TextBox 100">
            <a:hlinkClick action="ppaction://hlinksldjump" r:id="rId21"/>
          </p:cNvPr>
          <p:cNvSpPr txBox="1"/>
          <p:nvPr/>
        </p:nvSpPr>
        <p:spPr>
          <a:xfrm>
            <a:off x="1295697" y="4688894"/>
            <a:ext cx="10429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bianche ampie</a:t>
            </a:r>
          </a:p>
        </p:txBody>
      </p:sp>
      <p:sp>
        <p:nvSpPr>
          <p:cNvPr id="102" name="TextBox 101">
            <a:hlinkClick action="ppaction://hlinksldjump" r:id="rId21"/>
          </p:cNvPr>
          <p:cNvSpPr txBox="1"/>
          <p:nvPr/>
        </p:nvSpPr>
        <p:spPr>
          <a:xfrm>
            <a:off x="2309851" y="468889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46</a:t>
            </a:r>
          </a:p>
        </p:txBody>
      </p:sp>
      <p:sp>
        <p:nvSpPr>
          <p:cNvPr id="103" name="TextBox 102">
            <a:hlinkClick action="ppaction://hlinksldjump" r:id="rId15"/>
          </p:cNvPr>
          <p:cNvSpPr txBox="1"/>
          <p:nvPr/>
        </p:nvSpPr>
        <p:spPr>
          <a:xfrm>
            <a:off x="539948" y="4815696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590404</a:t>
            </a:r>
          </a:p>
        </p:txBody>
      </p:sp>
      <p:sp>
        <p:nvSpPr>
          <p:cNvPr id="104" name="TextBox 103">
            <a:hlinkClick action="ppaction://hlinksldjump" r:id="rId15"/>
          </p:cNvPr>
          <p:cNvSpPr txBox="1"/>
          <p:nvPr/>
        </p:nvSpPr>
        <p:spPr>
          <a:xfrm>
            <a:off x="1295697" y="4815696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dessert</a:t>
            </a:r>
          </a:p>
        </p:txBody>
      </p:sp>
      <p:sp>
        <p:nvSpPr>
          <p:cNvPr id="105" name="TextBox 104">
            <a:hlinkClick action="ppaction://hlinksldjump" r:id="rId15"/>
          </p:cNvPr>
          <p:cNvSpPr txBox="1"/>
          <p:nvPr/>
        </p:nvSpPr>
        <p:spPr>
          <a:xfrm>
            <a:off x="2309851" y="481569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106" name="TextBox 105">
            <a:hlinkClick action="ppaction://hlinksldjump" r:id="rId21"/>
          </p:cNvPr>
          <p:cNvSpPr txBox="1"/>
          <p:nvPr/>
        </p:nvSpPr>
        <p:spPr>
          <a:xfrm>
            <a:off x="539948" y="4942497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590405</a:t>
            </a:r>
          </a:p>
        </p:txBody>
      </p:sp>
      <p:sp>
        <p:nvSpPr>
          <p:cNvPr id="107" name="TextBox 106">
            <a:hlinkClick action="ppaction://hlinksldjump" r:id="rId21"/>
          </p:cNvPr>
          <p:cNvSpPr txBox="1"/>
          <p:nvPr/>
        </p:nvSpPr>
        <p:spPr>
          <a:xfrm>
            <a:off x="1295697" y="4942497"/>
            <a:ext cx="77801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bianche</a:t>
            </a:r>
          </a:p>
        </p:txBody>
      </p:sp>
      <p:sp>
        <p:nvSpPr>
          <p:cNvPr id="108" name="TextBox 107">
            <a:hlinkClick action="ppaction://hlinksldjump" r:id="rId21"/>
          </p:cNvPr>
          <p:cNvSpPr txBox="1"/>
          <p:nvPr/>
        </p:nvSpPr>
        <p:spPr>
          <a:xfrm>
            <a:off x="2309851" y="494249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46</a:t>
            </a:r>
          </a:p>
        </p:txBody>
      </p:sp>
      <p:sp>
        <p:nvSpPr>
          <p:cNvPr id="109" name="TextBox 108">
            <a:hlinkClick action="ppaction://hlinksldjump" r:id="rId21"/>
          </p:cNvPr>
          <p:cNvSpPr txBox="1"/>
          <p:nvPr/>
        </p:nvSpPr>
        <p:spPr>
          <a:xfrm>
            <a:off x="539948" y="5069299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590406</a:t>
            </a:r>
          </a:p>
        </p:txBody>
      </p:sp>
      <p:sp>
        <p:nvSpPr>
          <p:cNvPr id="110" name="TextBox 109">
            <a:hlinkClick action="ppaction://hlinksldjump" r:id="rId21"/>
          </p:cNvPr>
          <p:cNvSpPr txBox="1"/>
          <p:nvPr/>
        </p:nvSpPr>
        <p:spPr>
          <a:xfrm>
            <a:off x="1295697" y="5069299"/>
            <a:ext cx="10429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bianche ampie</a:t>
            </a:r>
          </a:p>
        </p:txBody>
      </p:sp>
      <p:sp>
        <p:nvSpPr>
          <p:cNvPr id="111" name="TextBox 110">
            <a:hlinkClick action="ppaction://hlinksldjump" r:id="rId21"/>
          </p:cNvPr>
          <p:cNvSpPr txBox="1"/>
          <p:nvPr/>
        </p:nvSpPr>
        <p:spPr>
          <a:xfrm>
            <a:off x="2309851" y="506929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46</a:t>
            </a:r>
          </a:p>
        </p:txBody>
      </p:sp>
      <p:sp>
        <p:nvSpPr>
          <p:cNvPr id="112" name="TextBox 111">
            <a:hlinkClick action="ppaction://hlinksldjump" r:id="rId15"/>
          </p:cNvPr>
          <p:cNvSpPr txBox="1"/>
          <p:nvPr/>
        </p:nvSpPr>
        <p:spPr>
          <a:xfrm>
            <a:off x="539948" y="519610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590410</a:t>
            </a:r>
          </a:p>
        </p:txBody>
      </p:sp>
      <p:sp>
        <p:nvSpPr>
          <p:cNvPr id="113" name="TextBox 112">
            <a:hlinkClick action="ppaction://hlinksldjump" r:id="rId15"/>
          </p:cNvPr>
          <p:cNvSpPr txBox="1"/>
          <p:nvPr/>
        </p:nvSpPr>
        <p:spPr>
          <a:xfrm>
            <a:off x="1295697" y="5196100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dessert</a:t>
            </a:r>
          </a:p>
        </p:txBody>
      </p:sp>
      <p:sp>
        <p:nvSpPr>
          <p:cNvPr id="114" name="TextBox 113">
            <a:hlinkClick action="ppaction://hlinksldjump" r:id="rId15"/>
          </p:cNvPr>
          <p:cNvSpPr txBox="1"/>
          <p:nvPr/>
        </p:nvSpPr>
        <p:spPr>
          <a:xfrm>
            <a:off x="2309851" y="519610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115" name="TextBox 114">
            <a:hlinkClick action="ppaction://hlinksldjump" r:id="rId22"/>
          </p:cNvPr>
          <p:cNvSpPr txBox="1"/>
          <p:nvPr/>
        </p:nvSpPr>
        <p:spPr>
          <a:xfrm>
            <a:off x="539948" y="532290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590411</a:t>
            </a:r>
          </a:p>
        </p:txBody>
      </p:sp>
      <p:sp>
        <p:nvSpPr>
          <p:cNvPr id="116" name="TextBox 115">
            <a:hlinkClick action="ppaction://hlinksldjump" r:id="rId22"/>
          </p:cNvPr>
          <p:cNvSpPr txBox="1"/>
          <p:nvPr/>
        </p:nvSpPr>
        <p:spPr>
          <a:xfrm>
            <a:off x="1295697" y="5322902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Portafritti</a:t>
            </a:r>
          </a:p>
        </p:txBody>
      </p:sp>
      <p:sp>
        <p:nvSpPr>
          <p:cNvPr id="117" name="TextBox 116">
            <a:hlinkClick action="ppaction://hlinksldjump" r:id="rId22"/>
          </p:cNvPr>
          <p:cNvSpPr txBox="1"/>
          <p:nvPr/>
        </p:nvSpPr>
        <p:spPr>
          <a:xfrm>
            <a:off x="2339283" y="5322902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118" name="TextBox 117">
            <a:hlinkClick action="ppaction://hlinksldjump" r:id="rId22"/>
          </p:cNvPr>
          <p:cNvSpPr txBox="1"/>
          <p:nvPr/>
        </p:nvSpPr>
        <p:spPr>
          <a:xfrm>
            <a:off x="539948" y="5449703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590412</a:t>
            </a:r>
          </a:p>
        </p:txBody>
      </p:sp>
      <p:sp>
        <p:nvSpPr>
          <p:cNvPr id="119" name="TextBox 118">
            <a:hlinkClick action="ppaction://hlinksldjump" r:id="rId22"/>
          </p:cNvPr>
          <p:cNvSpPr txBox="1"/>
          <p:nvPr/>
        </p:nvSpPr>
        <p:spPr>
          <a:xfrm>
            <a:off x="1295697" y="5449703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Portafritti</a:t>
            </a:r>
          </a:p>
        </p:txBody>
      </p:sp>
      <p:sp>
        <p:nvSpPr>
          <p:cNvPr id="120" name="TextBox 119">
            <a:hlinkClick action="ppaction://hlinksldjump" r:id="rId22"/>
          </p:cNvPr>
          <p:cNvSpPr txBox="1"/>
          <p:nvPr/>
        </p:nvSpPr>
        <p:spPr>
          <a:xfrm>
            <a:off x="2339283" y="5449703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121" name="TextBox 120">
            <a:hlinkClick action="ppaction://hlinksldjump" r:id="rId22"/>
          </p:cNvPr>
          <p:cNvSpPr txBox="1"/>
          <p:nvPr/>
        </p:nvSpPr>
        <p:spPr>
          <a:xfrm>
            <a:off x="539948" y="557650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590413</a:t>
            </a:r>
          </a:p>
        </p:txBody>
      </p:sp>
      <p:sp>
        <p:nvSpPr>
          <p:cNvPr id="122" name="TextBox 121">
            <a:hlinkClick action="ppaction://hlinksldjump" r:id="rId22"/>
          </p:cNvPr>
          <p:cNvSpPr txBox="1"/>
          <p:nvPr/>
        </p:nvSpPr>
        <p:spPr>
          <a:xfrm>
            <a:off x="1295697" y="5576505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Portafritti</a:t>
            </a:r>
          </a:p>
        </p:txBody>
      </p:sp>
      <p:sp>
        <p:nvSpPr>
          <p:cNvPr id="123" name="TextBox 122">
            <a:hlinkClick action="ppaction://hlinksldjump" r:id="rId22"/>
          </p:cNvPr>
          <p:cNvSpPr txBox="1"/>
          <p:nvPr/>
        </p:nvSpPr>
        <p:spPr>
          <a:xfrm>
            <a:off x="2339283" y="5576505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51</a:t>
            </a:r>
          </a:p>
        </p:txBody>
      </p:sp>
      <p:sp>
        <p:nvSpPr>
          <p:cNvPr id="124" name="TextBox 123">
            <a:hlinkClick action="ppaction://hlinksldjump" r:id="rId14"/>
          </p:cNvPr>
          <p:cNvSpPr txBox="1"/>
          <p:nvPr/>
        </p:nvSpPr>
        <p:spPr>
          <a:xfrm>
            <a:off x="539948" y="5703307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590421</a:t>
            </a:r>
          </a:p>
        </p:txBody>
      </p:sp>
      <p:sp>
        <p:nvSpPr>
          <p:cNvPr id="125" name="TextBox 124">
            <a:hlinkClick action="ppaction://hlinksldjump" r:id="rId14"/>
          </p:cNvPr>
          <p:cNvSpPr txBox="1"/>
          <p:nvPr/>
        </p:nvSpPr>
        <p:spPr>
          <a:xfrm>
            <a:off x="1295697" y="5703307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126" name="TextBox 125">
            <a:hlinkClick action="ppaction://hlinksldjump" r:id="rId14"/>
          </p:cNvPr>
          <p:cNvSpPr txBox="1"/>
          <p:nvPr/>
        </p:nvSpPr>
        <p:spPr>
          <a:xfrm>
            <a:off x="2319661" y="570330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127" name="TextBox 126">
            <a:hlinkClick action="ppaction://hlinksldjump" r:id="rId14"/>
          </p:cNvPr>
          <p:cNvSpPr txBox="1"/>
          <p:nvPr/>
        </p:nvSpPr>
        <p:spPr>
          <a:xfrm>
            <a:off x="539948" y="5830108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590422</a:t>
            </a:r>
          </a:p>
        </p:txBody>
      </p:sp>
      <p:sp>
        <p:nvSpPr>
          <p:cNvPr id="128" name="TextBox 127">
            <a:hlinkClick action="ppaction://hlinksldjump" r:id="rId14"/>
          </p:cNvPr>
          <p:cNvSpPr txBox="1"/>
          <p:nvPr/>
        </p:nvSpPr>
        <p:spPr>
          <a:xfrm>
            <a:off x="1295697" y="5830108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129" name="TextBox 128">
            <a:hlinkClick action="ppaction://hlinksldjump" r:id="rId14"/>
          </p:cNvPr>
          <p:cNvSpPr txBox="1"/>
          <p:nvPr/>
        </p:nvSpPr>
        <p:spPr>
          <a:xfrm>
            <a:off x="2319661" y="583010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130" name="TextBox 129">
            <a:hlinkClick action="ppaction://hlinksldjump" r:id="rId15"/>
          </p:cNvPr>
          <p:cNvSpPr txBox="1"/>
          <p:nvPr/>
        </p:nvSpPr>
        <p:spPr>
          <a:xfrm>
            <a:off x="539948" y="5956910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590423</a:t>
            </a:r>
          </a:p>
        </p:txBody>
      </p:sp>
      <p:sp>
        <p:nvSpPr>
          <p:cNvPr id="131" name="TextBox 130">
            <a:hlinkClick action="ppaction://hlinksldjump" r:id="rId15"/>
          </p:cNvPr>
          <p:cNvSpPr txBox="1"/>
          <p:nvPr/>
        </p:nvSpPr>
        <p:spPr>
          <a:xfrm>
            <a:off x="1295697" y="5956910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dessert</a:t>
            </a:r>
          </a:p>
        </p:txBody>
      </p:sp>
      <p:sp>
        <p:nvSpPr>
          <p:cNvPr id="132" name="TextBox 131">
            <a:hlinkClick action="ppaction://hlinksldjump" r:id="rId15"/>
          </p:cNvPr>
          <p:cNvSpPr txBox="1"/>
          <p:nvPr/>
        </p:nvSpPr>
        <p:spPr>
          <a:xfrm>
            <a:off x="2309851" y="595691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133" name="TextBox 132">
            <a:hlinkClick action="ppaction://hlinksldjump" r:id="rId15"/>
          </p:cNvPr>
          <p:cNvSpPr txBox="1"/>
          <p:nvPr/>
        </p:nvSpPr>
        <p:spPr>
          <a:xfrm>
            <a:off x="539948" y="6083711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590424</a:t>
            </a:r>
          </a:p>
        </p:txBody>
      </p:sp>
      <p:sp>
        <p:nvSpPr>
          <p:cNvPr id="134" name="TextBox 133">
            <a:hlinkClick action="ppaction://hlinksldjump" r:id="rId15"/>
          </p:cNvPr>
          <p:cNvSpPr txBox="1"/>
          <p:nvPr/>
        </p:nvSpPr>
        <p:spPr>
          <a:xfrm>
            <a:off x="1295697" y="6083711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Coppette dessert</a:t>
            </a:r>
          </a:p>
        </p:txBody>
      </p:sp>
      <p:sp>
        <p:nvSpPr>
          <p:cNvPr id="135" name="TextBox 134">
            <a:hlinkClick action="ppaction://hlinksldjump" r:id="rId15"/>
          </p:cNvPr>
          <p:cNvSpPr txBox="1"/>
          <p:nvPr/>
        </p:nvSpPr>
        <p:spPr>
          <a:xfrm>
            <a:off x="2309851" y="608371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39</a:t>
            </a:r>
          </a:p>
        </p:txBody>
      </p:sp>
      <p:sp>
        <p:nvSpPr>
          <p:cNvPr id="136" name="TextBox 135">
            <a:hlinkClick action="ppaction://hlinksldjump" r:id="rId14"/>
          </p:cNvPr>
          <p:cNvSpPr txBox="1"/>
          <p:nvPr/>
        </p:nvSpPr>
        <p:spPr>
          <a:xfrm>
            <a:off x="539948" y="6210513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590431</a:t>
            </a:r>
          </a:p>
        </p:txBody>
      </p:sp>
      <p:sp>
        <p:nvSpPr>
          <p:cNvPr id="137" name="TextBox 136">
            <a:hlinkClick action="ppaction://hlinksldjump" r:id="rId14"/>
          </p:cNvPr>
          <p:cNvSpPr txBox="1"/>
          <p:nvPr/>
        </p:nvSpPr>
        <p:spPr>
          <a:xfrm>
            <a:off x="1295697" y="6210513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138" name="TextBox 137">
            <a:hlinkClick action="ppaction://hlinksldjump" r:id="rId14"/>
          </p:cNvPr>
          <p:cNvSpPr txBox="1"/>
          <p:nvPr/>
        </p:nvSpPr>
        <p:spPr>
          <a:xfrm>
            <a:off x="2319661" y="621051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139" name="TextBox 138">
            <a:hlinkClick action="ppaction://hlinksldjump" r:id="rId14"/>
          </p:cNvPr>
          <p:cNvSpPr txBox="1"/>
          <p:nvPr/>
        </p:nvSpPr>
        <p:spPr>
          <a:xfrm>
            <a:off x="539948" y="6337314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590432</a:t>
            </a:r>
          </a:p>
        </p:txBody>
      </p:sp>
      <p:sp>
        <p:nvSpPr>
          <p:cNvPr id="140" name="TextBox 139">
            <a:hlinkClick action="ppaction://hlinksldjump" r:id="rId14"/>
          </p:cNvPr>
          <p:cNvSpPr txBox="1"/>
          <p:nvPr/>
        </p:nvSpPr>
        <p:spPr>
          <a:xfrm>
            <a:off x="1295697" y="6337314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141" name="TextBox 140">
            <a:hlinkClick action="ppaction://hlinksldjump" r:id="rId14"/>
          </p:cNvPr>
          <p:cNvSpPr txBox="1"/>
          <p:nvPr/>
        </p:nvSpPr>
        <p:spPr>
          <a:xfrm>
            <a:off x="2319661" y="633731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142" name="TextBox 141">
            <a:hlinkClick action="ppaction://hlinksldjump" r:id="rId14"/>
          </p:cNvPr>
          <p:cNvSpPr txBox="1"/>
          <p:nvPr/>
        </p:nvSpPr>
        <p:spPr>
          <a:xfrm>
            <a:off x="539948" y="6464116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590433</a:t>
            </a:r>
          </a:p>
        </p:txBody>
      </p:sp>
      <p:sp>
        <p:nvSpPr>
          <p:cNvPr id="143" name="TextBox 142">
            <a:hlinkClick action="ppaction://hlinksldjump" r:id="rId14"/>
          </p:cNvPr>
          <p:cNvSpPr txBox="1"/>
          <p:nvPr/>
        </p:nvSpPr>
        <p:spPr>
          <a:xfrm>
            <a:off x="1295697" y="6464116"/>
            <a:ext cx="65047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kraft</a:t>
            </a:r>
          </a:p>
        </p:txBody>
      </p:sp>
      <p:sp>
        <p:nvSpPr>
          <p:cNvPr id="144" name="TextBox 143">
            <a:hlinkClick action="ppaction://hlinksldjump" r:id="rId14"/>
          </p:cNvPr>
          <p:cNvSpPr txBox="1"/>
          <p:nvPr/>
        </p:nvSpPr>
        <p:spPr>
          <a:xfrm>
            <a:off x="2319661" y="646411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45</a:t>
            </a:r>
          </a:p>
        </p:txBody>
      </p:sp>
      <p:sp>
        <p:nvSpPr>
          <p:cNvPr id="145" name="TextBox 144">
            <a:hlinkClick action="ppaction://hlinksldjump" r:id="rId23"/>
          </p:cNvPr>
          <p:cNvSpPr txBox="1"/>
          <p:nvPr/>
        </p:nvSpPr>
        <p:spPr>
          <a:xfrm>
            <a:off x="539948" y="6590917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590501</a:t>
            </a:r>
          </a:p>
        </p:txBody>
      </p:sp>
      <p:sp>
        <p:nvSpPr>
          <p:cNvPr id="146" name="TextBox 145">
            <a:hlinkClick action="ppaction://hlinksldjump" r:id="rId23"/>
          </p:cNvPr>
          <p:cNvSpPr txBox="1"/>
          <p:nvPr/>
        </p:nvSpPr>
        <p:spPr>
          <a:xfrm>
            <a:off x="1295697" y="6590917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cartoncino</a:t>
            </a:r>
          </a:p>
        </p:txBody>
      </p:sp>
      <p:sp>
        <p:nvSpPr>
          <p:cNvPr id="147" name="TextBox 146">
            <a:hlinkClick action="ppaction://hlinksldjump" r:id="rId23"/>
          </p:cNvPr>
          <p:cNvSpPr txBox="1"/>
          <p:nvPr/>
        </p:nvSpPr>
        <p:spPr>
          <a:xfrm>
            <a:off x="2319661" y="659091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</a:t>
            </a:r>
          </a:p>
        </p:txBody>
      </p:sp>
      <p:sp>
        <p:nvSpPr>
          <p:cNvPr id="148" name="TextBox 147">
            <a:hlinkClick action="ppaction://hlinksldjump" r:id="rId23"/>
          </p:cNvPr>
          <p:cNvSpPr txBox="1"/>
          <p:nvPr/>
        </p:nvSpPr>
        <p:spPr>
          <a:xfrm>
            <a:off x="539948" y="6717719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590502</a:t>
            </a:r>
          </a:p>
        </p:txBody>
      </p:sp>
      <p:sp>
        <p:nvSpPr>
          <p:cNvPr id="149" name="TextBox 148">
            <a:hlinkClick action="ppaction://hlinksldjump" r:id="rId23"/>
          </p:cNvPr>
          <p:cNvSpPr txBox="1"/>
          <p:nvPr/>
        </p:nvSpPr>
        <p:spPr>
          <a:xfrm>
            <a:off x="1295697" y="6717719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cartoncino</a:t>
            </a:r>
          </a:p>
        </p:txBody>
      </p:sp>
      <p:sp>
        <p:nvSpPr>
          <p:cNvPr id="150" name="TextBox 149">
            <a:hlinkClick action="ppaction://hlinksldjump" r:id="rId23"/>
          </p:cNvPr>
          <p:cNvSpPr txBox="1"/>
          <p:nvPr/>
        </p:nvSpPr>
        <p:spPr>
          <a:xfrm>
            <a:off x="2319661" y="671771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</a:t>
            </a:r>
          </a:p>
        </p:txBody>
      </p:sp>
      <p:sp>
        <p:nvSpPr>
          <p:cNvPr id="151" name="TextBox 150">
            <a:hlinkClick action="ppaction://hlinksldjump" r:id="rId23"/>
          </p:cNvPr>
          <p:cNvSpPr txBox="1"/>
          <p:nvPr/>
        </p:nvSpPr>
        <p:spPr>
          <a:xfrm>
            <a:off x="539948" y="6844521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590503</a:t>
            </a:r>
          </a:p>
        </p:txBody>
      </p:sp>
      <p:sp>
        <p:nvSpPr>
          <p:cNvPr id="152" name="TextBox 151">
            <a:hlinkClick action="ppaction://hlinksldjump" r:id="rId23"/>
          </p:cNvPr>
          <p:cNvSpPr txBox="1"/>
          <p:nvPr/>
        </p:nvSpPr>
        <p:spPr>
          <a:xfrm>
            <a:off x="1295697" y="6844521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cartoncino</a:t>
            </a:r>
          </a:p>
        </p:txBody>
      </p:sp>
      <p:sp>
        <p:nvSpPr>
          <p:cNvPr id="153" name="TextBox 152">
            <a:hlinkClick action="ppaction://hlinksldjump" r:id="rId23"/>
          </p:cNvPr>
          <p:cNvSpPr txBox="1"/>
          <p:nvPr/>
        </p:nvSpPr>
        <p:spPr>
          <a:xfrm>
            <a:off x="2319661" y="684452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</a:t>
            </a:r>
          </a:p>
        </p:txBody>
      </p:sp>
      <p:sp>
        <p:nvSpPr>
          <p:cNvPr id="154" name="TextBox 153">
            <a:hlinkClick action="ppaction://hlinksldjump" r:id="rId23"/>
          </p:cNvPr>
          <p:cNvSpPr txBox="1"/>
          <p:nvPr/>
        </p:nvSpPr>
        <p:spPr>
          <a:xfrm>
            <a:off x="539948" y="6971322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590504</a:t>
            </a:r>
          </a:p>
        </p:txBody>
      </p:sp>
      <p:sp>
        <p:nvSpPr>
          <p:cNvPr id="155" name="TextBox 154">
            <a:hlinkClick action="ppaction://hlinksldjump" r:id="rId23"/>
          </p:cNvPr>
          <p:cNvSpPr txBox="1"/>
          <p:nvPr/>
        </p:nvSpPr>
        <p:spPr>
          <a:xfrm>
            <a:off x="1295697" y="6971322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cartoncino</a:t>
            </a:r>
          </a:p>
        </p:txBody>
      </p:sp>
      <p:sp>
        <p:nvSpPr>
          <p:cNvPr id="156" name="TextBox 155">
            <a:hlinkClick action="ppaction://hlinksldjump" r:id="rId23"/>
          </p:cNvPr>
          <p:cNvSpPr txBox="1"/>
          <p:nvPr/>
        </p:nvSpPr>
        <p:spPr>
          <a:xfrm>
            <a:off x="2319661" y="697132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</a:t>
            </a:r>
          </a:p>
        </p:txBody>
      </p:sp>
      <p:sp>
        <p:nvSpPr>
          <p:cNvPr id="157" name="TextBox 156">
            <a:hlinkClick action="ppaction://hlinksldjump" r:id="rId23"/>
          </p:cNvPr>
          <p:cNvSpPr txBox="1"/>
          <p:nvPr/>
        </p:nvSpPr>
        <p:spPr>
          <a:xfrm>
            <a:off x="539948" y="7098124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590505</a:t>
            </a:r>
          </a:p>
        </p:txBody>
      </p:sp>
      <p:sp>
        <p:nvSpPr>
          <p:cNvPr id="158" name="TextBox 157">
            <a:hlinkClick action="ppaction://hlinksldjump" r:id="rId23"/>
          </p:cNvPr>
          <p:cNvSpPr txBox="1"/>
          <p:nvPr/>
        </p:nvSpPr>
        <p:spPr>
          <a:xfrm>
            <a:off x="1295697" y="7098124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cartoncino</a:t>
            </a:r>
          </a:p>
        </p:txBody>
      </p:sp>
      <p:sp>
        <p:nvSpPr>
          <p:cNvPr id="159" name="TextBox 158">
            <a:hlinkClick action="ppaction://hlinksldjump" r:id="rId23"/>
          </p:cNvPr>
          <p:cNvSpPr txBox="1"/>
          <p:nvPr/>
        </p:nvSpPr>
        <p:spPr>
          <a:xfrm>
            <a:off x="2319661" y="709812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</a:t>
            </a:r>
          </a:p>
        </p:txBody>
      </p:sp>
      <p:sp>
        <p:nvSpPr>
          <p:cNvPr id="160" name="TextBox 159">
            <a:hlinkClick action="ppaction://hlinksldjump" r:id="rId23"/>
          </p:cNvPr>
          <p:cNvSpPr txBox="1"/>
          <p:nvPr/>
        </p:nvSpPr>
        <p:spPr>
          <a:xfrm>
            <a:off x="539948" y="7224925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590506</a:t>
            </a:r>
          </a:p>
        </p:txBody>
      </p:sp>
      <p:sp>
        <p:nvSpPr>
          <p:cNvPr id="161" name="TextBox 160">
            <a:hlinkClick action="ppaction://hlinksldjump" r:id="rId23"/>
          </p:cNvPr>
          <p:cNvSpPr txBox="1"/>
          <p:nvPr/>
        </p:nvSpPr>
        <p:spPr>
          <a:xfrm>
            <a:off x="1295697" y="7224925"/>
            <a:ext cx="95461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Barchette in cartoncino</a:t>
            </a:r>
          </a:p>
        </p:txBody>
      </p:sp>
      <p:sp>
        <p:nvSpPr>
          <p:cNvPr id="162" name="TextBox 161">
            <a:hlinkClick action="ppaction://hlinksldjump" r:id="rId23"/>
          </p:cNvPr>
          <p:cNvSpPr txBox="1"/>
          <p:nvPr/>
        </p:nvSpPr>
        <p:spPr>
          <a:xfrm>
            <a:off x="2319661" y="722492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53</a:t>
            </a:r>
          </a:p>
        </p:txBody>
      </p:sp>
      <p:sp>
        <p:nvSpPr>
          <p:cNvPr id="163" name="TextBox 162">
            <a:hlinkClick action="ppaction://hlinksldjump" r:id="rId24"/>
          </p:cNvPr>
          <p:cNvSpPr txBox="1"/>
          <p:nvPr/>
        </p:nvSpPr>
        <p:spPr>
          <a:xfrm>
            <a:off x="539948" y="735172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590511</a:t>
            </a:r>
          </a:p>
        </p:txBody>
      </p:sp>
      <p:sp>
        <p:nvSpPr>
          <p:cNvPr id="164" name="TextBox 163">
            <a:hlinkClick action="ppaction://hlinksldjump" r:id="rId24"/>
          </p:cNvPr>
          <p:cNvSpPr txBox="1"/>
          <p:nvPr/>
        </p:nvSpPr>
        <p:spPr>
          <a:xfrm>
            <a:off x="1295697" y="7351727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per alimenti</a:t>
            </a:r>
          </a:p>
        </p:txBody>
      </p:sp>
      <p:sp>
        <p:nvSpPr>
          <p:cNvPr id="165" name="TextBox 164">
            <a:hlinkClick action="ppaction://hlinksldjump" r:id="rId24"/>
          </p:cNvPr>
          <p:cNvSpPr txBox="1"/>
          <p:nvPr/>
        </p:nvSpPr>
        <p:spPr>
          <a:xfrm>
            <a:off x="2329472" y="7351727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166" name="TextBox 165">
            <a:hlinkClick action="ppaction://hlinksldjump" r:id="rId24"/>
          </p:cNvPr>
          <p:cNvSpPr txBox="1"/>
          <p:nvPr/>
        </p:nvSpPr>
        <p:spPr>
          <a:xfrm>
            <a:off x="539948" y="7478528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590512</a:t>
            </a:r>
          </a:p>
        </p:txBody>
      </p:sp>
      <p:sp>
        <p:nvSpPr>
          <p:cNvPr id="167" name="TextBox 166">
            <a:hlinkClick action="ppaction://hlinksldjump" r:id="rId24"/>
          </p:cNvPr>
          <p:cNvSpPr txBox="1"/>
          <p:nvPr/>
        </p:nvSpPr>
        <p:spPr>
          <a:xfrm>
            <a:off x="1295697" y="7478528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per alimenti</a:t>
            </a:r>
          </a:p>
        </p:txBody>
      </p:sp>
      <p:sp>
        <p:nvSpPr>
          <p:cNvPr id="168" name="TextBox 167">
            <a:hlinkClick action="ppaction://hlinksldjump" r:id="rId24"/>
          </p:cNvPr>
          <p:cNvSpPr txBox="1"/>
          <p:nvPr/>
        </p:nvSpPr>
        <p:spPr>
          <a:xfrm>
            <a:off x="2329472" y="7478528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169" name="TextBox 168">
            <a:hlinkClick action="ppaction://hlinksldjump" r:id="rId24"/>
          </p:cNvPr>
          <p:cNvSpPr txBox="1"/>
          <p:nvPr/>
        </p:nvSpPr>
        <p:spPr>
          <a:xfrm>
            <a:off x="539948" y="7605330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590513</a:t>
            </a:r>
          </a:p>
        </p:txBody>
      </p:sp>
      <p:sp>
        <p:nvSpPr>
          <p:cNvPr id="170" name="TextBox 169">
            <a:hlinkClick action="ppaction://hlinksldjump" r:id="rId24"/>
          </p:cNvPr>
          <p:cNvSpPr txBox="1"/>
          <p:nvPr/>
        </p:nvSpPr>
        <p:spPr>
          <a:xfrm>
            <a:off x="1295697" y="7605330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Coni per alimenti</a:t>
            </a:r>
          </a:p>
        </p:txBody>
      </p:sp>
      <p:sp>
        <p:nvSpPr>
          <p:cNvPr id="171" name="TextBox 170">
            <a:hlinkClick action="ppaction://hlinksldjump" r:id="rId24"/>
          </p:cNvPr>
          <p:cNvSpPr txBox="1"/>
          <p:nvPr/>
        </p:nvSpPr>
        <p:spPr>
          <a:xfrm>
            <a:off x="2329472" y="7605330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55</a:t>
            </a:r>
          </a:p>
        </p:txBody>
      </p:sp>
      <p:sp>
        <p:nvSpPr>
          <p:cNvPr id="172" name="TextBox 171">
            <a:hlinkClick action="ppaction://hlinksldjump" r:id="rId25"/>
          </p:cNvPr>
          <p:cNvSpPr txBox="1"/>
          <p:nvPr/>
        </p:nvSpPr>
        <p:spPr>
          <a:xfrm>
            <a:off x="539948" y="773213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590521</a:t>
            </a:r>
          </a:p>
        </p:txBody>
      </p:sp>
      <p:sp>
        <p:nvSpPr>
          <p:cNvPr id="173" name="TextBox 172">
            <a:hlinkClick action="ppaction://hlinksldjump" r:id="rId25"/>
          </p:cNvPr>
          <p:cNvSpPr txBox="1"/>
          <p:nvPr/>
        </p:nvSpPr>
        <p:spPr>
          <a:xfrm>
            <a:off x="1295697" y="7732132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174" name="TextBox 173">
            <a:hlinkClick action="ppaction://hlinksldjump" r:id="rId25"/>
          </p:cNvPr>
          <p:cNvSpPr txBox="1"/>
          <p:nvPr/>
        </p:nvSpPr>
        <p:spPr>
          <a:xfrm>
            <a:off x="2309851" y="773213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175" name="TextBox 174">
            <a:hlinkClick action="ppaction://hlinksldjump" r:id="rId25"/>
          </p:cNvPr>
          <p:cNvSpPr txBox="1"/>
          <p:nvPr/>
        </p:nvSpPr>
        <p:spPr>
          <a:xfrm>
            <a:off x="539948" y="7858933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590522</a:t>
            </a:r>
          </a:p>
        </p:txBody>
      </p:sp>
      <p:sp>
        <p:nvSpPr>
          <p:cNvPr id="176" name="TextBox 175">
            <a:hlinkClick action="ppaction://hlinksldjump" r:id="rId25"/>
          </p:cNvPr>
          <p:cNvSpPr txBox="1"/>
          <p:nvPr/>
        </p:nvSpPr>
        <p:spPr>
          <a:xfrm>
            <a:off x="1295697" y="7858933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177" name="TextBox 176">
            <a:hlinkClick action="ppaction://hlinksldjump" r:id="rId25"/>
          </p:cNvPr>
          <p:cNvSpPr txBox="1"/>
          <p:nvPr/>
        </p:nvSpPr>
        <p:spPr>
          <a:xfrm>
            <a:off x="2309851" y="785893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178" name="TextBox 177">
            <a:hlinkClick action="ppaction://hlinksldjump" r:id="rId25"/>
          </p:cNvPr>
          <p:cNvSpPr txBox="1"/>
          <p:nvPr/>
        </p:nvSpPr>
        <p:spPr>
          <a:xfrm>
            <a:off x="539948" y="7985735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590523</a:t>
            </a:r>
          </a:p>
        </p:txBody>
      </p:sp>
      <p:sp>
        <p:nvSpPr>
          <p:cNvPr id="179" name="TextBox 178">
            <a:hlinkClick action="ppaction://hlinksldjump" r:id="rId25"/>
          </p:cNvPr>
          <p:cNvSpPr txBox="1"/>
          <p:nvPr/>
        </p:nvSpPr>
        <p:spPr>
          <a:xfrm>
            <a:off x="1295697" y="7985735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180" name="TextBox 179">
            <a:hlinkClick action="ppaction://hlinksldjump" r:id="rId25"/>
          </p:cNvPr>
          <p:cNvSpPr txBox="1"/>
          <p:nvPr/>
        </p:nvSpPr>
        <p:spPr>
          <a:xfrm>
            <a:off x="2309851" y="798573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181" name="TextBox 180">
            <a:hlinkClick action="ppaction://hlinksldjump" r:id="rId25"/>
          </p:cNvPr>
          <p:cNvSpPr txBox="1"/>
          <p:nvPr/>
        </p:nvSpPr>
        <p:spPr>
          <a:xfrm>
            <a:off x="539948" y="811253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590524</a:t>
            </a:r>
          </a:p>
        </p:txBody>
      </p:sp>
      <p:sp>
        <p:nvSpPr>
          <p:cNvPr id="182" name="TextBox 181">
            <a:hlinkClick action="ppaction://hlinksldjump" r:id="rId25"/>
          </p:cNvPr>
          <p:cNvSpPr txBox="1"/>
          <p:nvPr/>
        </p:nvSpPr>
        <p:spPr>
          <a:xfrm>
            <a:off x="1295697" y="8112536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Finger food e barchette</a:t>
            </a:r>
          </a:p>
        </p:txBody>
      </p:sp>
      <p:sp>
        <p:nvSpPr>
          <p:cNvPr id="183" name="TextBox 182">
            <a:hlinkClick action="ppaction://hlinksldjump" r:id="rId25"/>
          </p:cNvPr>
          <p:cNvSpPr txBox="1"/>
          <p:nvPr/>
        </p:nvSpPr>
        <p:spPr>
          <a:xfrm>
            <a:off x="2309851" y="811253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44</a:t>
            </a:r>
          </a:p>
        </p:txBody>
      </p:sp>
      <p:sp>
        <p:nvSpPr>
          <p:cNvPr id="184" name="TextBox 183">
            <a:hlinkClick action="ppaction://hlinksldjump" r:id="rId26"/>
          </p:cNvPr>
          <p:cNvSpPr txBox="1"/>
          <p:nvPr/>
        </p:nvSpPr>
        <p:spPr>
          <a:xfrm>
            <a:off x="539948" y="8239338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951017</a:t>
            </a:r>
          </a:p>
        </p:txBody>
      </p:sp>
      <p:sp>
        <p:nvSpPr>
          <p:cNvPr id="185" name="TextBox 184">
            <a:hlinkClick action="ppaction://hlinksldjump" r:id="rId26"/>
          </p:cNvPr>
          <p:cNvSpPr txBox="1"/>
          <p:nvPr/>
        </p:nvSpPr>
        <p:spPr>
          <a:xfrm>
            <a:off x="1295697" y="8239338"/>
            <a:ext cx="75839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Piatti ovali Classic</a:t>
            </a:r>
          </a:p>
        </p:txBody>
      </p:sp>
      <p:sp>
        <p:nvSpPr>
          <p:cNvPr id="186" name="TextBox 185">
            <a:hlinkClick action="ppaction://hlinksldjump" r:id="rId26"/>
          </p:cNvPr>
          <p:cNvSpPr txBox="1"/>
          <p:nvPr/>
        </p:nvSpPr>
        <p:spPr>
          <a:xfrm>
            <a:off x="2339283" y="8239338"/>
            <a:ext cx="12069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17</a:t>
            </a:r>
          </a:p>
        </p:txBody>
      </p:sp>
      <p:sp>
        <p:nvSpPr>
          <p:cNvPr id="187" name="TextBox 186">
            <a:hlinkClick action="ppaction://hlinksldjump" r:id="rId27"/>
          </p:cNvPr>
          <p:cNvSpPr txBox="1"/>
          <p:nvPr/>
        </p:nvSpPr>
        <p:spPr>
          <a:xfrm>
            <a:off x="539948" y="8366139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B</a:t>
            </a:r>
          </a:p>
        </p:txBody>
      </p:sp>
      <p:sp>
        <p:nvSpPr>
          <p:cNvPr id="188" name="TextBox 187">
            <a:hlinkClick action="ppaction://hlinksldjump" r:id="rId27"/>
          </p:cNvPr>
          <p:cNvSpPr txBox="1"/>
          <p:nvPr/>
        </p:nvSpPr>
        <p:spPr>
          <a:xfrm>
            <a:off x="1295697" y="8366139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Bauletto colazione</a:t>
            </a:r>
          </a:p>
        </p:txBody>
      </p:sp>
      <p:sp>
        <p:nvSpPr>
          <p:cNvPr id="189" name="TextBox 188">
            <a:hlinkClick action="ppaction://hlinksldjump" r:id="rId27"/>
          </p:cNvPr>
          <p:cNvSpPr txBox="1"/>
          <p:nvPr/>
        </p:nvSpPr>
        <p:spPr>
          <a:xfrm>
            <a:off x="2309851" y="836613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66</a:t>
            </a:r>
          </a:p>
        </p:txBody>
      </p:sp>
      <p:sp>
        <p:nvSpPr>
          <p:cNvPr id="190" name="TextBox 189">
            <a:hlinkClick action="ppaction://hlinksldjump" r:id="rId28"/>
          </p:cNvPr>
          <p:cNvSpPr txBox="1"/>
          <p:nvPr/>
        </p:nvSpPr>
        <p:spPr>
          <a:xfrm>
            <a:off x="539948" y="8492941"/>
            <a:ext cx="814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b</a:t>
            </a:r>
          </a:p>
        </p:txBody>
      </p:sp>
      <p:sp>
        <p:nvSpPr>
          <p:cNvPr id="191" name="TextBox 190">
            <a:hlinkClick action="ppaction://hlinksldjump" r:id="rId28"/>
          </p:cNvPr>
          <p:cNvSpPr txBox="1"/>
          <p:nvPr/>
        </p:nvSpPr>
        <p:spPr>
          <a:xfrm>
            <a:off x="1295697" y="8492941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Cake box</a:t>
            </a:r>
          </a:p>
        </p:txBody>
      </p:sp>
      <p:sp>
        <p:nvSpPr>
          <p:cNvPr id="192" name="TextBox 191">
            <a:hlinkClick action="ppaction://hlinksldjump" r:id="rId28"/>
          </p:cNvPr>
          <p:cNvSpPr txBox="1"/>
          <p:nvPr/>
        </p:nvSpPr>
        <p:spPr>
          <a:xfrm>
            <a:off x="2329472" y="8492941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61</a:t>
            </a:r>
          </a:p>
        </p:txBody>
      </p:sp>
      <p:sp>
        <p:nvSpPr>
          <p:cNvPr id="193" name="TextBox 192">
            <a:hlinkClick action="ppaction://hlinksldjump" r:id="rId29"/>
          </p:cNvPr>
          <p:cNvSpPr txBox="1"/>
          <p:nvPr/>
        </p:nvSpPr>
        <p:spPr>
          <a:xfrm>
            <a:off x="539948" y="8619742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B</a:t>
            </a:r>
          </a:p>
        </p:txBody>
      </p:sp>
      <p:sp>
        <p:nvSpPr>
          <p:cNvPr id="194" name="TextBox 193">
            <a:hlinkClick action="ppaction://hlinksldjump" r:id="rId29"/>
          </p:cNvPr>
          <p:cNvSpPr txBox="1"/>
          <p:nvPr/>
        </p:nvSpPr>
        <p:spPr>
          <a:xfrm>
            <a:off x="1295697" y="8619742"/>
            <a:ext cx="76820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bottiglie da 6</a:t>
            </a:r>
          </a:p>
        </p:txBody>
      </p:sp>
      <p:sp>
        <p:nvSpPr>
          <p:cNvPr id="195" name="TextBox 194">
            <a:hlinkClick action="ppaction://hlinksldjump" r:id="rId29"/>
          </p:cNvPr>
          <p:cNvSpPr txBox="1"/>
          <p:nvPr/>
        </p:nvSpPr>
        <p:spPr>
          <a:xfrm>
            <a:off x="2309851" y="861974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69</a:t>
            </a:r>
          </a:p>
        </p:txBody>
      </p:sp>
      <p:sp>
        <p:nvSpPr>
          <p:cNvPr id="196" name="TextBox 195">
            <a:hlinkClick action="ppaction://hlinksldjump" r:id="rId30"/>
          </p:cNvPr>
          <p:cNvSpPr txBox="1"/>
          <p:nvPr/>
        </p:nvSpPr>
        <p:spPr>
          <a:xfrm>
            <a:off x="539948" y="8746544"/>
            <a:ext cx="9126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B</a:t>
            </a:r>
          </a:p>
        </p:txBody>
      </p:sp>
      <p:sp>
        <p:nvSpPr>
          <p:cNvPr id="197" name="TextBox 196">
            <a:hlinkClick action="ppaction://hlinksldjump" r:id="rId30"/>
          </p:cNvPr>
          <p:cNvSpPr txBox="1"/>
          <p:nvPr/>
        </p:nvSpPr>
        <p:spPr>
          <a:xfrm>
            <a:off x="1295697" y="8746544"/>
            <a:ext cx="11900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e-commerce accoppiato</a:t>
            </a:r>
          </a:p>
        </p:txBody>
      </p:sp>
      <p:sp>
        <p:nvSpPr>
          <p:cNvPr id="198" name="TextBox 197">
            <a:hlinkClick action="ppaction://hlinksldjump" r:id="rId30"/>
          </p:cNvPr>
          <p:cNvSpPr txBox="1"/>
          <p:nvPr/>
        </p:nvSpPr>
        <p:spPr>
          <a:xfrm>
            <a:off x="2319661" y="874654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70</a:t>
            </a:r>
          </a:p>
        </p:txBody>
      </p:sp>
      <p:sp>
        <p:nvSpPr>
          <p:cNvPr id="199" name="TextBox 198">
            <a:hlinkClick action="ppaction://hlinksldjump" r:id="rId31"/>
          </p:cNvPr>
          <p:cNvSpPr txBox="1"/>
          <p:nvPr/>
        </p:nvSpPr>
        <p:spPr>
          <a:xfrm>
            <a:off x="539948" y="8873346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BK001</a:t>
            </a:r>
          </a:p>
        </p:txBody>
      </p:sp>
      <p:sp>
        <p:nvSpPr>
          <p:cNvPr id="200" name="TextBox 199">
            <a:hlinkClick action="ppaction://hlinksldjump" r:id="rId31"/>
          </p:cNvPr>
          <p:cNvSpPr txBox="1"/>
          <p:nvPr/>
        </p:nvSpPr>
        <p:spPr>
          <a:xfrm>
            <a:off x="1295697" y="8873346"/>
            <a:ext cx="71915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porta piadina</a:t>
            </a:r>
          </a:p>
        </p:txBody>
      </p:sp>
      <p:sp>
        <p:nvSpPr>
          <p:cNvPr id="201" name="TextBox 200">
            <a:hlinkClick action="ppaction://hlinksldjump" r:id="rId31"/>
          </p:cNvPr>
          <p:cNvSpPr txBox="1"/>
          <p:nvPr/>
        </p:nvSpPr>
        <p:spPr>
          <a:xfrm>
            <a:off x="2309851" y="887334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</a:t>
            </a:r>
          </a:p>
        </p:txBody>
      </p:sp>
      <p:sp>
        <p:nvSpPr>
          <p:cNvPr id="202" name="TextBox 201">
            <a:hlinkClick action="ppaction://hlinksldjump" r:id="rId32"/>
          </p:cNvPr>
          <p:cNvSpPr txBox="1"/>
          <p:nvPr/>
        </p:nvSpPr>
        <p:spPr>
          <a:xfrm>
            <a:off x="539948" y="9000147"/>
            <a:ext cx="55236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CANNUCCIA</a:t>
            </a:r>
          </a:p>
        </p:txBody>
      </p:sp>
      <p:sp>
        <p:nvSpPr>
          <p:cNvPr id="203" name="TextBox 202">
            <a:hlinkClick action="ppaction://hlinksldjump" r:id="rId32"/>
          </p:cNvPr>
          <p:cNvSpPr txBox="1"/>
          <p:nvPr/>
        </p:nvSpPr>
        <p:spPr>
          <a:xfrm>
            <a:off x="1295697" y="9000147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204" name="TextBox 203">
            <a:hlinkClick action="ppaction://hlinksldjump" r:id="rId32"/>
          </p:cNvPr>
          <p:cNvSpPr txBox="1"/>
          <p:nvPr/>
        </p:nvSpPr>
        <p:spPr>
          <a:xfrm>
            <a:off x="2309851" y="900014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205" name="TextBox 204">
            <a:hlinkClick action="ppaction://hlinksldjump" r:id="rId33"/>
          </p:cNvPr>
          <p:cNvSpPr txBox="1"/>
          <p:nvPr/>
        </p:nvSpPr>
        <p:spPr>
          <a:xfrm>
            <a:off x="2711946" y="1011649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CJAR01</a:t>
            </a:r>
          </a:p>
        </p:txBody>
      </p:sp>
      <p:sp>
        <p:nvSpPr>
          <p:cNvPr id="206" name="TextBox 205">
            <a:hlinkClick action="ppaction://hlinksldjump" r:id="rId33"/>
          </p:cNvPr>
          <p:cNvSpPr txBox="1"/>
          <p:nvPr/>
        </p:nvSpPr>
        <p:spPr>
          <a:xfrm>
            <a:off x="3467695" y="1011649"/>
            <a:ext cx="12096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207" name="TextBox 206">
            <a:hlinkClick action="ppaction://hlinksldjump" r:id="rId33"/>
          </p:cNvPr>
          <p:cNvSpPr txBox="1"/>
          <p:nvPr/>
        </p:nvSpPr>
        <p:spPr>
          <a:xfrm>
            <a:off x="4481848" y="1011649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208" name="TextBox 207">
            <a:hlinkClick action="ppaction://hlinksldjump" r:id="rId33"/>
          </p:cNvPr>
          <p:cNvSpPr txBox="1"/>
          <p:nvPr/>
        </p:nvSpPr>
        <p:spPr>
          <a:xfrm>
            <a:off x="2711946" y="1138450"/>
            <a:ext cx="36596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CJAR02</a:t>
            </a:r>
          </a:p>
        </p:txBody>
      </p:sp>
      <p:sp>
        <p:nvSpPr>
          <p:cNvPr id="209" name="TextBox 208">
            <a:hlinkClick action="ppaction://hlinksldjump" r:id="rId33"/>
          </p:cNvPr>
          <p:cNvSpPr txBox="1"/>
          <p:nvPr/>
        </p:nvSpPr>
        <p:spPr>
          <a:xfrm>
            <a:off x="3467695" y="1138450"/>
            <a:ext cx="12096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210" name="TextBox 209">
            <a:hlinkClick action="ppaction://hlinksldjump" r:id="rId33"/>
          </p:cNvPr>
          <p:cNvSpPr txBox="1"/>
          <p:nvPr/>
        </p:nvSpPr>
        <p:spPr>
          <a:xfrm>
            <a:off x="4481848" y="113845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211" name="TextBox 210">
            <a:hlinkClick action="ppaction://hlinksldjump" r:id="rId33"/>
          </p:cNvPr>
          <p:cNvSpPr txBox="1"/>
          <p:nvPr/>
        </p:nvSpPr>
        <p:spPr>
          <a:xfrm>
            <a:off x="2711946" y="1265252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CJAR03</a:t>
            </a:r>
          </a:p>
        </p:txBody>
      </p:sp>
      <p:sp>
        <p:nvSpPr>
          <p:cNvPr id="212" name="TextBox 211">
            <a:hlinkClick action="ppaction://hlinksldjump" r:id="rId33"/>
          </p:cNvPr>
          <p:cNvSpPr txBox="1"/>
          <p:nvPr/>
        </p:nvSpPr>
        <p:spPr>
          <a:xfrm>
            <a:off x="3467695" y="1265252"/>
            <a:ext cx="12096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213" name="TextBox 212">
            <a:hlinkClick action="ppaction://hlinksldjump" r:id="rId33"/>
          </p:cNvPr>
          <p:cNvSpPr txBox="1"/>
          <p:nvPr/>
        </p:nvSpPr>
        <p:spPr>
          <a:xfrm>
            <a:off x="4481848" y="126525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214" name="TextBox 213">
            <a:hlinkClick action="ppaction://hlinksldjump" r:id="rId33"/>
          </p:cNvPr>
          <p:cNvSpPr txBox="1"/>
          <p:nvPr/>
        </p:nvSpPr>
        <p:spPr>
          <a:xfrm>
            <a:off x="2711946" y="1392053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CJAR04</a:t>
            </a:r>
          </a:p>
        </p:txBody>
      </p:sp>
      <p:sp>
        <p:nvSpPr>
          <p:cNvPr id="215" name="TextBox 214">
            <a:hlinkClick action="ppaction://hlinksldjump" r:id="rId33"/>
          </p:cNvPr>
          <p:cNvSpPr txBox="1"/>
          <p:nvPr/>
        </p:nvSpPr>
        <p:spPr>
          <a:xfrm>
            <a:off x="3467695" y="1392053"/>
            <a:ext cx="12096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216" name="TextBox 215">
            <a:hlinkClick action="ppaction://hlinksldjump" r:id="rId33"/>
          </p:cNvPr>
          <p:cNvSpPr txBox="1"/>
          <p:nvPr/>
        </p:nvSpPr>
        <p:spPr>
          <a:xfrm>
            <a:off x="4481848" y="139205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217" name="TextBox 216">
            <a:hlinkClick action="ppaction://hlinksldjump" r:id="rId34"/>
          </p:cNvPr>
          <p:cNvSpPr txBox="1"/>
          <p:nvPr/>
        </p:nvSpPr>
        <p:spPr>
          <a:xfrm>
            <a:off x="2711946" y="1518855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COP3OZ</a:t>
            </a:r>
          </a:p>
        </p:txBody>
      </p:sp>
      <p:sp>
        <p:nvSpPr>
          <p:cNvPr id="218" name="TextBox 217">
            <a:hlinkClick action="ppaction://hlinksldjump" r:id="rId34"/>
          </p:cNvPr>
          <p:cNvSpPr txBox="1"/>
          <p:nvPr/>
        </p:nvSpPr>
        <p:spPr>
          <a:xfrm>
            <a:off x="3467695" y="1518855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carta</a:t>
            </a:r>
          </a:p>
        </p:txBody>
      </p:sp>
      <p:sp>
        <p:nvSpPr>
          <p:cNvPr id="219" name="TextBox 218">
            <a:hlinkClick action="ppaction://hlinksldjump" r:id="rId34"/>
          </p:cNvPr>
          <p:cNvSpPr txBox="1"/>
          <p:nvPr/>
        </p:nvSpPr>
        <p:spPr>
          <a:xfrm>
            <a:off x="4481848" y="151885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220" name="TextBox 219">
            <a:hlinkClick action="ppaction://hlinksldjump" r:id="rId34"/>
          </p:cNvPr>
          <p:cNvSpPr txBox="1"/>
          <p:nvPr/>
        </p:nvSpPr>
        <p:spPr>
          <a:xfrm>
            <a:off x="2711946" y="1645657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COP7OZ</a:t>
            </a:r>
          </a:p>
        </p:txBody>
      </p:sp>
      <p:sp>
        <p:nvSpPr>
          <p:cNvPr id="221" name="TextBox 220">
            <a:hlinkClick action="ppaction://hlinksldjump" r:id="rId34"/>
          </p:cNvPr>
          <p:cNvSpPr txBox="1"/>
          <p:nvPr/>
        </p:nvSpPr>
        <p:spPr>
          <a:xfrm>
            <a:off x="3467695" y="1645657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carta</a:t>
            </a:r>
          </a:p>
        </p:txBody>
      </p:sp>
      <p:sp>
        <p:nvSpPr>
          <p:cNvPr id="222" name="TextBox 221">
            <a:hlinkClick action="ppaction://hlinksldjump" r:id="rId34"/>
          </p:cNvPr>
          <p:cNvSpPr txBox="1"/>
          <p:nvPr/>
        </p:nvSpPr>
        <p:spPr>
          <a:xfrm>
            <a:off x="4481848" y="164565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223" name="TextBox 222">
            <a:hlinkClick action="ppaction://hlinksldjump" r:id="rId34"/>
          </p:cNvPr>
          <p:cNvSpPr txBox="1"/>
          <p:nvPr/>
        </p:nvSpPr>
        <p:spPr>
          <a:xfrm>
            <a:off x="2711946" y="1772458"/>
            <a:ext cx="40520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COP8OZ</a:t>
            </a:r>
          </a:p>
        </p:txBody>
      </p:sp>
      <p:sp>
        <p:nvSpPr>
          <p:cNvPr id="224" name="TextBox 223">
            <a:hlinkClick action="ppaction://hlinksldjump" r:id="rId34"/>
          </p:cNvPr>
          <p:cNvSpPr txBox="1"/>
          <p:nvPr/>
        </p:nvSpPr>
        <p:spPr>
          <a:xfrm>
            <a:off x="3467695" y="1772458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carta</a:t>
            </a:r>
          </a:p>
        </p:txBody>
      </p:sp>
      <p:sp>
        <p:nvSpPr>
          <p:cNvPr id="225" name="TextBox 224">
            <a:hlinkClick action="ppaction://hlinksldjump" r:id="rId34"/>
          </p:cNvPr>
          <p:cNvSpPr txBox="1"/>
          <p:nvPr/>
        </p:nvSpPr>
        <p:spPr>
          <a:xfrm>
            <a:off x="4481848" y="177245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226" name="TextBox 225">
            <a:hlinkClick action="ppaction://hlinksldjump" r:id="rId34"/>
          </p:cNvPr>
          <p:cNvSpPr txBox="1"/>
          <p:nvPr/>
        </p:nvSpPr>
        <p:spPr>
          <a:xfrm>
            <a:off x="2711946" y="1899260"/>
            <a:ext cx="3855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COP500</a:t>
            </a:r>
          </a:p>
        </p:txBody>
      </p:sp>
      <p:sp>
        <p:nvSpPr>
          <p:cNvPr id="227" name="TextBox 226">
            <a:hlinkClick action="ppaction://hlinksldjump" r:id="rId34"/>
          </p:cNvPr>
          <p:cNvSpPr txBox="1"/>
          <p:nvPr/>
        </p:nvSpPr>
        <p:spPr>
          <a:xfrm>
            <a:off x="3467695" y="1899260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228" name="TextBox 227">
            <a:hlinkClick action="ppaction://hlinksldjump" r:id="rId34"/>
          </p:cNvPr>
          <p:cNvSpPr txBox="1"/>
          <p:nvPr/>
        </p:nvSpPr>
        <p:spPr>
          <a:xfrm>
            <a:off x="4481848" y="189926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229" name="TextBox 228">
            <a:hlinkClick action="ppaction://hlinksldjump" r:id="rId34"/>
          </p:cNvPr>
          <p:cNvSpPr txBox="1"/>
          <p:nvPr/>
        </p:nvSpPr>
        <p:spPr>
          <a:xfrm>
            <a:off x="2711946" y="2026061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COP750</a:t>
            </a:r>
          </a:p>
        </p:txBody>
      </p:sp>
      <p:sp>
        <p:nvSpPr>
          <p:cNvPr id="230" name="TextBox 229">
            <a:hlinkClick action="ppaction://hlinksldjump" r:id="rId34"/>
          </p:cNvPr>
          <p:cNvSpPr txBox="1"/>
          <p:nvPr/>
        </p:nvSpPr>
        <p:spPr>
          <a:xfrm>
            <a:off x="3467695" y="2026061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231" name="TextBox 230">
            <a:hlinkClick action="ppaction://hlinksldjump" r:id="rId34"/>
          </p:cNvPr>
          <p:cNvSpPr txBox="1"/>
          <p:nvPr/>
        </p:nvSpPr>
        <p:spPr>
          <a:xfrm>
            <a:off x="4481848" y="202606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232" name="TextBox 231">
            <a:hlinkClick action="ppaction://hlinksldjump" r:id="rId34"/>
          </p:cNvPr>
          <p:cNvSpPr txBox="1"/>
          <p:nvPr/>
        </p:nvSpPr>
        <p:spPr>
          <a:xfrm>
            <a:off x="2711946" y="2152863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COP1000</a:t>
            </a:r>
          </a:p>
        </p:txBody>
      </p:sp>
      <p:sp>
        <p:nvSpPr>
          <p:cNvPr id="233" name="TextBox 232">
            <a:hlinkClick action="ppaction://hlinksldjump" r:id="rId34"/>
          </p:cNvPr>
          <p:cNvSpPr txBox="1"/>
          <p:nvPr/>
        </p:nvSpPr>
        <p:spPr>
          <a:xfrm>
            <a:off x="3467695" y="2152863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234" name="TextBox 233">
            <a:hlinkClick action="ppaction://hlinksldjump" r:id="rId34"/>
          </p:cNvPr>
          <p:cNvSpPr txBox="1"/>
          <p:nvPr/>
        </p:nvSpPr>
        <p:spPr>
          <a:xfrm>
            <a:off x="4481848" y="215286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235" name="TextBox 234">
            <a:hlinkClick action="ppaction://hlinksldjump" r:id="rId34"/>
          </p:cNvPr>
          <p:cNvSpPr txBox="1"/>
          <p:nvPr/>
        </p:nvSpPr>
        <p:spPr>
          <a:xfrm>
            <a:off x="2711946" y="2279664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COP1100</a:t>
            </a:r>
          </a:p>
        </p:txBody>
      </p:sp>
      <p:sp>
        <p:nvSpPr>
          <p:cNvPr id="236" name="TextBox 235">
            <a:hlinkClick action="ppaction://hlinksldjump" r:id="rId34"/>
          </p:cNvPr>
          <p:cNvSpPr txBox="1"/>
          <p:nvPr/>
        </p:nvSpPr>
        <p:spPr>
          <a:xfrm>
            <a:off x="3467695" y="2279664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237" name="TextBox 236">
            <a:hlinkClick action="ppaction://hlinksldjump" r:id="rId34"/>
          </p:cNvPr>
          <p:cNvSpPr txBox="1"/>
          <p:nvPr/>
        </p:nvSpPr>
        <p:spPr>
          <a:xfrm>
            <a:off x="4481848" y="227966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238" name="TextBox 237">
            <a:hlinkClick action="ppaction://hlinksldjump" r:id="rId34"/>
          </p:cNvPr>
          <p:cNvSpPr txBox="1"/>
          <p:nvPr/>
        </p:nvSpPr>
        <p:spPr>
          <a:xfrm>
            <a:off x="2711946" y="2406466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COP1300</a:t>
            </a:r>
          </a:p>
        </p:txBody>
      </p:sp>
      <p:sp>
        <p:nvSpPr>
          <p:cNvPr id="239" name="TextBox 238">
            <a:hlinkClick action="ppaction://hlinksldjump" r:id="rId34"/>
          </p:cNvPr>
          <p:cNvSpPr txBox="1"/>
          <p:nvPr/>
        </p:nvSpPr>
        <p:spPr>
          <a:xfrm>
            <a:off x="3467695" y="2406466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240" name="TextBox 239">
            <a:hlinkClick action="ppaction://hlinksldjump" r:id="rId34"/>
          </p:cNvPr>
          <p:cNvSpPr txBox="1"/>
          <p:nvPr/>
        </p:nvSpPr>
        <p:spPr>
          <a:xfrm>
            <a:off x="4481848" y="240646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241" name="TextBox 240">
            <a:hlinkClick action="ppaction://hlinksldjump" r:id="rId35"/>
          </p:cNvPr>
          <p:cNvSpPr txBox="1"/>
          <p:nvPr/>
        </p:nvSpPr>
        <p:spPr>
          <a:xfrm>
            <a:off x="2711946" y="2533267"/>
            <a:ext cx="59161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COPERCHIO7</a:t>
            </a:r>
          </a:p>
        </p:txBody>
      </p:sp>
      <p:sp>
        <p:nvSpPr>
          <p:cNvPr id="242" name="TextBox 241">
            <a:hlinkClick action="ppaction://hlinksldjump" r:id="rId35"/>
          </p:cNvPr>
          <p:cNvSpPr txBox="1"/>
          <p:nvPr/>
        </p:nvSpPr>
        <p:spPr>
          <a:xfrm>
            <a:off x="3467695" y="2533267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da asporto</a:t>
            </a:r>
          </a:p>
        </p:txBody>
      </p:sp>
      <p:sp>
        <p:nvSpPr>
          <p:cNvPr id="243" name="TextBox 242">
            <a:hlinkClick action="ppaction://hlinksldjump" r:id="rId35"/>
          </p:cNvPr>
          <p:cNvSpPr txBox="1"/>
          <p:nvPr/>
        </p:nvSpPr>
        <p:spPr>
          <a:xfrm>
            <a:off x="4491659" y="253326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244" name="TextBox 243">
            <a:hlinkClick action="ppaction://hlinksldjump" r:id="rId35"/>
          </p:cNvPr>
          <p:cNvSpPr txBox="1"/>
          <p:nvPr/>
        </p:nvSpPr>
        <p:spPr>
          <a:xfrm>
            <a:off x="2711946" y="2660069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COPERCHIO12</a:t>
            </a:r>
          </a:p>
        </p:txBody>
      </p:sp>
      <p:sp>
        <p:nvSpPr>
          <p:cNvPr id="245" name="TextBox 244">
            <a:hlinkClick action="ppaction://hlinksldjump" r:id="rId35"/>
          </p:cNvPr>
          <p:cNvSpPr txBox="1"/>
          <p:nvPr/>
        </p:nvSpPr>
        <p:spPr>
          <a:xfrm>
            <a:off x="3467695" y="2660069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da asporto</a:t>
            </a:r>
          </a:p>
        </p:txBody>
      </p:sp>
      <p:sp>
        <p:nvSpPr>
          <p:cNvPr id="246" name="TextBox 245">
            <a:hlinkClick action="ppaction://hlinksldjump" r:id="rId35"/>
          </p:cNvPr>
          <p:cNvSpPr txBox="1"/>
          <p:nvPr/>
        </p:nvSpPr>
        <p:spPr>
          <a:xfrm>
            <a:off x="4491659" y="266006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247" name="TextBox 246">
            <a:hlinkClick action="ppaction://hlinksldjump" r:id="rId36"/>
          </p:cNvPr>
          <p:cNvSpPr txBox="1"/>
          <p:nvPr/>
        </p:nvSpPr>
        <p:spPr>
          <a:xfrm>
            <a:off x="2711946" y="2786871"/>
            <a:ext cx="51312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CUCCHIAIO</a:t>
            </a:r>
          </a:p>
        </p:txBody>
      </p:sp>
      <p:sp>
        <p:nvSpPr>
          <p:cNvPr id="248" name="TextBox 247">
            <a:hlinkClick action="ppaction://hlinksldjump" r:id="rId36"/>
          </p:cNvPr>
          <p:cNvSpPr txBox="1"/>
          <p:nvPr/>
        </p:nvSpPr>
        <p:spPr>
          <a:xfrm>
            <a:off x="3467695" y="2786871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cucchiai</a:t>
            </a:r>
          </a:p>
        </p:txBody>
      </p:sp>
      <p:sp>
        <p:nvSpPr>
          <p:cNvPr id="249" name="TextBox 248">
            <a:hlinkClick action="ppaction://hlinksldjump" r:id="rId36"/>
          </p:cNvPr>
          <p:cNvSpPr txBox="1"/>
          <p:nvPr/>
        </p:nvSpPr>
        <p:spPr>
          <a:xfrm>
            <a:off x="4491659" y="278687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35</a:t>
            </a:r>
          </a:p>
        </p:txBody>
      </p:sp>
      <p:sp>
        <p:nvSpPr>
          <p:cNvPr id="250" name="TextBox 249">
            <a:hlinkClick action="ppaction://hlinksldjump" r:id="rId32"/>
          </p:cNvPr>
          <p:cNvSpPr txBox="1"/>
          <p:nvPr/>
        </p:nvSpPr>
        <p:spPr>
          <a:xfrm>
            <a:off x="2711946" y="2913672"/>
            <a:ext cx="51312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CUCCHIAIO</a:t>
            </a:r>
          </a:p>
        </p:txBody>
      </p:sp>
      <p:sp>
        <p:nvSpPr>
          <p:cNvPr id="251" name="TextBox 250">
            <a:hlinkClick action="ppaction://hlinksldjump" r:id="rId32"/>
          </p:cNvPr>
          <p:cNvSpPr txBox="1"/>
          <p:nvPr/>
        </p:nvSpPr>
        <p:spPr>
          <a:xfrm>
            <a:off x="3467695" y="2913672"/>
            <a:ext cx="74858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Cannucce in carta</a:t>
            </a:r>
          </a:p>
        </p:txBody>
      </p:sp>
      <p:sp>
        <p:nvSpPr>
          <p:cNvPr id="252" name="TextBox 251">
            <a:hlinkClick action="ppaction://hlinksldjump" r:id="rId32"/>
          </p:cNvPr>
          <p:cNvSpPr txBox="1"/>
          <p:nvPr/>
        </p:nvSpPr>
        <p:spPr>
          <a:xfrm>
            <a:off x="4481848" y="291367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36</a:t>
            </a:r>
          </a:p>
        </p:txBody>
      </p:sp>
      <p:sp>
        <p:nvSpPr>
          <p:cNvPr id="253" name="TextBox 252">
            <a:hlinkClick action="ppaction://hlinksldjump" r:id="rId37"/>
          </p:cNvPr>
          <p:cNvSpPr txBox="1"/>
          <p:nvPr/>
        </p:nvSpPr>
        <p:spPr>
          <a:xfrm>
            <a:off x="2711946" y="3040474"/>
            <a:ext cx="26785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DIV13</a:t>
            </a:r>
          </a:p>
        </p:txBody>
      </p:sp>
      <p:sp>
        <p:nvSpPr>
          <p:cNvPr id="254" name="TextBox 253">
            <a:hlinkClick action="ppaction://hlinksldjump" r:id="rId37"/>
          </p:cNvPr>
          <p:cNvSpPr txBox="1"/>
          <p:nvPr/>
        </p:nvSpPr>
        <p:spPr>
          <a:xfrm>
            <a:off x="3467695" y="3040474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sushi con divisorio</a:t>
            </a:r>
          </a:p>
        </p:txBody>
      </p:sp>
      <p:sp>
        <p:nvSpPr>
          <p:cNvPr id="255" name="TextBox 254">
            <a:hlinkClick action="ppaction://hlinksldjump" r:id="rId37"/>
          </p:cNvPr>
          <p:cNvSpPr txBox="1"/>
          <p:nvPr/>
        </p:nvSpPr>
        <p:spPr>
          <a:xfrm>
            <a:off x="4491659" y="304047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256" name="TextBox 255">
            <a:hlinkClick action="ppaction://hlinksldjump" r:id="rId37"/>
          </p:cNvPr>
          <p:cNvSpPr txBox="1"/>
          <p:nvPr/>
        </p:nvSpPr>
        <p:spPr>
          <a:xfrm>
            <a:off x="2711946" y="3167275"/>
            <a:ext cx="26785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DIV18</a:t>
            </a:r>
          </a:p>
        </p:txBody>
      </p:sp>
      <p:sp>
        <p:nvSpPr>
          <p:cNvPr id="257" name="TextBox 256">
            <a:hlinkClick action="ppaction://hlinksldjump" r:id="rId37"/>
          </p:cNvPr>
          <p:cNvSpPr txBox="1"/>
          <p:nvPr/>
        </p:nvSpPr>
        <p:spPr>
          <a:xfrm>
            <a:off x="3467695" y="3167275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sushi con divisorio</a:t>
            </a:r>
          </a:p>
        </p:txBody>
      </p:sp>
      <p:sp>
        <p:nvSpPr>
          <p:cNvPr id="258" name="TextBox 257">
            <a:hlinkClick action="ppaction://hlinksldjump" r:id="rId37"/>
          </p:cNvPr>
          <p:cNvSpPr txBox="1"/>
          <p:nvPr/>
        </p:nvSpPr>
        <p:spPr>
          <a:xfrm>
            <a:off x="4491659" y="316727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259" name="TextBox 258">
            <a:hlinkClick action="ppaction://hlinksldjump" r:id="rId37"/>
          </p:cNvPr>
          <p:cNvSpPr txBox="1"/>
          <p:nvPr/>
        </p:nvSpPr>
        <p:spPr>
          <a:xfrm>
            <a:off x="2711946" y="3294077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DIV30</a:t>
            </a:r>
          </a:p>
        </p:txBody>
      </p:sp>
      <p:sp>
        <p:nvSpPr>
          <p:cNvPr id="260" name="TextBox 259">
            <a:hlinkClick action="ppaction://hlinksldjump" r:id="rId37"/>
          </p:cNvPr>
          <p:cNvSpPr txBox="1"/>
          <p:nvPr/>
        </p:nvSpPr>
        <p:spPr>
          <a:xfrm>
            <a:off x="3467695" y="3294077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Box sushi con divisorio</a:t>
            </a:r>
          </a:p>
        </p:txBody>
      </p:sp>
      <p:sp>
        <p:nvSpPr>
          <p:cNvPr id="261" name="TextBox 260">
            <a:hlinkClick action="ppaction://hlinksldjump" r:id="rId37"/>
          </p:cNvPr>
          <p:cNvSpPr txBox="1"/>
          <p:nvPr/>
        </p:nvSpPr>
        <p:spPr>
          <a:xfrm>
            <a:off x="4491659" y="329407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67</a:t>
            </a:r>
          </a:p>
        </p:txBody>
      </p:sp>
      <p:sp>
        <p:nvSpPr>
          <p:cNvPr id="262" name="TextBox 261">
            <a:hlinkClick action="ppaction://hlinksldjump" r:id="rId31"/>
          </p:cNvPr>
          <p:cNvSpPr txBox="1"/>
          <p:nvPr/>
        </p:nvSpPr>
        <p:spPr>
          <a:xfrm>
            <a:off x="2711946" y="3420878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FB004</a:t>
            </a:r>
          </a:p>
        </p:txBody>
      </p:sp>
      <p:sp>
        <p:nvSpPr>
          <p:cNvPr id="263" name="TextBox 262">
            <a:hlinkClick action="ppaction://hlinksldjump" r:id="rId31"/>
          </p:cNvPr>
          <p:cNvSpPr txBox="1"/>
          <p:nvPr/>
        </p:nvSpPr>
        <p:spPr>
          <a:xfrm>
            <a:off x="3467695" y="3420878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Noodle box</a:t>
            </a:r>
          </a:p>
        </p:txBody>
      </p:sp>
      <p:sp>
        <p:nvSpPr>
          <p:cNvPr id="264" name="TextBox 263">
            <a:hlinkClick action="ppaction://hlinksldjump" r:id="rId31"/>
          </p:cNvPr>
          <p:cNvSpPr txBox="1"/>
          <p:nvPr/>
        </p:nvSpPr>
        <p:spPr>
          <a:xfrm>
            <a:off x="4481848" y="342087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68</a:t>
            </a:r>
          </a:p>
        </p:txBody>
      </p:sp>
      <p:sp>
        <p:nvSpPr>
          <p:cNvPr id="265" name="TextBox 264">
            <a:hlinkClick action="ppaction://hlinksldjump" r:id="rId38"/>
          </p:cNvPr>
          <p:cNvSpPr txBox="1"/>
          <p:nvPr/>
        </p:nvSpPr>
        <p:spPr>
          <a:xfrm>
            <a:off x="2711946" y="3547680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FRAPPE14</a:t>
            </a:r>
          </a:p>
        </p:txBody>
      </p:sp>
      <p:sp>
        <p:nvSpPr>
          <p:cNvPr id="266" name="TextBox 265">
            <a:hlinkClick action="ppaction://hlinksldjump" r:id="rId38"/>
          </p:cNvPr>
          <p:cNvSpPr txBox="1"/>
          <p:nvPr/>
        </p:nvSpPr>
        <p:spPr>
          <a:xfrm>
            <a:off x="3467695" y="3547680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trasparenti</a:t>
            </a:r>
          </a:p>
        </p:txBody>
      </p:sp>
      <p:sp>
        <p:nvSpPr>
          <p:cNvPr id="267" name="TextBox 266">
            <a:hlinkClick action="ppaction://hlinksldjump" r:id="rId38"/>
          </p:cNvPr>
          <p:cNvSpPr txBox="1"/>
          <p:nvPr/>
        </p:nvSpPr>
        <p:spPr>
          <a:xfrm>
            <a:off x="4491659" y="354768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268" name="TextBox 267">
            <a:hlinkClick action="ppaction://hlinksldjump" r:id="rId38"/>
          </p:cNvPr>
          <p:cNvSpPr txBox="1"/>
          <p:nvPr/>
        </p:nvSpPr>
        <p:spPr>
          <a:xfrm>
            <a:off x="2711946" y="3674482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FRAPPE25</a:t>
            </a:r>
          </a:p>
        </p:txBody>
      </p:sp>
      <p:sp>
        <p:nvSpPr>
          <p:cNvPr id="269" name="TextBox 268">
            <a:hlinkClick action="ppaction://hlinksldjump" r:id="rId38"/>
          </p:cNvPr>
          <p:cNvSpPr txBox="1"/>
          <p:nvPr/>
        </p:nvSpPr>
        <p:spPr>
          <a:xfrm>
            <a:off x="3467695" y="3674482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trasparenti</a:t>
            </a:r>
          </a:p>
        </p:txBody>
      </p:sp>
      <p:sp>
        <p:nvSpPr>
          <p:cNvPr id="270" name="TextBox 269">
            <a:hlinkClick action="ppaction://hlinksldjump" r:id="rId38"/>
          </p:cNvPr>
          <p:cNvSpPr txBox="1"/>
          <p:nvPr/>
        </p:nvSpPr>
        <p:spPr>
          <a:xfrm>
            <a:off x="4491659" y="367448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271" name="TextBox 270">
            <a:hlinkClick action="ppaction://hlinksldjump" r:id="rId38"/>
          </p:cNvPr>
          <p:cNvSpPr txBox="1"/>
          <p:nvPr/>
        </p:nvSpPr>
        <p:spPr>
          <a:xfrm>
            <a:off x="2711946" y="3801283"/>
            <a:ext cx="67990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FRAPPE32TALL</a:t>
            </a:r>
          </a:p>
        </p:txBody>
      </p:sp>
      <p:sp>
        <p:nvSpPr>
          <p:cNvPr id="272" name="TextBox 271">
            <a:hlinkClick action="ppaction://hlinksldjump" r:id="rId38"/>
          </p:cNvPr>
          <p:cNvSpPr txBox="1"/>
          <p:nvPr/>
        </p:nvSpPr>
        <p:spPr>
          <a:xfrm>
            <a:off x="3467695" y="3801283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trasparenti</a:t>
            </a:r>
          </a:p>
        </p:txBody>
      </p:sp>
      <p:sp>
        <p:nvSpPr>
          <p:cNvPr id="273" name="TextBox 272">
            <a:hlinkClick action="ppaction://hlinksldjump" r:id="rId38"/>
          </p:cNvPr>
          <p:cNvSpPr txBox="1"/>
          <p:nvPr/>
        </p:nvSpPr>
        <p:spPr>
          <a:xfrm>
            <a:off x="4491659" y="380128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274" name="TextBox 273">
            <a:hlinkClick action="ppaction://hlinksldjump" r:id="rId38"/>
          </p:cNvPr>
          <p:cNvSpPr txBox="1"/>
          <p:nvPr/>
        </p:nvSpPr>
        <p:spPr>
          <a:xfrm>
            <a:off x="2711946" y="3928085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FRAPPE40</a:t>
            </a:r>
          </a:p>
        </p:txBody>
      </p:sp>
      <p:sp>
        <p:nvSpPr>
          <p:cNvPr id="275" name="TextBox 274">
            <a:hlinkClick action="ppaction://hlinksldjump" r:id="rId38"/>
          </p:cNvPr>
          <p:cNvSpPr txBox="1"/>
          <p:nvPr/>
        </p:nvSpPr>
        <p:spPr>
          <a:xfrm>
            <a:off x="3467695" y="3928085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trasparenti</a:t>
            </a:r>
          </a:p>
        </p:txBody>
      </p:sp>
      <p:sp>
        <p:nvSpPr>
          <p:cNvPr id="276" name="TextBox 275">
            <a:hlinkClick action="ppaction://hlinksldjump" r:id="rId38"/>
          </p:cNvPr>
          <p:cNvSpPr txBox="1"/>
          <p:nvPr/>
        </p:nvSpPr>
        <p:spPr>
          <a:xfrm>
            <a:off x="4491659" y="3928085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277" name="TextBox 276">
            <a:hlinkClick action="ppaction://hlinksldjump" r:id="rId38"/>
          </p:cNvPr>
          <p:cNvSpPr txBox="1"/>
          <p:nvPr/>
        </p:nvSpPr>
        <p:spPr>
          <a:xfrm>
            <a:off x="2711946" y="4054886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FRAPPE50</a:t>
            </a:r>
          </a:p>
        </p:txBody>
      </p:sp>
      <p:sp>
        <p:nvSpPr>
          <p:cNvPr id="278" name="TextBox 277">
            <a:hlinkClick action="ppaction://hlinksldjump" r:id="rId38"/>
          </p:cNvPr>
          <p:cNvSpPr txBox="1"/>
          <p:nvPr/>
        </p:nvSpPr>
        <p:spPr>
          <a:xfrm>
            <a:off x="3467695" y="4054886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trasparenti</a:t>
            </a:r>
          </a:p>
        </p:txBody>
      </p:sp>
      <p:sp>
        <p:nvSpPr>
          <p:cNvPr id="279" name="TextBox 278">
            <a:hlinkClick action="ppaction://hlinksldjump" r:id="rId38"/>
          </p:cNvPr>
          <p:cNvSpPr txBox="1"/>
          <p:nvPr/>
        </p:nvSpPr>
        <p:spPr>
          <a:xfrm>
            <a:off x="4491659" y="405488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280" name="TextBox 279">
            <a:hlinkClick action="ppaction://hlinksldjump" r:id="rId38"/>
          </p:cNvPr>
          <p:cNvSpPr txBox="1"/>
          <p:nvPr/>
        </p:nvSpPr>
        <p:spPr>
          <a:xfrm>
            <a:off x="2711946" y="4181688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FRAPPE60</a:t>
            </a:r>
          </a:p>
        </p:txBody>
      </p:sp>
      <p:sp>
        <p:nvSpPr>
          <p:cNvPr id="281" name="TextBox 280">
            <a:hlinkClick action="ppaction://hlinksldjump" r:id="rId38"/>
          </p:cNvPr>
          <p:cNvSpPr txBox="1"/>
          <p:nvPr/>
        </p:nvSpPr>
        <p:spPr>
          <a:xfrm>
            <a:off x="3467695" y="4181688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trasparenti</a:t>
            </a:r>
          </a:p>
        </p:txBody>
      </p:sp>
      <p:sp>
        <p:nvSpPr>
          <p:cNvPr id="282" name="TextBox 281">
            <a:hlinkClick action="ppaction://hlinksldjump" r:id="rId38"/>
          </p:cNvPr>
          <p:cNvSpPr txBox="1"/>
          <p:nvPr/>
        </p:nvSpPr>
        <p:spPr>
          <a:xfrm>
            <a:off x="4491659" y="4181688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283" name="TextBox 282">
            <a:hlinkClick action="ppaction://hlinksldjump" r:id="rId38"/>
          </p:cNvPr>
          <p:cNvSpPr txBox="1"/>
          <p:nvPr/>
        </p:nvSpPr>
        <p:spPr>
          <a:xfrm>
            <a:off x="2711946" y="4308489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FRAPPE75</a:t>
            </a:r>
          </a:p>
        </p:txBody>
      </p:sp>
      <p:sp>
        <p:nvSpPr>
          <p:cNvPr id="284" name="TextBox 283">
            <a:hlinkClick action="ppaction://hlinksldjump" r:id="rId38"/>
          </p:cNvPr>
          <p:cNvSpPr txBox="1"/>
          <p:nvPr/>
        </p:nvSpPr>
        <p:spPr>
          <a:xfrm>
            <a:off x="3467695" y="4308489"/>
            <a:ext cx="82707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trasparenti</a:t>
            </a:r>
          </a:p>
        </p:txBody>
      </p:sp>
      <p:sp>
        <p:nvSpPr>
          <p:cNvPr id="285" name="TextBox 284">
            <a:hlinkClick action="ppaction://hlinksldjump" r:id="rId38"/>
          </p:cNvPr>
          <p:cNvSpPr txBox="1"/>
          <p:nvPr/>
        </p:nvSpPr>
        <p:spPr>
          <a:xfrm>
            <a:off x="4491659" y="430848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28</a:t>
            </a:r>
          </a:p>
        </p:txBody>
      </p:sp>
      <p:sp>
        <p:nvSpPr>
          <p:cNvPr id="286" name="TextBox 285">
            <a:hlinkClick action="ppaction://hlinksldjump" r:id="rId35"/>
          </p:cNvPr>
          <p:cNvSpPr txBox="1"/>
          <p:nvPr/>
        </p:nvSpPr>
        <p:spPr>
          <a:xfrm>
            <a:off x="2711946" y="4435291"/>
            <a:ext cx="4935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GREEN350</a:t>
            </a:r>
          </a:p>
        </p:txBody>
      </p:sp>
      <p:sp>
        <p:nvSpPr>
          <p:cNvPr id="287" name="TextBox 286">
            <a:hlinkClick action="ppaction://hlinksldjump" r:id="rId35"/>
          </p:cNvPr>
          <p:cNvSpPr txBox="1"/>
          <p:nvPr/>
        </p:nvSpPr>
        <p:spPr>
          <a:xfrm>
            <a:off x="3467695" y="4435291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asporto kraft</a:t>
            </a:r>
          </a:p>
        </p:txBody>
      </p:sp>
      <p:sp>
        <p:nvSpPr>
          <p:cNvPr id="288" name="TextBox 287">
            <a:hlinkClick action="ppaction://hlinksldjump" r:id="rId35"/>
          </p:cNvPr>
          <p:cNvSpPr txBox="1"/>
          <p:nvPr/>
        </p:nvSpPr>
        <p:spPr>
          <a:xfrm>
            <a:off x="4491659" y="443529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289" name="TextBox 288">
            <a:hlinkClick action="ppaction://hlinksldjump" r:id="rId35"/>
          </p:cNvPr>
          <p:cNvSpPr txBox="1"/>
          <p:nvPr/>
        </p:nvSpPr>
        <p:spPr>
          <a:xfrm>
            <a:off x="2711946" y="4562092"/>
            <a:ext cx="4935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GREEN500</a:t>
            </a:r>
          </a:p>
        </p:txBody>
      </p:sp>
      <p:sp>
        <p:nvSpPr>
          <p:cNvPr id="290" name="TextBox 289">
            <a:hlinkClick action="ppaction://hlinksldjump" r:id="rId35"/>
          </p:cNvPr>
          <p:cNvSpPr txBox="1"/>
          <p:nvPr/>
        </p:nvSpPr>
        <p:spPr>
          <a:xfrm>
            <a:off x="3467695" y="4562092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asporto kraft</a:t>
            </a:r>
          </a:p>
        </p:txBody>
      </p:sp>
      <p:sp>
        <p:nvSpPr>
          <p:cNvPr id="291" name="TextBox 290">
            <a:hlinkClick action="ppaction://hlinksldjump" r:id="rId35"/>
          </p:cNvPr>
          <p:cNvSpPr txBox="1"/>
          <p:nvPr/>
        </p:nvSpPr>
        <p:spPr>
          <a:xfrm>
            <a:off x="4491659" y="456209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292" name="TextBox 291">
            <a:hlinkClick action="ppaction://hlinksldjump" r:id="rId35"/>
          </p:cNvPr>
          <p:cNvSpPr txBox="1"/>
          <p:nvPr/>
        </p:nvSpPr>
        <p:spPr>
          <a:xfrm>
            <a:off x="2711946" y="4688894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GREEN750</a:t>
            </a:r>
          </a:p>
        </p:txBody>
      </p:sp>
      <p:sp>
        <p:nvSpPr>
          <p:cNvPr id="293" name="TextBox 292">
            <a:hlinkClick action="ppaction://hlinksldjump" r:id="rId35"/>
          </p:cNvPr>
          <p:cNvSpPr txBox="1"/>
          <p:nvPr/>
        </p:nvSpPr>
        <p:spPr>
          <a:xfrm>
            <a:off x="3467695" y="4688894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asporto kraft</a:t>
            </a:r>
          </a:p>
        </p:txBody>
      </p:sp>
      <p:sp>
        <p:nvSpPr>
          <p:cNvPr id="294" name="TextBox 293">
            <a:hlinkClick action="ppaction://hlinksldjump" r:id="rId35"/>
          </p:cNvPr>
          <p:cNvSpPr txBox="1"/>
          <p:nvPr/>
        </p:nvSpPr>
        <p:spPr>
          <a:xfrm>
            <a:off x="4491659" y="468889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295" name="TextBox 294">
            <a:hlinkClick action="ppaction://hlinksldjump" r:id="rId35"/>
          </p:cNvPr>
          <p:cNvSpPr txBox="1"/>
          <p:nvPr/>
        </p:nvSpPr>
        <p:spPr>
          <a:xfrm>
            <a:off x="2711946" y="4815696"/>
            <a:ext cx="54255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GREEN1000</a:t>
            </a:r>
          </a:p>
        </p:txBody>
      </p:sp>
      <p:sp>
        <p:nvSpPr>
          <p:cNvPr id="296" name="TextBox 295">
            <a:hlinkClick action="ppaction://hlinksldjump" r:id="rId35"/>
          </p:cNvPr>
          <p:cNvSpPr txBox="1"/>
          <p:nvPr/>
        </p:nvSpPr>
        <p:spPr>
          <a:xfrm>
            <a:off x="3467695" y="4815696"/>
            <a:ext cx="99385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Contenitori asporto kraft</a:t>
            </a:r>
          </a:p>
        </p:txBody>
      </p:sp>
      <p:sp>
        <p:nvSpPr>
          <p:cNvPr id="297" name="TextBox 296">
            <a:hlinkClick action="ppaction://hlinksldjump" r:id="rId35"/>
          </p:cNvPr>
          <p:cNvSpPr txBox="1"/>
          <p:nvPr/>
        </p:nvSpPr>
        <p:spPr>
          <a:xfrm>
            <a:off x="4491659" y="481569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298" name="TextBox 297">
            <a:hlinkClick action="ppaction://hlinksldjump" r:id="rId39"/>
          </p:cNvPr>
          <p:cNvSpPr txBox="1"/>
          <p:nvPr/>
        </p:nvSpPr>
        <p:spPr>
          <a:xfrm>
            <a:off x="2711946" y="4942497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HB002</a:t>
            </a:r>
          </a:p>
        </p:txBody>
      </p:sp>
      <p:sp>
        <p:nvSpPr>
          <p:cNvPr id="299" name="TextBox 298">
            <a:hlinkClick action="ppaction://hlinksldjump" r:id="rId39"/>
          </p:cNvPr>
          <p:cNvSpPr txBox="1"/>
          <p:nvPr/>
        </p:nvSpPr>
        <p:spPr>
          <a:xfrm>
            <a:off x="3467695" y="4942497"/>
            <a:ext cx="102328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panino a conchiglia</a:t>
            </a:r>
          </a:p>
        </p:txBody>
      </p:sp>
      <p:sp>
        <p:nvSpPr>
          <p:cNvPr id="300" name="TextBox 299">
            <a:hlinkClick action="ppaction://hlinksldjump" r:id="rId39"/>
          </p:cNvPr>
          <p:cNvSpPr txBox="1"/>
          <p:nvPr/>
        </p:nvSpPr>
        <p:spPr>
          <a:xfrm>
            <a:off x="4481848" y="494249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</a:t>
            </a:r>
          </a:p>
        </p:txBody>
      </p:sp>
      <p:sp>
        <p:nvSpPr>
          <p:cNvPr id="301" name="TextBox 300">
            <a:hlinkClick action="ppaction://hlinksldjump" r:id="rId36"/>
          </p:cNvPr>
          <p:cNvSpPr txBox="1"/>
          <p:nvPr/>
        </p:nvSpPr>
        <p:spPr>
          <a:xfrm>
            <a:off x="2711946" y="5069299"/>
            <a:ext cx="50331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INCARTATA</a:t>
            </a:r>
          </a:p>
        </p:txBody>
      </p:sp>
      <p:sp>
        <p:nvSpPr>
          <p:cNvPr id="302" name="TextBox 301">
            <a:hlinkClick action="ppaction://hlinksldjump" r:id="rId36"/>
          </p:cNvPr>
          <p:cNvSpPr txBox="1"/>
          <p:nvPr/>
        </p:nvSpPr>
        <p:spPr>
          <a:xfrm>
            <a:off x="3467695" y="5069299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cucchiai</a:t>
            </a:r>
          </a:p>
        </p:txBody>
      </p:sp>
      <p:sp>
        <p:nvSpPr>
          <p:cNvPr id="303" name="TextBox 302">
            <a:hlinkClick action="ppaction://hlinksldjump" r:id="rId36"/>
          </p:cNvPr>
          <p:cNvSpPr txBox="1"/>
          <p:nvPr/>
        </p:nvSpPr>
        <p:spPr>
          <a:xfrm>
            <a:off x="4491659" y="506929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35</a:t>
            </a:r>
          </a:p>
        </p:txBody>
      </p:sp>
      <p:sp>
        <p:nvSpPr>
          <p:cNvPr id="304" name="TextBox 303">
            <a:hlinkClick action="ppaction://hlinksldjump" r:id="rId33"/>
          </p:cNvPr>
          <p:cNvSpPr txBox="1"/>
          <p:nvPr/>
        </p:nvSpPr>
        <p:spPr>
          <a:xfrm>
            <a:off x="2711946" y="5196100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JAR01</a:t>
            </a:r>
          </a:p>
        </p:txBody>
      </p:sp>
      <p:sp>
        <p:nvSpPr>
          <p:cNvPr id="305" name="TextBox 304">
            <a:hlinkClick action="ppaction://hlinksldjump" r:id="rId33"/>
          </p:cNvPr>
          <p:cNvSpPr txBox="1"/>
          <p:nvPr/>
        </p:nvSpPr>
        <p:spPr>
          <a:xfrm>
            <a:off x="3467695" y="5196100"/>
            <a:ext cx="12096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306" name="TextBox 305">
            <a:hlinkClick action="ppaction://hlinksldjump" r:id="rId33"/>
          </p:cNvPr>
          <p:cNvSpPr txBox="1"/>
          <p:nvPr/>
        </p:nvSpPr>
        <p:spPr>
          <a:xfrm>
            <a:off x="4481848" y="519610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307" name="TextBox 306">
            <a:hlinkClick action="ppaction://hlinksldjump" r:id="rId33"/>
          </p:cNvPr>
          <p:cNvSpPr txBox="1"/>
          <p:nvPr/>
        </p:nvSpPr>
        <p:spPr>
          <a:xfrm>
            <a:off x="2711946" y="5322902"/>
            <a:ext cx="30710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JAR02</a:t>
            </a:r>
          </a:p>
        </p:txBody>
      </p:sp>
      <p:sp>
        <p:nvSpPr>
          <p:cNvPr id="308" name="TextBox 307">
            <a:hlinkClick action="ppaction://hlinksldjump" r:id="rId33"/>
          </p:cNvPr>
          <p:cNvSpPr txBox="1"/>
          <p:nvPr/>
        </p:nvSpPr>
        <p:spPr>
          <a:xfrm>
            <a:off x="3467695" y="5322902"/>
            <a:ext cx="12096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309" name="TextBox 308">
            <a:hlinkClick action="ppaction://hlinksldjump" r:id="rId33"/>
          </p:cNvPr>
          <p:cNvSpPr txBox="1"/>
          <p:nvPr/>
        </p:nvSpPr>
        <p:spPr>
          <a:xfrm>
            <a:off x="4481848" y="532290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310" name="TextBox 309">
            <a:hlinkClick action="ppaction://hlinksldjump" r:id="rId33"/>
          </p:cNvPr>
          <p:cNvSpPr txBox="1"/>
          <p:nvPr/>
        </p:nvSpPr>
        <p:spPr>
          <a:xfrm>
            <a:off x="2711946" y="544970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JAR03</a:t>
            </a:r>
          </a:p>
        </p:txBody>
      </p:sp>
      <p:sp>
        <p:nvSpPr>
          <p:cNvPr id="311" name="TextBox 310">
            <a:hlinkClick action="ppaction://hlinksldjump" r:id="rId33"/>
          </p:cNvPr>
          <p:cNvSpPr txBox="1"/>
          <p:nvPr/>
        </p:nvSpPr>
        <p:spPr>
          <a:xfrm>
            <a:off x="3467695" y="5449703"/>
            <a:ext cx="12096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312" name="TextBox 311">
            <a:hlinkClick action="ppaction://hlinksldjump" r:id="rId33"/>
          </p:cNvPr>
          <p:cNvSpPr txBox="1"/>
          <p:nvPr/>
        </p:nvSpPr>
        <p:spPr>
          <a:xfrm>
            <a:off x="4481848" y="544970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313" name="TextBox 312">
            <a:hlinkClick action="ppaction://hlinksldjump" r:id="rId33"/>
          </p:cNvPr>
          <p:cNvSpPr txBox="1"/>
          <p:nvPr/>
        </p:nvSpPr>
        <p:spPr>
          <a:xfrm>
            <a:off x="2711946" y="5576505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JAR04</a:t>
            </a:r>
          </a:p>
        </p:txBody>
      </p:sp>
      <p:sp>
        <p:nvSpPr>
          <p:cNvPr id="314" name="TextBox 313">
            <a:hlinkClick action="ppaction://hlinksldjump" r:id="rId33"/>
          </p:cNvPr>
          <p:cNvSpPr txBox="1"/>
          <p:nvPr/>
        </p:nvSpPr>
        <p:spPr>
          <a:xfrm>
            <a:off x="3467695" y="5576505"/>
            <a:ext cx="12096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Barattoli gelato con coperchio</a:t>
            </a:r>
          </a:p>
        </p:txBody>
      </p:sp>
      <p:sp>
        <p:nvSpPr>
          <p:cNvPr id="315" name="TextBox 314">
            <a:hlinkClick action="ppaction://hlinksldjump" r:id="rId33"/>
          </p:cNvPr>
          <p:cNvSpPr txBox="1"/>
          <p:nvPr/>
        </p:nvSpPr>
        <p:spPr>
          <a:xfrm>
            <a:off x="4481848" y="557650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316" name="TextBox 315">
            <a:hlinkClick action="ppaction://hlinksldjump" r:id="rId40"/>
          </p:cNvPr>
          <p:cNvSpPr txBox="1"/>
          <p:nvPr/>
        </p:nvSpPr>
        <p:spPr>
          <a:xfrm>
            <a:off x="2711946" y="5703307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LK010112</a:t>
            </a:r>
          </a:p>
        </p:txBody>
      </p:sp>
      <p:sp>
        <p:nvSpPr>
          <p:cNvPr id="317" name="TextBox 316">
            <a:hlinkClick action="ppaction://hlinksldjump" r:id="rId40"/>
          </p:cNvPr>
          <p:cNvSpPr txBox="1"/>
          <p:nvPr/>
        </p:nvSpPr>
        <p:spPr>
          <a:xfrm>
            <a:off x="3467695" y="5703307"/>
            <a:ext cx="6995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MATIC</a:t>
            </a:r>
          </a:p>
        </p:txBody>
      </p:sp>
      <p:sp>
        <p:nvSpPr>
          <p:cNvPr id="318" name="TextBox 317">
            <a:hlinkClick action="ppaction://hlinksldjump" r:id="rId40"/>
          </p:cNvPr>
          <p:cNvSpPr txBox="1"/>
          <p:nvPr/>
        </p:nvSpPr>
        <p:spPr>
          <a:xfrm>
            <a:off x="4442605" y="5703307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319" name="TextBox 318">
            <a:hlinkClick action="ppaction://hlinksldjump" r:id="rId40"/>
          </p:cNvPr>
          <p:cNvSpPr txBox="1"/>
          <p:nvPr/>
        </p:nvSpPr>
        <p:spPr>
          <a:xfrm>
            <a:off x="2711946" y="5830108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LK010125</a:t>
            </a:r>
          </a:p>
        </p:txBody>
      </p:sp>
      <p:sp>
        <p:nvSpPr>
          <p:cNvPr id="320" name="TextBox 319">
            <a:hlinkClick action="ppaction://hlinksldjump" r:id="rId40"/>
          </p:cNvPr>
          <p:cNvSpPr txBox="1"/>
          <p:nvPr/>
        </p:nvSpPr>
        <p:spPr>
          <a:xfrm>
            <a:off x="3467695" y="5830108"/>
            <a:ext cx="6995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MATIC</a:t>
            </a:r>
          </a:p>
        </p:txBody>
      </p:sp>
      <p:sp>
        <p:nvSpPr>
          <p:cNvPr id="321" name="TextBox 320">
            <a:hlinkClick action="ppaction://hlinksldjump" r:id="rId40"/>
          </p:cNvPr>
          <p:cNvSpPr txBox="1"/>
          <p:nvPr/>
        </p:nvSpPr>
        <p:spPr>
          <a:xfrm>
            <a:off x="4442605" y="5830108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322" name="TextBox 321">
            <a:hlinkClick action="ppaction://hlinksldjump" r:id="rId40"/>
          </p:cNvPr>
          <p:cNvSpPr txBox="1"/>
          <p:nvPr/>
        </p:nvSpPr>
        <p:spPr>
          <a:xfrm>
            <a:off x="2711946" y="5956910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LK010206</a:t>
            </a:r>
          </a:p>
        </p:txBody>
      </p:sp>
      <p:sp>
        <p:nvSpPr>
          <p:cNvPr id="323" name="TextBox 322">
            <a:hlinkClick action="ppaction://hlinksldjump" r:id="rId40"/>
          </p:cNvPr>
          <p:cNvSpPr txBox="1"/>
          <p:nvPr/>
        </p:nvSpPr>
        <p:spPr>
          <a:xfrm>
            <a:off x="3467695" y="5956910"/>
            <a:ext cx="69953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MATIC</a:t>
            </a:r>
          </a:p>
        </p:txBody>
      </p:sp>
      <p:sp>
        <p:nvSpPr>
          <p:cNvPr id="324" name="TextBox 323">
            <a:hlinkClick action="ppaction://hlinksldjump" r:id="rId40"/>
          </p:cNvPr>
          <p:cNvSpPr txBox="1"/>
          <p:nvPr/>
        </p:nvSpPr>
        <p:spPr>
          <a:xfrm>
            <a:off x="4442605" y="5956910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325" name="TextBox 324">
            <a:hlinkClick action="ppaction://hlinksldjump" r:id="rId41"/>
          </p:cNvPr>
          <p:cNvSpPr txBox="1"/>
          <p:nvPr/>
        </p:nvSpPr>
        <p:spPr>
          <a:xfrm>
            <a:off x="2711946" y="6083711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LK020110</a:t>
            </a:r>
          </a:p>
        </p:txBody>
      </p:sp>
      <p:sp>
        <p:nvSpPr>
          <p:cNvPr id="326" name="TextBox 325">
            <a:hlinkClick action="ppaction://hlinksldjump" r:id="rId41"/>
          </p:cNvPr>
          <p:cNvSpPr txBox="1"/>
          <p:nvPr/>
        </p:nvSpPr>
        <p:spPr>
          <a:xfrm>
            <a:off x="3467695" y="6083711"/>
            <a:ext cx="4935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BRILLCARE</a:t>
            </a:r>
          </a:p>
        </p:txBody>
      </p:sp>
      <p:sp>
        <p:nvSpPr>
          <p:cNvPr id="327" name="TextBox 326">
            <a:hlinkClick action="ppaction://hlinksldjump" r:id="rId41"/>
          </p:cNvPr>
          <p:cNvSpPr txBox="1"/>
          <p:nvPr/>
        </p:nvSpPr>
        <p:spPr>
          <a:xfrm>
            <a:off x="4462227" y="6083711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110</a:t>
            </a:r>
          </a:p>
        </p:txBody>
      </p:sp>
      <p:sp>
        <p:nvSpPr>
          <p:cNvPr id="328" name="TextBox 327">
            <a:hlinkClick action="ppaction://hlinksldjump" r:id="rId41"/>
          </p:cNvPr>
          <p:cNvSpPr txBox="1"/>
          <p:nvPr/>
        </p:nvSpPr>
        <p:spPr>
          <a:xfrm>
            <a:off x="2711946" y="6210513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LK020120</a:t>
            </a:r>
          </a:p>
        </p:txBody>
      </p:sp>
      <p:sp>
        <p:nvSpPr>
          <p:cNvPr id="329" name="TextBox 328">
            <a:hlinkClick action="ppaction://hlinksldjump" r:id="rId41"/>
          </p:cNvPr>
          <p:cNvSpPr txBox="1"/>
          <p:nvPr/>
        </p:nvSpPr>
        <p:spPr>
          <a:xfrm>
            <a:off x="3467695" y="6210513"/>
            <a:ext cx="4935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BRILLCARE</a:t>
            </a:r>
          </a:p>
        </p:txBody>
      </p:sp>
      <p:sp>
        <p:nvSpPr>
          <p:cNvPr id="330" name="TextBox 329">
            <a:hlinkClick action="ppaction://hlinksldjump" r:id="rId41"/>
          </p:cNvPr>
          <p:cNvSpPr txBox="1"/>
          <p:nvPr/>
        </p:nvSpPr>
        <p:spPr>
          <a:xfrm>
            <a:off x="4462227" y="6210513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110</a:t>
            </a:r>
          </a:p>
        </p:txBody>
      </p:sp>
      <p:sp>
        <p:nvSpPr>
          <p:cNvPr id="331" name="TextBox 330">
            <a:hlinkClick action="ppaction://hlinksldjump" r:id="rId41"/>
          </p:cNvPr>
          <p:cNvSpPr txBox="1"/>
          <p:nvPr/>
        </p:nvSpPr>
        <p:spPr>
          <a:xfrm>
            <a:off x="2711946" y="6337314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LK020205</a:t>
            </a:r>
          </a:p>
        </p:txBody>
      </p:sp>
      <p:sp>
        <p:nvSpPr>
          <p:cNvPr id="332" name="TextBox 331">
            <a:hlinkClick action="ppaction://hlinksldjump" r:id="rId41"/>
          </p:cNvPr>
          <p:cNvSpPr txBox="1"/>
          <p:nvPr/>
        </p:nvSpPr>
        <p:spPr>
          <a:xfrm>
            <a:off x="3467695" y="6337314"/>
            <a:ext cx="4935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BRILLCARE</a:t>
            </a:r>
          </a:p>
        </p:txBody>
      </p:sp>
      <p:sp>
        <p:nvSpPr>
          <p:cNvPr id="333" name="TextBox 332">
            <a:hlinkClick action="ppaction://hlinksldjump" r:id="rId41"/>
          </p:cNvPr>
          <p:cNvSpPr txBox="1"/>
          <p:nvPr/>
        </p:nvSpPr>
        <p:spPr>
          <a:xfrm>
            <a:off x="4462227" y="6337314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110</a:t>
            </a:r>
          </a:p>
        </p:txBody>
      </p:sp>
      <p:sp>
        <p:nvSpPr>
          <p:cNvPr id="334" name="TextBox 333">
            <a:hlinkClick action="ppaction://hlinksldjump" r:id="rId42"/>
          </p:cNvPr>
          <p:cNvSpPr txBox="1"/>
          <p:nvPr/>
        </p:nvSpPr>
        <p:spPr>
          <a:xfrm>
            <a:off x="2711946" y="6464116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LK030607</a:t>
            </a:r>
          </a:p>
        </p:txBody>
      </p:sp>
      <p:sp>
        <p:nvSpPr>
          <p:cNvPr id="335" name="TextBox 334">
            <a:hlinkClick action="ppaction://hlinksldjump" r:id="rId42"/>
          </p:cNvPr>
          <p:cNvSpPr txBox="1"/>
          <p:nvPr/>
        </p:nvSpPr>
        <p:spPr>
          <a:xfrm>
            <a:off x="3467695" y="6464116"/>
            <a:ext cx="3855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DEODEO</a:t>
            </a:r>
          </a:p>
        </p:txBody>
      </p:sp>
      <p:sp>
        <p:nvSpPr>
          <p:cNvPr id="336" name="TextBox 335">
            <a:hlinkClick action="ppaction://hlinksldjump" r:id="rId42"/>
          </p:cNvPr>
          <p:cNvSpPr txBox="1"/>
          <p:nvPr/>
        </p:nvSpPr>
        <p:spPr>
          <a:xfrm>
            <a:off x="4472037" y="6464116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112</a:t>
            </a:r>
          </a:p>
        </p:txBody>
      </p:sp>
      <p:sp>
        <p:nvSpPr>
          <p:cNvPr id="337" name="TextBox 336">
            <a:hlinkClick action="ppaction://hlinksldjump" r:id="rId43"/>
          </p:cNvPr>
          <p:cNvSpPr txBox="1"/>
          <p:nvPr/>
        </p:nvSpPr>
        <p:spPr>
          <a:xfrm>
            <a:off x="2711946" y="6590917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LK040205</a:t>
            </a:r>
          </a:p>
        </p:txBody>
      </p:sp>
      <p:sp>
        <p:nvSpPr>
          <p:cNvPr id="338" name="TextBox 337">
            <a:hlinkClick action="ppaction://hlinksldjump" r:id="rId43"/>
          </p:cNvPr>
          <p:cNvSpPr txBox="1"/>
          <p:nvPr/>
        </p:nvSpPr>
        <p:spPr>
          <a:xfrm>
            <a:off x="3467695" y="6590917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FLOREAL</a:t>
            </a:r>
          </a:p>
        </p:txBody>
      </p:sp>
      <p:sp>
        <p:nvSpPr>
          <p:cNvPr id="339" name="TextBox 338">
            <a:hlinkClick action="ppaction://hlinksldjump" r:id="rId43"/>
          </p:cNvPr>
          <p:cNvSpPr txBox="1"/>
          <p:nvPr/>
        </p:nvSpPr>
        <p:spPr>
          <a:xfrm>
            <a:off x="4442605" y="6590917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103</a:t>
            </a:r>
          </a:p>
        </p:txBody>
      </p:sp>
      <p:sp>
        <p:nvSpPr>
          <p:cNvPr id="340" name="TextBox 339">
            <a:hlinkClick action="ppaction://hlinksldjump" r:id="rId44"/>
          </p:cNvPr>
          <p:cNvSpPr txBox="1"/>
          <p:nvPr/>
        </p:nvSpPr>
        <p:spPr>
          <a:xfrm>
            <a:off x="2711946" y="6717719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LK050205</a:t>
            </a:r>
          </a:p>
        </p:txBody>
      </p:sp>
      <p:sp>
        <p:nvSpPr>
          <p:cNvPr id="341" name="TextBox 340">
            <a:hlinkClick action="ppaction://hlinksldjump" r:id="rId44"/>
          </p:cNvPr>
          <p:cNvSpPr txBox="1"/>
          <p:nvPr/>
        </p:nvSpPr>
        <p:spPr>
          <a:xfrm>
            <a:off x="3467695" y="6717719"/>
            <a:ext cx="57199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CLORACTIVE</a:t>
            </a:r>
          </a:p>
        </p:txBody>
      </p:sp>
      <p:sp>
        <p:nvSpPr>
          <p:cNvPr id="342" name="TextBox 341">
            <a:hlinkClick action="ppaction://hlinksldjump" r:id="rId44"/>
          </p:cNvPr>
          <p:cNvSpPr txBox="1"/>
          <p:nvPr/>
        </p:nvSpPr>
        <p:spPr>
          <a:xfrm>
            <a:off x="4442605" y="6717719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106</a:t>
            </a:r>
          </a:p>
        </p:txBody>
      </p:sp>
      <p:sp>
        <p:nvSpPr>
          <p:cNvPr id="343" name="TextBox 342">
            <a:hlinkClick action="ppaction://hlinksldjump" r:id="rId45"/>
          </p:cNvPr>
          <p:cNvSpPr txBox="1"/>
          <p:nvPr/>
        </p:nvSpPr>
        <p:spPr>
          <a:xfrm>
            <a:off x="2711946" y="6844521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LK060205</a:t>
            </a:r>
          </a:p>
        </p:txBody>
      </p:sp>
      <p:sp>
        <p:nvSpPr>
          <p:cNvPr id="344" name="TextBox 343">
            <a:hlinkClick action="ppaction://hlinksldjump" r:id="rId45"/>
          </p:cNvPr>
          <p:cNvSpPr txBox="1"/>
          <p:nvPr/>
        </p:nvSpPr>
        <p:spPr>
          <a:xfrm>
            <a:off x="3467695" y="6844521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MULTIGLAX</a:t>
            </a:r>
          </a:p>
        </p:txBody>
      </p:sp>
      <p:sp>
        <p:nvSpPr>
          <p:cNvPr id="345" name="TextBox 344">
            <a:hlinkClick action="ppaction://hlinksldjump" r:id="rId45"/>
          </p:cNvPr>
          <p:cNvSpPr txBox="1"/>
          <p:nvPr/>
        </p:nvSpPr>
        <p:spPr>
          <a:xfrm>
            <a:off x="4442605" y="6844521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104</a:t>
            </a:r>
          </a:p>
        </p:txBody>
      </p:sp>
      <p:sp>
        <p:nvSpPr>
          <p:cNvPr id="346" name="TextBox 345">
            <a:hlinkClick action="ppaction://hlinksldjump" r:id="rId45"/>
          </p:cNvPr>
          <p:cNvSpPr txBox="1"/>
          <p:nvPr/>
        </p:nvSpPr>
        <p:spPr>
          <a:xfrm>
            <a:off x="2711946" y="6971322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LK060607</a:t>
            </a:r>
          </a:p>
        </p:txBody>
      </p:sp>
      <p:sp>
        <p:nvSpPr>
          <p:cNvPr id="347" name="TextBox 346">
            <a:hlinkClick action="ppaction://hlinksldjump" r:id="rId45"/>
          </p:cNvPr>
          <p:cNvSpPr txBox="1"/>
          <p:nvPr/>
        </p:nvSpPr>
        <p:spPr>
          <a:xfrm>
            <a:off x="3467695" y="6971322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MULTIGLAX</a:t>
            </a:r>
          </a:p>
        </p:txBody>
      </p:sp>
      <p:sp>
        <p:nvSpPr>
          <p:cNvPr id="348" name="TextBox 347">
            <a:hlinkClick action="ppaction://hlinksldjump" r:id="rId45"/>
          </p:cNvPr>
          <p:cNvSpPr txBox="1"/>
          <p:nvPr/>
        </p:nvSpPr>
        <p:spPr>
          <a:xfrm>
            <a:off x="4442605" y="6971322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104</a:t>
            </a:r>
          </a:p>
        </p:txBody>
      </p:sp>
      <p:sp>
        <p:nvSpPr>
          <p:cNvPr id="349" name="TextBox 348">
            <a:hlinkClick action="ppaction://hlinksldjump" r:id="rId41"/>
          </p:cNvPr>
          <p:cNvSpPr txBox="1"/>
          <p:nvPr/>
        </p:nvSpPr>
        <p:spPr>
          <a:xfrm>
            <a:off x="2711946" y="7098124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LK070607</a:t>
            </a:r>
          </a:p>
        </p:txBody>
      </p:sp>
      <p:sp>
        <p:nvSpPr>
          <p:cNvPr id="350" name="TextBox 349">
            <a:hlinkClick action="ppaction://hlinksldjump" r:id="rId41"/>
          </p:cNvPr>
          <p:cNvSpPr txBox="1"/>
          <p:nvPr/>
        </p:nvSpPr>
        <p:spPr>
          <a:xfrm>
            <a:off x="3467695" y="7098124"/>
            <a:ext cx="63085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BAGNO RAPID</a:t>
            </a:r>
          </a:p>
        </p:txBody>
      </p:sp>
      <p:sp>
        <p:nvSpPr>
          <p:cNvPr id="351" name="TextBox 350">
            <a:hlinkClick action="ppaction://hlinksldjump" r:id="rId41"/>
          </p:cNvPr>
          <p:cNvSpPr txBox="1"/>
          <p:nvPr/>
        </p:nvSpPr>
        <p:spPr>
          <a:xfrm>
            <a:off x="4462227" y="7098124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110</a:t>
            </a:r>
          </a:p>
        </p:txBody>
      </p:sp>
      <p:sp>
        <p:nvSpPr>
          <p:cNvPr id="352" name="TextBox 351">
            <a:hlinkClick action="ppaction://hlinksldjump" r:id="rId46"/>
          </p:cNvPr>
          <p:cNvSpPr txBox="1"/>
          <p:nvPr/>
        </p:nvSpPr>
        <p:spPr>
          <a:xfrm>
            <a:off x="2711946" y="7224925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LK080205</a:t>
            </a:r>
          </a:p>
        </p:txBody>
      </p:sp>
      <p:sp>
        <p:nvSpPr>
          <p:cNvPr id="353" name="TextBox 352">
            <a:hlinkClick action="ppaction://hlinksldjump" r:id="rId46"/>
          </p:cNvPr>
          <p:cNvSpPr txBox="1"/>
          <p:nvPr/>
        </p:nvSpPr>
        <p:spPr>
          <a:xfrm>
            <a:off x="3467695" y="7224925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BACTIVE</a:t>
            </a:r>
          </a:p>
        </p:txBody>
      </p:sp>
      <p:sp>
        <p:nvSpPr>
          <p:cNvPr id="354" name="TextBox 353">
            <a:hlinkClick action="ppaction://hlinksldjump" r:id="rId46"/>
          </p:cNvPr>
          <p:cNvSpPr txBox="1"/>
          <p:nvPr/>
        </p:nvSpPr>
        <p:spPr>
          <a:xfrm>
            <a:off x="4452416" y="7224925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105</a:t>
            </a:r>
          </a:p>
        </p:txBody>
      </p:sp>
      <p:sp>
        <p:nvSpPr>
          <p:cNvPr id="355" name="TextBox 354">
            <a:hlinkClick action="ppaction://hlinksldjump" r:id="rId41"/>
          </p:cNvPr>
          <p:cNvSpPr txBox="1"/>
          <p:nvPr/>
        </p:nvSpPr>
        <p:spPr>
          <a:xfrm>
            <a:off x="2711946" y="7351727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LK091201</a:t>
            </a:r>
          </a:p>
        </p:txBody>
      </p:sp>
      <p:sp>
        <p:nvSpPr>
          <p:cNvPr id="356" name="TextBox 355">
            <a:hlinkClick action="ppaction://hlinksldjump" r:id="rId41"/>
          </p:cNvPr>
          <p:cNvSpPr txBox="1"/>
          <p:nvPr/>
        </p:nvSpPr>
        <p:spPr>
          <a:xfrm>
            <a:off x="3467695" y="7351727"/>
            <a:ext cx="55236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DEONET WC</a:t>
            </a:r>
          </a:p>
        </p:txBody>
      </p:sp>
      <p:sp>
        <p:nvSpPr>
          <p:cNvPr id="357" name="TextBox 356">
            <a:hlinkClick action="ppaction://hlinksldjump" r:id="rId41"/>
          </p:cNvPr>
          <p:cNvSpPr txBox="1"/>
          <p:nvPr/>
        </p:nvSpPr>
        <p:spPr>
          <a:xfrm>
            <a:off x="4462227" y="7351727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110</a:t>
            </a:r>
          </a:p>
        </p:txBody>
      </p:sp>
      <p:sp>
        <p:nvSpPr>
          <p:cNvPr id="358" name="TextBox 357">
            <a:hlinkClick action="ppaction://hlinksldjump" r:id="rId41"/>
          </p:cNvPr>
          <p:cNvSpPr txBox="1"/>
          <p:nvPr/>
        </p:nvSpPr>
        <p:spPr>
          <a:xfrm>
            <a:off x="2711946" y="7478528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LK100607</a:t>
            </a:r>
          </a:p>
        </p:txBody>
      </p:sp>
      <p:sp>
        <p:nvSpPr>
          <p:cNvPr id="359" name="TextBox 358">
            <a:hlinkClick action="ppaction://hlinksldjump" r:id="rId41"/>
          </p:cNvPr>
          <p:cNvSpPr txBox="1"/>
          <p:nvPr/>
        </p:nvSpPr>
        <p:spPr>
          <a:xfrm>
            <a:off x="3467695" y="7478528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ANTICALC</a:t>
            </a:r>
          </a:p>
        </p:txBody>
      </p:sp>
      <p:sp>
        <p:nvSpPr>
          <p:cNvPr id="360" name="TextBox 359">
            <a:hlinkClick action="ppaction://hlinksldjump" r:id="rId41"/>
          </p:cNvPr>
          <p:cNvSpPr txBox="1"/>
          <p:nvPr/>
        </p:nvSpPr>
        <p:spPr>
          <a:xfrm>
            <a:off x="4462227" y="7478528"/>
            <a:ext cx="16975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110</a:t>
            </a:r>
          </a:p>
        </p:txBody>
      </p:sp>
      <p:sp>
        <p:nvSpPr>
          <p:cNvPr id="361" name="TextBox 360">
            <a:hlinkClick action="ppaction://hlinksldjump" r:id="rId47"/>
          </p:cNvPr>
          <p:cNvSpPr txBox="1"/>
          <p:nvPr/>
        </p:nvSpPr>
        <p:spPr>
          <a:xfrm>
            <a:off x="2711946" y="7605330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LK120205</a:t>
            </a:r>
          </a:p>
        </p:txBody>
      </p:sp>
      <p:sp>
        <p:nvSpPr>
          <p:cNvPr id="362" name="TextBox 361">
            <a:hlinkClick action="ppaction://hlinksldjump" r:id="rId47"/>
          </p:cNvPr>
          <p:cNvSpPr txBox="1"/>
          <p:nvPr/>
        </p:nvSpPr>
        <p:spPr>
          <a:xfrm>
            <a:off x="3467695" y="7605330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OVENGRILL</a:t>
            </a:r>
          </a:p>
        </p:txBody>
      </p:sp>
      <p:sp>
        <p:nvSpPr>
          <p:cNvPr id="363" name="TextBox 362">
            <a:hlinkClick action="ppaction://hlinksldjump" r:id="rId47"/>
          </p:cNvPr>
          <p:cNvSpPr txBox="1"/>
          <p:nvPr/>
        </p:nvSpPr>
        <p:spPr>
          <a:xfrm>
            <a:off x="4452416" y="7605330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107</a:t>
            </a:r>
          </a:p>
        </p:txBody>
      </p:sp>
      <p:sp>
        <p:nvSpPr>
          <p:cNvPr id="364" name="TextBox 363">
            <a:hlinkClick action="ppaction://hlinksldjump" r:id="rId47"/>
          </p:cNvPr>
          <p:cNvSpPr txBox="1"/>
          <p:nvPr/>
        </p:nvSpPr>
        <p:spPr>
          <a:xfrm>
            <a:off x="2711946" y="7732132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LK120607</a:t>
            </a:r>
          </a:p>
        </p:txBody>
      </p:sp>
      <p:sp>
        <p:nvSpPr>
          <p:cNvPr id="365" name="TextBox 364">
            <a:hlinkClick action="ppaction://hlinksldjump" r:id="rId47"/>
          </p:cNvPr>
          <p:cNvSpPr txBox="1"/>
          <p:nvPr/>
        </p:nvSpPr>
        <p:spPr>
          <a:xfrm>
            <a:off x="3467695" y="7732132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OVENGRILL</a:t>
            </a:r>
          </a:p>
        </p:txBody>
      </p:sp>
      <p:sp>
        <p:nvSpPr>
          <p:cNvPr id="366" name="TextBox 365">
            <a:hlinkClick action="ppaction://hlinksldjump" r:id="rId47"/>
          </p:cNvPr>
          <p:cNvSpPr txBox="1"/>
          <p:nvPr/>
        </p:nvSpPr>
        <p:spPr>
          <a:xfrm>
            <a:off x="4452416" y="7732132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107</a:t>
            </a:r>
          </a:p>
        </p:txBody>
      </p:sp>
      <p:sp>
        <p:nvSpPr>
          <p:cNvPr id="367" name="TextBox 366">
            <a:hlinkClick action="ppaction://hlinksldjump" r:id="rId47"/>
          </p:cNvPr>
          <p:cNvSpPr txBox="1"/>
          <p:nvPr/>
        </p:nvSpPr>
        <p:spPr>
          <a:xfrm>
            <a:off x="2711946" y="7858933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LK130205</a:t>
            </a:r>
          </a:p>
        </p:txBody>
      </p:sp>
      <p:sp>
        <p:nvSpPr>
          <p:cNvPr id="368" name="TextBox 367">
            <a:hlinkClick action="ppaction://hlinksldjump" r:id="rId47"/>
          </p:cNvPr>
          <p:cNvSpPr txBox="1"/>
          <p:nvPr/>
        </p:nvSpPr>
        <p:spPr>
          <a:xfrm>
            <a:off x="3467695" y="7858933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SGRASSO</a:t>
            </a:r>
          </a:p>
        </p:txBody>
      </p:sp>
      <p:sp>
        <p:nvSpPr>
          <p:cNvPr id="369" name="TextBox 368">
            <a:hlinkClick action="ppaction://hlinksldjump" r:id="rId47"/>
          </p:cNvPr>
          <p:cNvSpPr txBox="1"/>
          <p:nvPr/>
        </p:nvSpPr>
        <p:spPr>
          <a:xfrm>
            <a:off x="4452416" y="7858933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107</a:t>
            </a:r>
          </a:p>
        </p:txBody>
      </p:sp>
      <p:sp>
        <p:nvSpPr>
          <p:cNvPr id="370" name="TextBox 369">
            <a:hlinkClick action="ppaction://hlinksldjump" r:id="rId47"/>
          </p:cNvPr>
          <p:cNvSpPr txBox="1"/>
          <p:nvPr/>
        </p:nvSpPr>
        <p:spPr>
          <a:xfrm>
            <a:off x="2711946" y="7985735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LK130607</a:t>
            </a:r>
          </a:p>
        </p:txBody>
      </p:sp>
      <p:sp>
        <p:nvSpPr>
          <p:cNvPr id="371" name="TextBox 370">
            <a:hlinkClick action="ppaction://hlinksldjump" r:id="rId47"/>
          </p:cNvPr>
          <p:cNvSpPr txBox="1"/>
          <p:nvPr/>
        </p:nvSpPr>
        <p:spPr>
          <a:xfrm>
            <a:off x="3467695" y="7985735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SGRASSO</a:t>
            </a:r>
          </a:p>
        </p:txBody>
      </p:sp>
      <p:sp>
        <p:nvSpPr>
          <p:cNvPr id="372" name="TextBox 371">
            <a:hlinkClick action="ppaction://hlinksldjump" r:id="rId47"/>
          </p:cNvPr>
          <p:cNvSpPr txBox="1"/>
          <p:nvPr/>
        </p:nvSpPr>
        <p:spPr>
          <a:xfrm>
            <a:off x="4452416" y="7985735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107</a:t>
            </a:r>
          </a:p>
        </p:txBody>
      </p:sp>
      <p:sp>
        <p:nvSpPr>
          <p:cNvPr id="373" name="TextBox 372">
            <a:hlinkClick action="ppaction://hlinksldjump" r:id="rId40"/>
          </p:cNvPr>
          <p:cNvSpPr txBox="1"/>
          <p:nvPr/>
        </p:nvSpPr>
        <p:spPr>
          <a:xfrm>
            <a:off x="2711946" y="8112536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LK140110</a:t>
            </a:r>
          </a:p>
        </p:txBody>
      </p:sp>
      <p:sp>
        <p:nvSpPr>
          <p:cNvPr id="374" name="TextBox 373">
            <a:hlinkClick action="ppaction://hlinksldjump" r:id="rId40"/>
          </p:cNvPr>
          <p:cNvSpPr txBox="1"/>
          <p:nvPr/>
        </p:nvSpPr>
        <p:spPr>
          <a:xfrm>
            <a:off x="3467695" y="8112536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VERDELLO</a:t>
            </a:r>
          </a:p>
        </p:txBody>
      </p:sp>
      <p:sp>
        <p:nvSpPr>
          <p:cNvPr id="375" name="TextBox 374">
            <a:hlinkClick action="ppaction://hlinksldjump" r:id="rId40"/>
          </p:cNvPr>
          <p:cNvSpPr txBox="1"/>
          <p:nvPr/>
        </p:nvSpPr>
        <p:spPr>
          <a:xfrm>
            <a:off x="4442605" y="8112536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376" name="TextBox 375">
            <a:hlinkClick action="ppaction://hlinksldjump" r:id="rId40"/>
          </p:cNvPr>
          <p:cNvSpPr txBox="1"/>
          <p:nvPr/>
        </p:nvSpPr>
        <p:spPr>
          <a:xfrm>
            <a:off x="2711946" y="8239338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LK140120</a:t>
            </a:r>
          </a:p>
        </p:txBody>
      </p:sp>
      <p:sp>
        <p:nvSpPr>
          <p:cNvPr id="377" name="TextBox 376">
            <a:hlinkClick action="ppaction://hlinksldjump" r:id="rId40"/>
          </p:cNvPr>
          <p:cNvSpPr txBox="1"/>
          <p:nvPr/>
        </p:nvSpPr>
        <p:spPr>
          <a:xfrm>
            <a:off x="3467695" y="8239338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VERDELLO</a:t>
            </a:r>
          </a:p>
        </p:txBody>
      </p:sp>
      <p:sp>
        <p:nvSpPr>
          <p:cNvPr id="378" name="TextBox 377">
            <a:hlinkClick action="ppaction://hlinksldjump" r:id="rId40"/>
          </p:cNvPr>
          <p:cNvSpPr txBox="1"/>
          <p:nvPr/>
        </p:nvSpPr>
        <p:spPr>
          <a:xfrm>
            <a:off x="4442605" y="8239338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379" name="TextBox 378">
            <a:hlinkClick action="ppaction://hlinksldjump" r:id="rId40"/>
          </p:cNvPr>
          <p:cNvSpPr txBox="1"/>
          <p:nvPr/>
        </p:nvSpPr>
        <p:spPr>
          <a:xfrm>
            <a:off x="2711946" y="8366139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LK140205</a:t>
            </a:r>
          </a:p>
        </p:txBody>
      </p:sp>
      <p:sp>
        <p:nvSpPr>
          <p:cNvPr id="380" name="TextBox 379">
            <a:hlinkClick action="ppaction://hlinksldjump" r:id="rId40"/>
          </p:cNvPr>
          <p:cNvSpPr txBox="1"/>
          <p:nvPr/>
        </p:nvSpPr>
        <p:spPr>
          <a:xfrm>
            <a:off x="3467695" y="8366139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VERDELLO</a:t>
            </a:r>
          </a:p>
        </p:txBody>
      </p:sp>
      <p:sp>
        <p:nvSpPr>
          <p:cNvPr id="381" name="TextBox 380">
            <a:hlinkClick action="ppaction://hlinksldjump" r:id="rId40"/>
          </p:cNvPr>
          <p:cNvSpPr txBox="1"/>
          <p:nvPr/>
        </p:nvSpPr>
        <p:spPr>
          <a:xfrm>
            <a:off x="4442605" y="8366139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382" name="TextBox 381">
            <a:hlinkClick action="ppaction://hlinksldjump" r:id="rId48"/>
          </p:cNvPr>
          <p:cNvSpPr txBox="1"/>
          <p:nvPr/>
        </p:nvSpPr>
        <p:spPr>
          <a:xfrm>
            <a:off x="2711946" y="8492941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LK150120</a:t>
            </a:r>
          </a:p>
        </p:txBody>
      </p:sp>
      <p:sp>
        <p:nvSpPr>
          <p:cNvPr id="383" name="TextBox 382">
            <a:hlinkClick action="ppaction://hlinksldjump" r:id="rId48"/>
          </p:cNvPr>
          <p:cNvSpPr txBox="1"/>
          <p:nvPr/>
        </p:nvSpPr>
        <p:spPr>
          <a:xfrm>
            <a:off x="3467695" y="8492941"/>
            <a:ext cx="2580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TEXY</a:t>
            </a:r>
          </a:p>
        </p:txBody>
      </p:sp>
      <p:sp>
        <p:nvSpPr>
          <p:cNvPr id="384" name="TextBox 383">
            <a:hlinkClick action="ppaction://hlinksldjump" r:id="rId48"/>
          </p:cNvPr>
          <p:cNvSpPr txBox="1"/>
          <p:nvPr/>
        </p:nvSpPr>
        <p:spPr>
          <a:xfrm>
            <a:off x="4481848" y="849294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111</a:t>
            </a:r>
          </a:p>
        </p:txBody>
      </p:sp>
      <p:sp>
        <p:nvSpPr>
          <p:cNvPr id="385" name="TextBox 384">
            <a:hlinkClick action="ppaction://hlinksldjump" r:id="rId48"/>
          </p:cNvPr>
          <p:cNvSpPr txBox="1"/>
          <p:nvPr/>
        </p:nvSpPr>
        <p:spPr>
          <a:xfrm>
            <a:off x="2711946" y="8619742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LK150205</a:t>
            </a:r>
          </a:p>
        </p:txBody>
      </p:sp>
      <p:sp>
        <p:nvSpPr>
          <p:cNvPr id="386" name="TextBox 385">
            <a:hlinkClick action="ppaction://hlinksldjump" r:id="rId48"/>
          </p:cNvPr>
          <p:cNvSpPr txBox="1"/>
          <p:nvPr/>
        </p:nvSpPr>
        <p:spPr>
          <a:xfrm>
            <a:off x="3467695" y="8619742"/>
            <a:ext cx="2580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TEXY</a:t>
            </a:r>
          </a:p>
        </p:txBody>
      </p:sp>
      <p:sp>
        <p:nvSpPr>
          <p:cNvPr id="387" name="TextBox 386">
            <a:hlinkClick action="ppaction://hlinksldjump" r:id="rId48"/>
          </p:cNvPr>
          <p:cNvSpPr txBox="1"/>
          <p:nvPr/>
        </p:nvSpPr>
        <p:spPr>
          <a:xfrm>
            <a:off x="4481848" y="861974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111</a:t>
            </a:r>
          </a:p>
        </p:txBody>
      </p:sp>
      <p:sp>
        <p:nvSpPr>
          <p:cNvPr id="388" name="TextBox 387">
            <a:hlinkClick action="ppaction://hlinksldjump" r:id="rId48"/>
          </p:cNvPr>
          <p:cNvSpPr txBox="1"/>
          <p:nvPr/>
        </p:nvSpPr>
        <p:spPr>
          <a:xfrm>
            <a:off x="2711946" y="8746544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LK160120</a:t>
            </a:r>
          </a:p>
        </p:txBody>
      </p:sp>
      <p:sp>
        <p:nvSpPr>
          <p:cNvPr id="389" name="TextBox 388">
            <a:hlinkClick action="ppaction://hlinksldjump" r:id="rId48"/>
          </p:cNvPr>
          <p:cNvSpPr txBox="1"/>
          <p:nvPr/>
        </p:nvSpPr>
        <p:spPr>
          <a:xfrm>
            <a:off x="3467695" y="8746544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MORBYD</a:t>
            </a:r>
          </a:p>
        </p:txBody>
      </p:sp>
      <p:sp>
        <p:nvSpPr>
          <p:cNvPr id="390" name="TextBox 389">
            <a:hlinkClick action="ppaction://hlinksldjump" r:id="rId48"/>
          </p:cNvPr>
          <p:cNvSpPr txBox="1"/>
          <p:nvPr/>
        </p:nvSpPr>
        <p:spPr>
          <a:xfrm>
            <a:off x="4481848" y="874654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111</a:t>
            </a:r>
          </a:p>
        </p:txBody>
      </p:sp>
      <p:sp>
        <p:nvSpPr>
          <p:cNvPr id="391" name="TextBox 390">
            <a:hlinkClick action="ppaction://hlinksldjump" r:id="rId48"/>
          </p:cNvPr>
          <p:cNvSpPr txBox="1"/>
          <p:nvPr/>
        </p:nvSpPr>
        <p:spPr>
          <a:xfrm>
            <a:off x="2711946" y="8873346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LK160205</a:t>
            </a:r>
          </a:p>
        </p:txBody>
      </p:sp>
      <p:sp>
        <p:nvSpPr>
          <p:cNvPr id="392" name="TextBox 391">
            <a:hlinkClick action="ppaction://hlinksldjump" r:id="rId48"/>
          </p:cNvPr>
          <p:cNvSpPr txBox="1"/>
          <p:nvPr/>
        </p:nvSpPr>
        <p:spPr>
          <a:xfrm>
            <a:off x="3467695" y="8873346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MORBYD</a:t>
            </a:r>
          </a:p>
        </p:txBody>
      </p:sp>
      <p:sp>
        <p:nvSpPr>
          <p:cNvPr id="393" name="TextBox 392">
            <a:hlinkClick action="ppaction://hlinksldjump" r:id="rId48"/>
          </p:cNvPr>
          <p:cNvSpPr txBox="1"/>
          <p:nvPr/>
        </p:nvSpPr>
        <p:spPr>
          <a:xfrm>
            <a:off x="4481848" y="887334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111</a:t>
            </a:r>
          </a:p>
        </p:txBody>
      </p:sp>
      <p:sp>
        <p:nvSpPr>
          <p:cNvPr id="394" name="TextBox 393">
            <a:hlinkClick action="ppaction://hlinksldjump" r:id="rId49"/>
          </p:cNvPr>
          <p:cNvSpPr txBox="1"/>
          <p:nvPr/>
        </p:nvSpPr>
        <p:spPr>
          <a:xfrm>
            <a:off x="2711946" y="9000147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LK170206</a:t>
            </a:r>
          </a:p>
        </p:txBody>
      </p:sp>
      <p:sp>
        <p:nvSpPr>
          <p:cNvPr id="395" name="TextBox 394">
            <a:hlinkClick action="ppaction://hlinksldjump" r:id="rId49"/>
          </p:cNvPr>
          <p:cNvSpPr txBox="1"/>
          <p:nvPr/>
        </p:nvSpPr>
        <p:spPr>
          <a:xfrm>
            <a:off x="3467695" y="9000147"/>
            <a:ext cx="3855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SKRUST</a:t>
            </a:r>
          </a:p>
        </p:txBody>
      </p:sp>
      <p:sp>
        <p:nvSpPr>
          <p:cNvPr id="396" name="TextBox 395">
            <a:hlinkClick action="ppaction://hlinksldjump" r:id="rId49"/>
          </p:cNvPr>
          <p:cNvSpPr txBox="1"/>
          <p:nvPr/>
        </p:nvSpPr>
        <p:spPr>
          <a:xfrm>
            <a:off x="4442605" y="9000147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108</a:t>
            </a:r>
          </a:p>
        </p:txBody>
      </p:sp>
      <p:sp>
        <p:nvSpPr>
          <p:cNvPr id="397" name="TextBox 396">
            <a:hlinkClick action="ppaction://hlinksldjump" r:id="rId45"/>
          </p:cNvPr>
          <p:cNvSpPr txBox="1"/>
          <p:nvPr/>
        </p:nvSpPr>
        <p:spPr>
          <a:xfrm>
            <a:off x="4883943" y="1011649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LK180205</a:t>
            </a:r>
          </a:p>
        </p:txBody>
      </p:sp>
      <p:sp>
        <p:nvSpPr>
          <p:cNvPr id="398" name="TextBox 397">
            <a:hlinkClick action="ppaction://hlinksldjump" r:id="rId45"/>
          </p:cNvPr>
          <p:cNvSpPr txBox="1"/>
          <p:nvPr/>
        </p:nvSpPr>
        <p:spPr>
          <a:xfrm>
            <a:off x="5639692" y="1011649"/>
            <a:ext cx="57199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ROSE PATCH</a:t>
            </a:r>
          </a:p>
        </p:txBody>
      </p:sp>
      <p:sp>
        <p:nvSpPr>
          <p:cNvPr id="399" name="TextBox 398">
            <a:hlinkClick action="ppaction://hlinksldjump" r:id="rId45"/>
          </p:cNvPr>
          <p:cNvSpPr txBox="1"/>
          <p:nvPr/>
        </p:nvSpPr>
        <p:spPr>
          <a:xfrm>
            <a:off x="6614603" y="1011649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104</a:t>
            </a:r>
          </a:p>
        </p:txBody>
      </p:sp>
      <p:sp>
        <p:nvSpPr>
          <p:cNvPr id="400" name="TextBox 399">
            <a:hlinkClick action="ppaction://hlinksldjump" r:id="rId50"/>
          </p:cNvPr>
          <p:cNvSpPr txBox="1"/>
          <p:nvPr/>
        </p:nvSpPr>
        <p:spPr>
          <a:xfrm>
            <a:off x="4883943" y="1138450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LK190205</a:t>
            </a:r>
          </a:p>
        </p:txBody>
      </p:sp>
      <p:sp>
        <p:nvSpPr>
          <p:cNvPr id="401" name="TextBox 400">
            <a:hlinkClick action="ppaction://hlinksldjump" r:id="rId50"/>
          </p:cNvPr>
          <p:cNvSpPr txBox="1"/>
          <p:nvPr/>
        </p:nvSpPr>
        <p:spPr>
          <a:xfrm>
            <a:off x="5639692" y="1138450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AUREO</a:t>
            </a:r>
          </a:p>
        </p:txBody>
      </p:sp>
      <p:sp>
        <p:nvSpPr>
          <p:cNvPr id="402" name="TextBox 401">
            <a:hlinkClick action="ppaction://hlinksldjump" r:id="rId50"/>
          </p:cNvPr>
          <p:cNvSpPr txBox="1"/>
          <p:nvPr/>
        </p:nvSpPr>
        <p:spPr>
          <a:xfrm>
            <a:off x="6624414" y="1138450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102</a:t>
            </a:r>
          </a:p>
        </p:txBody>
      </p:sp>
      <p:sp>
        <p:nvSpPr>
          <p:cNvPr id="403" name="TextBox 402">
            <a:hlinkClick action="ppaction://hlinksldjump" r:id="rId49"/>
          </p:cNvPr>
          <p:cNvSpPr txBox="1"/>
          <p:nvPr/>
        </p:nvSpPr>
        <p:spPr>
          <a:xfrm>
            <a:off x="4883943" y="1265252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LK200206</a:t>
            </a:r>
          </a:p>
        </p:txBody>
      </p:sp>
      <p:sp>
        <p:nvSpPr>
          <p:cNvPr id="404" name="TextBox 403">
            <a:hlinkClick action="ppaction://hlinksldjump" r:id="rId49"/>
          </p:cNvPr>
          <p:cNvSpPr txBox="1"/>
          <p:nvPr/>
        </p:nvSpPr>
        <p:spPr>
          <a:xfrm>
            <a:off x="5639692" y="1265252"/>
            <a:ext cx="61123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BAR</a:t>
            </a:r>
          </a:p>
        </p:txBody>
      </p:sp>
      <p:sp>
        <p:nvSpPr>
          <p:cNvPr id="405" name="TextBox 404">
            <a:hlinkClick action="ppaction://hlinksldjump" r:id="rId49"/>
          </p:cNvPr>
          <p:cNvSpPr txBox="1"/>
          <p:nvPr/>
        </p:nvSpPr>
        <p:spPr>
          <a:xfrm>
            <a:off x="6614603" y="1265252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108</a:t>
            </a:r>
          </a:p>
        </p:txBody>
      </p:sp>
      <p:sp>
        <p:nvSpPr>
          <p:cNvPr id="406" name="TextBox 405">
            <a:hlinkClick action="ppaction://hlinksldjump" r:id="rId48"/>
          </p:cNvPr>
          <p:cNvSpPr txBox="1"/>
          <p:nvPr/>
        </p:nvSpPr>
        <p:spPr>
          <a:xfrm>
            <a:off x="4883943" y="1392053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LK210110</a:t>
            </a:r>
          </a:p>
        </p:txBody>
      </p:sp>
      <p:sp>
        <p:nvSpPr>
          <p:cNvPr id="407" name="TextBox 406">
            <a:hlinkClick action="ppaction://hlinksldjump" r:id="rId48"/>
          </p:cNvPr>
          <p:cNvSpPr txBox="1"/>
          <p:nvPr/>
        </p:nvSpPr>
        <p:spPr>
          <a:xfrm>
            <a:off x="5639692" y="1392053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HARRY</a:t>
            </a:r>
          </a:p>
        </p:txBody>
      </p:sp>
      <p:sp>
        <p:nvSpPr>
          <p:cNvPr id="408" name="TextBox 407">
            <a:hlinkClick action="ppaction://hlinksldjump" r:id="rId48"/>
          </p:cNvPr>
          <p:cNvSpPr txBox="1"/>
          <p:nvPr/>
        </p:nvSpPr>
        <p:spPr>
          <a:xfrm>
            <a:off x="6653846" y="139205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111</a:t>
            </a:r>
          </a:p>
        </p:txBody>
      </p:sp>
      <p:sp>
        <p:nvSpPr>
          <p:cNvPr id="409" name="TextBox 408">
            <a:hlinkClick action="ppaction://hlinksldjump" r:id="rId45"/>
          </p:cNvPr>
          <p:cNvSpPr txBox="1"/>
          <p:nvPr/>
        </p:nvSpPr>
        <p:spPr>
          <a:xfrm>
            <a:off x="4883943" y="1518855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LK220205</a:t>
            </a:r>
          </a:p>
        </p:txBody>
      </p:sp>
      <p:sp>
        <p:nvSpPr>
          <p:cNvPr id="410" name="TextBox 409">
            <a:hlinkClick action="ppaction://hlinksldjump" r:id="rId45"/>
          </p:cNvPr>
          <p:cNvSpPr txBox="1"/>
          <p:nvPr/>
        </p:nvSpPr>
        <p:spPr>
          <a:xfrm>
            <a:off x="5639692" y="151885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BYROX</a:t>
            </a:r>
          </a:p>
        </p:txBody>
      </p:sp>
      <p:sp>
        <p:nvSpPr>
          <p:cNvPr id="411" name="TextBox 410">
            <a:hlinkClick action="ppaction://hlinksldjump" r:id="rId45"/>
          </p:cNvPr>
          <p:cNvSpPr txBox="1"/>
          <p:nvPr/>
        </p:nvSpPr>
        <p:spPr>
          <a:xfrm>
            <a:off x="6614603" y="1518855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104</a:t>
            </a:r>
          </a:p>
        </p:txBody>
      </p:sp>
      <p:sp>
        <p:nvSpPr>
          <p:cNvPr id="412" name="TextBox 411">
            <a:hlinkClick action="ppaction://hlinksldjump" r:id="rId45"/>
          </p:cNvPr>
          <p:cNvSpPr txBox="1"/>
          <p:nvPr/>
        </p:nvSpPr>
        <p:spPr>
          <a:xfrm>
            <a:off x="4883943" y="1645657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LK220607</a:t>
            </a:r>
          </a:p>
        </p:txBody>
      </p:sp>
      <p:sp>
        <p:nvSpPr>
          <p:cNvPr id="413" name="TextBox 412">
            <a:hlinkClick action="ppaction://hlinksldjump" r:id="rId45"/>
          </p:cNvPr>
          <p:cNvSpPr txBox="1"/>
          <p:nvPr/>
        </p:nvSpPr>
        <p:spPr>
          <a:xfrm>
            <a:off x="5639692" y="1645657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BYROX</a:t>
            </a:r>
          </a:p>
        </p:txBody>
      </p:sp>
      <p:sp>
        <p:nvSpPr>
          <p:cNvPr id="414" name="TextBox 413">
            <a:hlinkClick action="ppaction://hlinksldjump" r:id="rId45"/>
          </p:cNvPr>
          <p:cNvSpPr txBox="1"/>
          <p:nvPr/>
        </p:nvSpPr>
        <p:spPr>
          <a:xfrm>
            <a:off x="6614603" y="1645657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104</a:t>
            </a:r>
          </a:p>
        </p:txBody>
      </p:sp>
      <p:sp>
        <p:nvSpPr>
          <p:cNvPr id="415" name="TextBox 414">
            <a:hlinkClick action="ppaction://hlinksldjump" r:id="rId49"/>
          </p:cNvPr>
          <p:cNvSpPr txBox="1"/>
          <p:nvPr/>
        </p:nvSpPr>
        <p:spPr>
          <a:xfrm>
            <a:off x="4883943" y="1772458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LK230205</a:t>
            </a:r>
          </a:p>
        </p:txBody>
      </p:sp>
      <p:sp>
        <p:nvSpPr>
          <p:cNvPr id="416" name="TextBox 415">
            <a:hlinkClick action="ppaction://hlinksldjump" r:id="rId49"/>
          </p:cNvPr>
          <p:cNvSpPr txBox="1"/>
          <p:nvPr/>
        </p:nvSpPr>
        <p:spPr>
          <a:xfrm>
            <a:off x="5639692" y="1772458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ACIDO 100</a:t>
            </a:r>
          </a:p>
        </p:txBody>
      </p:sp>
      <p:sp>
        <p:nvSpPr>
          <p:cNvPr id="417" name="TextBox 416">
            <a:hlinkClick action="ppaction://hlinksldjump" r:id="rId49"/>
          </p:cNvPr>
          <p:cNvSpPr txBox="1"/>
          <p:nvPr/>
        </p:nvSpPr>
        <p:spPr>
          <a:xfrm>
            <a:off x="6614603" y="1772458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108</a:t>
            </a:r>
          </a:p>
        </p:txBody>
      </p:sp>
      <p:sp>
        <p:nvSpPr>
          <p:cNvPr id="418" name="TextBox 417">
            <a:hlinkClick action="ppaction://hlinksldjump" r:id="rId49"/>
          </p:cNvPr>
          <p:cNvSpPr txBox="1"/>
          <p:nvPr/>
        </p:nvSpPr>
        <p:spPr>
          <a:xfrm>
            <a:off x="4883943" y="1899260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LK250112</a:t>
            </a:r>
          </a:p>
        </p:txBody>
      </p:sp>
      <p:sp>
        <p:nvSpPr>
          <p:cNvPr id="419" name="TextBox 418">
            <a:hlinkClick action="ppaction://hlinksldjump" r:id="rId49"/>
          </p:cNvPr>
          <p:cNvSpPr txBox="1"/>
          <p:nvPr/>
        </p:nvSpPr>
        <p:spPr>
          <a:xfrm>
            <a:off x="5639692" y="1899260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HD</a:t>
            </a:r>
          </a:p>
        </p:txBody>
      </p:sp>
      <p:sp>
        <p:nvSpPr>
          <p:cNvPr id="420" name="TextBox 419">
            <a:hlinkClick action="ppaction://hlinksldjump" r:id="rId49"/>
          </p:cNvPr>
          <p:cNvSpPr txBox="1"/>
          <p:nvPr/>
        </p:nvSpPr>
        <p:spPr>
          <a:xfrm>
            <a:off x="6614603" y="1899260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108</a:t>
            </a:r>
          </a:p>
        </p:txBody>
      </p:sp>
      <p:sp>
        <p:nvSpPr>
          <p:cNvPr id="421" name="TextBox 420">
            <a:hlinkClick action="ppaction://hlinksldjump" r:id="rId49"/>
          </p:cNvPr>
          <p:cNvSpPr txBox="1"/>
          <p:nvPr/>
        </p:nvSpPr>
        <p:spPr>
          <a:xfrm>
            <a:off x="4883943" y="2026061"/>
            <a:ext cx="43464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LK250125</a:t>
            </a:r>
          </a:p>
        </p:txBody>
      </p:sp>
      <p:sp>
        <p:nvSpPr>
          <p:cNvPr id="422" name="TextBox 421">
            <a:hlinkClick action="ppaction://hlinksldjump" r:id="rId49"/>
          </p:cNvPr>
          <p:cNvSpPr txBox="1"/>
          <p:nvPr/>
        </p:nvSpPr>
        <p:spPr>
          <a:xfrm>
            <a:off x="5639692" y="2026061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HD</a:t>
            </a:r>
          </a:p>
        </p:txBody>
      </p:sp>
      <p:sp>
        <p:nvSpPr>
          <p:cNvPr id="423" name="TextBox 422">
            <a:hlinkClick action="ppaction://hlinksldjump" r:id="rId49"/>
          </p:cNvPr>
          <p:cNvSpPr txBox="1"/>
          <p:nvPr/>
        </p:nvSpPr>
        <p:spPr>
          <a:xfrm>
            <a:off x="6614603" y="2026061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108</a:t>
            </a:r>
          </a:p>
        </p:txBody>
      </p:sp>
      <p:sp>
        <p:nvSpPr>
          <p:cNvPr id="424" name="TextBox 423">
            <a:hlinkClick action="ppaction://hlinksldjump" r:id="rId49"/>
          </p:cNvPr>
          <p:cNvSpPr txBox="1"/>
          <p:nvPr/>
        </p:nvSpPr>
        <p:spPr>
          <a:xfrm>
            <a:off x="4883943" y="2152863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LK250206</a:t>
            </a:r>
          </a:p>
        </p:txBody>
      </p:sp>
      <p:sp>
        <p:nvSpPr>
          <p:cNvPr id="425" name="TextBox 424">
            <a:hlinkClick action="ppaction://hlinksldjump" r:id="rId49"/>
          </p:cNvPr>
          <p:cNvSpPr txBox="1"/>
          <p:nvPr/>
        </p:nvSpPr>
        <p:spPr>
          <a:xfrm>
            <a:off x="5639692" y="2152863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HD</a:t>
            </a:r>
          </a:p>
        </p:txBody>
      </p:sp>
      <p:sp>
        <p:nvSpPr>
          <p:cNvPr id="426" name="TextBox 425">
            <a:hlinkClick action="ppaction://hlinksldjump" r:id="rId49"/>
          </p:cNvPr>
          <p:cNvSpPr txBox="1"/>
          <p:nvPr/>
        </p:nvSpPr>
        <p:spPr>
          <a:xfrm>
            <a:off x="6614603" y="2152863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108</a:t>
            </a:r>
          </a:p>
        </p:txBody>
      </p:sp>
      <p:sp>
        <p:nvSpPr>
          <p:cNvPr id="427" name="TextBox 426">
            <a:hlinkClick action="ppaction://hlinksldjump" r:id="rId40"/>
          </p:cNvPr>
          <p:cNvSpPr txBox="1"/>
          <p:nvPr/>
        </p:nvSpPr>
        <p:spPr>
          <a:xfrm>
            <a:off x="4883943" y="2279664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LK260110</a:t>
            </a:r>
          </a:p>
        </p:txBody>
      </p:sp>
      <p:sp>
        <p:nvSpPr>
          <p:cNvPr id="428" name="TextBox 427">
            <a:hlinkClick action="ppaction://hlinksldjump" r:id="rId40"/>
          </p:cNvPr>
          <p:cNvSpPr txBox="1"/>
          <p:nvPr/>
        </p:nvSpPr>
        <p:spPr>
          <a:xfrm>
            <a:off x="5639692" y="2279664"/>
            <a:ext cx="51312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BRILL PLUS</a:t>
            </a:r>
          </a:p>
        </p:txBody>
      </p:sp>
      <p:sp>
        <p:nvSpPr>
          <p:cNvPr id="429" name="TextBox 428">
            <a:hlinkClick action="ppaction://hlinksldjump" r:id="rId40"/>
          </p:cNvPr>
          <p:cNvSpPr txBox="1"/>
          <p:nvPr/>
        </p:nvSpPr>
        <p:spPr>
          <a:xfrm>
            <a:off x="6614603" y="2279664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430" name="TextBox 429">
            <a:hlinkClick action="ppaction://hlinksldjump" r:id="rId40"/>
          </p:cNvPr>
          <p:cNvSpPr txBox="1"/>
          <p:nvPr/>
        </p:nvSpPr>
        <p:spPr>
          <a:xfrm>
            <a:off x="4883943" y="2406466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LK260120</a:t>
            </a:r>
          </a:p>
        </p:txBody>
      </p:sp>
      <p:sp>
        <p:nvSpPr>
          <p:cNvPr id="431" name="TextBox 430">
            <a:hlinkClick action="ppaction://hlinksldjump" r:id="rId40"/>
          </p:cNvPr>
          <p:cNvSpPr txBox="1"/>
          <p:nvPr/>
        </p:nvSpPr>
        <p:spPr>
          <a:xfrm>
            <a:off x="5639692" y="2406466"/>
            <a:ext cx="51312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BRILL PLUS</a:t>
            </a:r>
          </a:p>
        </p:txBody>
      </p:sp>
      <p:sp>
        <p:nvSpPr>
          <p:cNvPr id="432" name="TextBox 431">
            <a:hlinkClick action="ppaction://hlinksldjump" r:id="rId40"/>
          </p:cNvPr>
          <p:cNvSpPr txBox="1"/>
          <p:nvPr/>
        </p:nvSpPr>
        <p:spPr>
          <a:xfrm>
            <a:off x="6614603" y="2406466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433" name="TextBox 432">
            <a:hlinkClick action="ppaction://hlinksldjump" r:id="rId40"/>
          </p:cNvPr>
          <p:cNvSpPr txBox="1"/>
          <p:nvPr/>
        </p:nvSpPr>
        <p:spPr>
          <a:xfrm>
            <a:off x="4883943" y="2533267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LK260205</a:t>
            </a:r>
          </a:p>
        </p:txBody>
      </p:sp>
      <p:sp>
        <p:nvSpPr>
          <p:cNvPr id="434" name="TextBox 433">
            <a:hlinkClick action="ppaction://hlinksldjump" r:id="rId40"/>
          </p:cNvPr>
          <p:cNvSpPr txBox="1"/>
          <p:nvPr/>
        </p:nvSpPr>
        <p:spPr>
          <a:xfrm>
            <a:off x="5639692" y="2533267"/>
            <a:ext cx="51312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BRILL PLUS</a:t>
            </a:r>
          </a:p>
        </p:txBody>
      </p:sp>
      <p:sp>
        <p:nvSpPr>
          <p:cNvPr id="435" name="TextBox 434">
            <a:hlinkClick action="ppaction://hlinksldjump" r:id="rId40"/>
          </p:cNvPr>
          <p:cNvSpPr txBox="1"/>
          <p:nvPr/>
        </p:nvSpPr>
        <p:spPr>
          <a:xfrm>
            <a:off x="6614603" y="2533267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436" name="TextBox 435">
            <a:hlinkClick action="ppaction://hlinksldjump" r:id="rId50"/>
          </p:cNvPr>
          <p:cNvSpPr txBox="1"/>
          <p:nvPr/>
        </p:nvSpPr>
        <p:spPr>
          <a:xfrm>
            <a:off x="4883943" y="2660069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LK270205</a:t>
            </a:r>
          </a:p>
        </p:txBody>
      </p:sp>
      <p:sp>
        <p:nvSpPr>
          <p:cNvPr id="437" name="TextBox 436">
            <a:hlinkClick action="ppaction://hlinksldjump" r:id="rId50"/>
          </p:cNvPr>
          <p:cNvSpPr txBox="1"/>
          <p:nvPr/>
        </p:nvSpPr>
        <p:spPr>
          <a:xfrm>
            <a:off x="5639692" y="2660069"/>
            <a:ext cx="26785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KORL</a:t>
            </a:r>
          </a:p>
        </p:txBody>
      </p:sp>
      <p:sp>
        <p:nvSpPr>
          <p:cNvPr id="438" name="TextBox 437">
            <a:hlinkClick action="ppaction://hlinksldjump" r:id="rId50"/>
          </p:cNvPr>
          <p:cNvSpPr txBox="1"/>
          <p:nvPr/>
        </p:nvSpPr>
        <p:spPr>
          <a:xfrm>
            <a:off x="6624414" y="2660069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102</a:t>
            </a:r>
          </a:p>
        </p:txBody>
      </p:sp>
      <p:sp>
        <p:nvSpPr>
          <p:cNvPr id="439" name="TextBox 438">
            <a:hlinkClick action="ppaction://hlinksldjump" r:id="rId43"/>
          </p:cNvPr>
          <p:cNvSpPr txBox="1"/>
          <p:nvPr/>
        </p:nvSpPr>
        <p:spPr>
          <a:xfrm>
            <a:off x="4883943" y="2786871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LK280205</a:t>
            </a:r>
          </a:p>
        </p:txBody>
      </p:sp>
      <p:sp>
        <p:nvSpPr>
          <p:cNvPr id="440" name="TextBox 439">
            <a:hlinkClick action="ppaction://hlinksldjump" r:id="rId43"/>
          </p:cNvPr>
          <p:cNvSpPr txBox="1"/>
          <p:nvPr/>
        </p:nvSpPr>
        <p:spPr>
          <a:xfrm>
            <a:off x="5639692" y="2786871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BLU OCEAN</a:t>
            </a:r>
          </a:p>
        </p:txBody>
      </p:sp>
      <p:sp>
        <p:nvSpPr>
          <p:cNvPr id="441" name="TextBox 440">
            <a:hlinkClick action="ppaction://hlinksldjump" r:id="rId43"/>
          </p:cNvPr>
          <p:cNvSpPr txBox="1"/>
          <p:nvPr/>
        </p:nvSpPr>
        <p:spPr>
          <a:xfrm>
            <a:off x="6614603" y="2786871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103</a:t>
            </a:r>
          </a:p>
        </p:txBody>
      </p:sp>
      <p:sp>
        <p:nvSpPr>
          <p:cNvPr id="442" name="TextBox 441">
            <a:hlinkClick action="ppaction://hlinksldjump" r:id="rId43"/>
          </p:cNvPr>
          <p:cNvSpPr txBox="1"/>
          <p:nvPr/>
        </p:nvSpPr>
        <p:spPr>
          <a:xfrm>
            <a:off x="4883943" y="2913672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LK290205</a:t>
            </a:r>
          </a:p>
        </p:txBody>
      </p:sp>
      <p:sp>
        <p:nvSpPr>
          <p:cNvPr id="443" name="TextBox 442">
            <a:hlinkClick action="ppaction://hlinksldjump" r:id="rId43"/>
          </p:cNvPr>
          <p:cNvSpPr txBox="1"/>
          <p:nvPr/>
        </p:nvSpPr>
        <p:spPr>
          <a:xfrm>
            <a:off x="5639692" y="2913672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METAL C</a:t>
            </a:r>
          </a:p>
        </p:txBody>
      </p:sp>
      <p:sp>
        <p:nvSpPr>
          <p:cNvPr id="444" name="TextBox 443">
            <a:hlinkClick action="ppaction://hlinksldjump" r:id="rId43"/>
          </p:cNvPr>
          <p:cNvSpPr txBox="1"/>
          <p:nvPr/>
        </p:nvSpPr>
        <p:spPr>
          <a:xfrm>
            <a:off x="6614603" y="2913672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103</a:t>
            </a:r>
          </a:p>
        </p:txBody>
      </p:sp>
      <p:sp>
        <p:nvSpPr>
          <p:cNvPr id="445" name="TextBox 444">
            <a:hlinkClick action="ppaction://hlinksldjump" r:id="rId50"/>
          </p:cNvPr>
          <p:cNvSpPr txBox="1"/>
          <p:nvPr/>
        </p:nvSpPr>
        <p:spPr>
          <a:xfrm>
            <a:off x="4883943" y="3040474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LK300205</a:t>
            </a:r>
          </a:p>
        </p:txBody>
      </p:sp>
      <p:sp>
        <p:nvSpPr>
          <p:cNvPr id="446" name="TextBox 445">
            <a:hlinkClick action="ppaction://hlinksldjump" r:id="rId50"/>
          </p:cNvPr>
          <p:cNvSpPr txBox="1"/>
          <p:nvPr/>
        </p:nvSpPr>
        <p:spPr>
          <a:xfrm>
            <a:off x="5639692" y="3040474"/>
            <a:ext cx="2580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PARX</a:t>
            </a:r>
          </a:p>
        </p:txBody>
      </p:sp>
      <p:sp>
        <p:nvSpPr>
          <p:cNvPr id="447" name="TextBox 446">
            <a:hlinkClick action="ppaction://hlinksldjump" r:id="rId50"/>
          </p:cNvPr>
          <p:cNvSpPr txBox="1"/>
          <p:nvPr/>
        </p:nvSpPr>
        <p:spPr>
          <a:xfrm>
            <a:off x="6624414" y="3040474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102</a:t>
            </a:r>
          </a:p>
        </p:txBody>
      </p:sp>
      <p:sp>
        <p:nvSpPr>
          <p:cNvPr id="448" name="TextBox 447">
            <a:hlinkClick action="ppaction://hlinksldjump" r:id="rId50"/>
          </p:cNvPr>
          <p:cNvSpPr txBox="1"/>
          <p:nvPr/>
        </p:nvSpPr>
        <p:spPr>
          <a:xfrm>
            <a:off x="4883943" y="3167275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LK310205</a:t>
            </a:r>
          </a:p>
        </p:txBody>
      </p:sp>
      <p:sp>
        <p:nvSpPr>
          <p:cNvPr id="449" name="TextBox 448">
            <a:hlinkClick action="ppaction://hlinksldjump" r:id="rId50"/>
          </p:cNvPr>
          <p:cNvSpPr txBox="1"/>
          <p:nvPr/>
        </p:nvSpPr>
        <p:spPr>
          <a:xfrm>
            <a:off x="5639692" y="316727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DETON</a:t>
            </a:r>
          </a:p>
        </p:txBody>
      </p:sp>
      <p:sp>
        <p:nvSpPr>
          <p:cNvPr id="450" name="TextBox 449">
            <a:hlinkClick action="ppaction://hlinksldjump" r:id="rId50"/>
          </p:cNvPr>
          <p:cNvSpPr txBox="1"/>
          <p:nvPr/>
        </p:nvSpPr>
        <p:spPr>
          <a:xfrm>
            <a:off x="6624414" y="3167275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102</a:t>
            </a:r>
          </a:p>
        </p:txBody>
      </p:sp>
      <p:sp>
        <p:nvSpPr>
          <p:cNvPr id="451" name="TextBox 450">
            <a:hlinkClick action="ppaction://hlinksldjump" r:id="rId43"/>
          </p:cNvPr>
          <p:cNvSpPr txBox="1"/>
          <p:nvPr/>
        </p:nvSpPr>
        <p:spPr>
          <a:xfrm>
            <a:off x="4883943" y="3294077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LK320205</a:t>
            </a:r>
          </a:p>
        </p:txBody>
      </p:sp>
      <p:sp>
        <p:nvSpPr>
          <p:cNvPr id="452" name="TextBox 451">
            <a:hlinkClick action="ppaction://hlinksldjump" r:id="rId43"/>
          </p:cNvPr>
          <p:cNvSpPr txBox="1"/>
          <p:nvPr/>
        </p:nvSpPr>
        <p:spPr>
          <a:xfrm>
            <a:off x="5639692" y="3294077"/>
            <a:ext cx="4935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MOCHITEX</a:t>
            </a:r>
          </a:p>
        </p:txBody>
      </p:sp>
      <p:sp>
        <p:nvSpPr>
          <p:cNvPr id="453" name="TextBox 452">
            <a:hlinkClick action="ppaction://hlinksldjump" r:id="rId43"/>
          </p:cNvPr>
          <p:cNvSpPr txBox="1"/>
          <p:nvPr/>
        </p:nvSpPr>
        <p:spPr>
          <a:xfrm>
            <a:off x="6614603" y="3294077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103</a:t>
            </a:r>
          </a:p>
        </p:txBody>
      </p:sp>
      <p:sp>
        <p:nvSpPr>
          <p:cNvPr id="454" name="TextBox 453">
            <a:hlinkClick action="ppaction://hlinksldjump" r:id="rId46"/>
          </p:cNvPr>
          <p:cNvSpPr txBox="1"/>
          <p:nvPr/>
        </p:nvSpPr>
        <p:spPr>
          <a:xfrm>
            <a:off x="4883943" y="3420878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LK330607</a:t>
            </a:r>
          </a:p>
        </p:txBody>
      </p:sp>
      <p:sp>
        <p:nvSpPr>
          <p:cNvPr id="455" name="TextBox 454">
            <a:hlinkClick action="ppaction://hlinksldjump" r:id="rId46"/>
          </p:cNvPr>
          <p:cNvSpPr txBox="1"/>
          <p:nvPr/>
        </p:nvSpPr>
        <p:spPr>
          <a:xfrm>
            <a:off x="5639692" y="3420878"/>
            <a:ext cx="60142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REFLEX CLOR</a:t>
            </a:r>
          </a:p>
        </p:txBody>
      </p:sp>
      <p:sp>
        <p:nvSpPr>
          <p:cNvPr id="456" name="TextBox 455">
            <a:hlinkClick action="ppaction://hlinksldjump" r:id="rId46"/>
          </p:cNvPr>
          <p:cNvSpPr txBox="1"/>
          <p:nvPr/>
        </p:nvSpPr>
        <p:spPr>
          <a:xfrm>
            <a:off x="6624414" y="3420878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105</a:t>
            </a:r>
          </a:p>
        </p:txBody>
      </p:sp>
      <p:sp>
        <p:nvSpPr>
          <p:cNvPr id="457" name="TextBox 456">
            <a:hlinkClick action="ppaction://hlinksldjump" r:id="rId40"/>
          </p:cNvPr>
          <p:cNvSpPr txBox="1"/>
          <p:nvPr/>
        </p:nvSpPr>
        <p:spPr>
          <a:xfrm>
            <a:off x="4883943" y="3547680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LK340112</a:t>
            </a:r>
          </a:p>
        </p:txBody>
      </p:sp>
      <p:sp>
        <p:nvSpPr>
          <p:cNvPr id="458" name="TextBox 457">
            <a:hlinkClick action="ppaction://hlinksldjump" r:id="rId40"/>
          </p:cNvPr>
          <p:cNvSpPr txBox="1"/>
          <p:nvPr/>
        </p:nvSpPr>
        <p:spPr>
          <a:xfrm>
            <a:off x="5639692" y="3547680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PLUS</a:t>
            </a:r>
          </a:p>
        </p:txBody>
      </p:sp>
      <p:sp>
        <p:nvSpPr>
          <p:cNvPr id="459" name="TextBox 458">
            <a:hlinkClick action="ppaction://hlinksldjump" r:id="rId40"/>
          </p:cNvPr>
          <p:cNvSpPr txBox="1"/>
          <p:nvPr/>
        </p:nvSpPr>
        <p:spPr>
          <a:xfrm>
            <a:off x="6614603" y="3547680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460" name="TextBox 459">
            <a:hlinkClick action="ppaction://hlinksldjump" r:id="rId40"/>
          </p:cNvPr>
          <p:cNvSpPr txBox="1"/>
          <p:nvPr/>
        </p:nvSpPr>
        <p:spPr>
          <a:xfrm>
            <a:off x="4883943" y="3674482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LK340125</a:t>
            </a:r>
          </a:p>
        </p:txBody>
      </p:sp>
      <p:sp>
        <p:nvSpPr>
          <p:cNvPr id="461" name="TextBox 460">
            <a:hlinkClick action="ppaction://hlinksldjump" r:id="rId40"/>
          </p:cNvPr>
          <p:cNvSpPr txBox="1"/>
          <p:nvPr/>
        </p:nvSpPr>
        <p:spPr>
          <a:xfrm>
            <a:off x="5639692" y="3674482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PLUS</a:t>
            </a:r>
          </a:p>
        </p:txBody>
      </p:sp>
      <p:sp>
        <p:nvSpPr>
          <p:cNvPr id="462" name="TextBox 461">
            <a:hlinkClick action="ppaction://hlinksldjump" r:id="rId40"/>
          </p:cNvPr>
          <p:cNvSpPr txBox="1"/>
          <p:nvPr/>
        </p:nvSpPr>
        <p:spPr>
          <a:xfrm>
            <a:off x="6614603" y="3674482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463" name="TextBox 462">
            <a:hlinkClick action="ppaction://hlinksldjump" r:id="rId40"/>
          </p:cNvPr>
          <p:cNvSpPr txBox="1"/>
          <p:nvPr/>
        </p:nvSpPr>
        <p:spPr>
          <a:xfrm>
            <a:off x="4883943" y="3801283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LK340206</a:t>
            </a:r>
          </a:p>
        </p:txBody>
      </p:sp>
      <p:sp>
        <p:nvSpPr>
          <p:cNvPr id="464" name="TextBox 463">
            <a:hlinkClick action="ppaction://hlinksldjump" r:id="rId40"/>
          </p:cNvPr>
          <p:cNvSpPr txBox="1"/>
          <p:nvPr/>
        </p:nvSpPr>
        <p:spPr>
          <a:xfrm>
            <a:off x="5639692" y="3801283"/>
            <a:ext cx="6602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LAWASH PLUS</a:t>
            </a:r>
          </a:p>
        </p:txBody>
      </p:sp>
      <p:sp>
        <p:nvSpPr>
          <p:cNvPr id="465" name="TextBox 464">
            <a:hlinkClick action="ppaction://hlinksldjump" r:id="rId40"/>
          </p:cNvPr>
          <p:cNvSpPr txBox="1"/>
          <p:nvPr/>
        </p:nvSpPr>
        <p:spPr>
          <a:xfrm>
            <a:off x="6614603" y="3801283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109</a:t>
            </a:r>
          </a:p>
        </p:txBody>
      </p:sp>
      <p:sp>
        <p:nvSpPr>
          <p:cNvPr id="466" name="TextBox 465">
            <a:hlinkClick action="ppaction://hlinksldjump" r:id="rId44"/>
          </p:cNvPr>
          <p:cNvSpPr txBox="1"/>
          <p:nvPr/>
        </p:nvSpPr>
        <p:spPr>
          <a:xfrm>
            <a:off x="4883943" y="3928085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LK350205</a:t>
            </a:r>
          </a:p>
        </p:txBody>
      </p:sp>
      <p:sp>
        <p:nvSpPr>
          <p:cNvPr id="467" name="TextBox 466">
            <a:hlinkClick action="ppaction://hlinksldjump" r:id="rId44"/>
          </p:cNvPr>
          <p:cNvSpPr txBox="1"/>
          <p:nvPr/>
        </p:nvSpPr>
        <p:spPr>
          <a:xfrm>
            <a:off x="5639692" y="3928085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BACTOSAN</a:t>
            </a:r>
          </a:p>
        </p:txBody>
      </p:sp>
      <p:sp>
        <p:nvSpPr>
          <p:cNvPr id="468" name="TextBox 467">
            <a:hlinkClick action="ppaction://hlinksldjump" r:id="rId44"/>
          </p:cNvPr>
          <p:cNvSpPr txBox="1"/>
          <p:nvPr/>
        </p:nvSpPr>
        <p:spPr>
          <a:xfrm>
            <a:off x="6614603" y="3928085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106</a:t>
            </a:r>
          </a:p>
        </p:txBody>
      </p:sp>
      <p:sp>
        <p:nvSpPr>
          <p:cNvPr id="469" name="TextBox 468">
            <a:hlinkClick action="ppaction://hlinksldjump" r:id="rId44"/>
          </p:cNvPr>
          <p:cNvSpPr txBox="1"/>
          <p:nvPr/>
        </p:nvSpPr>
        <p:spPr>
          <a:xfrm>
            <a:off x="4883943" y="4054886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LK350607</a:t>
            </a:r>
          </a:p>
        </p:txBody>
      </p:sp>
      <p:sp>
        <p:nvSpPr>
          <p:cNvPr id="470" name="TextBox 469">
            <a:hlinkClick action="ppaction://hlinksldjump" r:id="rId44"/>
          </p:cNvPr>
          <p:cNvSpPr txBox="1"/>
          <p:nvPr/>
        </p:nvSpPr>
        <p:spPr>
          <a:xfrm>
            <a:off x="5639692" y="4054886"/>
            <a:ext cx="52293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BACTOSAN</a:t>
            </a:r>
          </a:p>
        </p:txBody>
      </p:sp>
      <p:sp>
        <p:nvSpPr>
          <p:cNvPr id="471" name="TextBox 470">
            <a:hlinkClick action="ppaction://hlinksldjump" r:id="rId44"/>
          </p:cNvPr>
          <p:cNvSpPr txBox="1"/>
          <p:nvPr/>
        </p:nvSpPr>
        <p:spPr>
          <a:xfrm>
            <a:off x="6614603" y="4054886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106</a:t>
            </a:r>
          </a:p>
        </p:txBody>
      </p:sp>
      <p:sp>
        <p:nvSpPr>
          <p:cNvPr id="472" name="TextBox 471">
            <a:hlinkClick action="ppaction://hlinksldjump" r:id="rId47"/>
          </p:cNvPr>
          <p:cNvSpPr txBox="1"/>
          <p:nvPr/>
        </p:nvSpPr>
        <p:spPr>
          <a:xfrm>
            <a:off x="4883943" y="4181688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LK370205</a:t>
            </a:r>
          </a:p>
        </p:txBody>
      </p:sp>
      <p:sp>
        <p:nvSpPr>
          <p:cNvPr id="473" name="TextBox 472">
            <a:hlinkClick action="ppaction://hlinksldjump" r:id="rId47"/>
          </p:cNvPr>
          <p:cNvSpPr txBox="1"/>
          <p:nvPr/>
        </p:nvSpPr>
        <p:spPr>
          <a:xfrm>
            <a:off x="5639692" y="4181688"/>
            <a:ext cx="5621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MATIC FORN</a:t>
            </a:r>
          </a:p>
        </p:txBody>
      </p:sp>
      <p:sp>
        <p:nvSpPr>
          <p:cNvPr id="474" name="TextBox 473">
            <a:hlinkClick action="ppaction://hlinksldjump" r:id="rId47"/>
          </p:cNvPr>
          <p:cNvSpPr txBox="1"/>
          <p:nvPr/>
        </p:nvSpPr>
        <p:spPr>
          <a:xfrm>
            <a:off x="6624414" y="4181688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107</a:t>
            </a:r>
          </a:p>
        </p:txBody>
      </p:sp>
      <p:sp>
        <p:nvSpPr>
          <p:cNvPr id="475" name="TextBox 474">
            <a:hlinkClick action="ppaction://hlinksldjump" r:id="rId47"/>
          </p:cNvPr>
          <p:cNvSpPr txBox="1"/>
          <p:nvPr/>
        </p:nvSpPr>
        <p:spPr>
          <a:xfrm>
            <a:off x="4883943" y="4308489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LK380205</a:t>
            </a:r>
          </a:p>
        </p:txBody>
      </p:sp>
      <p:sp>
        <p:nvSpPr>
          <p:cNvPr id="476" name="TextBox 475">
            <a:hlinkClick action="ppaction://hlinksldjump" r:id="rId47"/>
          </p:cNvPr>
          <p:cNvSpPr txBox="1"/>
          <p:nvPr/>
        </p:nvSpPr>
        <p:spPr>
          <a:xfrm>
            <a:off x="5639692" y="4308489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SGRASSO LEMON</a:t>
            </a:r>
          </a:p>
        </p:txBody>
      </p:sp>
      <p:sp>
        <p:nvSpPr>
          <p:cNvPr id="477" name="TextBox 476">
            <a:hlinkClick action="ppaction://hlinksldjump" r:id="rId47"/>
          </p:cNvPr>
          <p:cNvSpPr txBox="1"/>
          <p:nvPr/>
        </p:nvSpPr>
        <p:spPr>
          <a:xfrm>
            <a:off x="6624414" y="4308489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107</a:t>
            </a:r>
          </a:p>
        </p:txBody>
      </p:sp>
      <p:sp>
        <p:nvSpPr>
          <p:cNvPr id="478" name="TextBox 477">
            <a:hlinkClick action="ppaction://hlinksldjump" r:id="rId47"/>
          </p:cNvPr>
          <p:cNvSpPr txBox="1"/>
          <p:nvPr/>
        </p:nvSpPr>
        <p:spPr>
          <a:xfrm>
            <a:off x="4883943" y="4435291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LK380607</a:t>
            </a:r>
          </a:p>
        </p:txBody>
      </p:sp>
      <p:sp>
        <p:nvSpPr>
          <p:cNvPr id="479" name="TextBox 478">
            <a:hlinkClick action="ppaction://hlinksldjump" r:id="rId47"/>
          </p:cNvPr>
          <p:cNvSpPr txBox="1"/>
          <p:nvPr/>
        </p:nvSpPr>
        <p:spPr>
          <a:xfrm>
            <a:off x="5639692" y="4435291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SGRASSO LEMON</a:t>
            </a:r>
          </a:p>
        </p:txBody>
      </p:sp>
      <p:sp>
        <p:nvSpPr>
          <p:cNvPr id="480" name="TextBox 479">
            <a:hlinkClick action="ppaction://hlinksldjump" r:id="rId47"/>
          </p:cNvPr>
          <p:cNvSpPr txBox="1"/>
          <p:nvPr/>
        </p:nvSpPr>
        <p:spPr>
          <a:xfrm>
            <a:off x="6624414" y="4435291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107</a:t>
            </a:r>
          </a:p>
        </p:txBody>
      </p:sp>
      <p:sp>
        <p:nvSpPr>
          <p:cNvPr id="481" name="TextBox 480">
            <a:hlinkClick action="ppaction://hlinksldjump" r:id="rId45"/>
          </p:cNvPr>
          <p:cNvSpPr txBox="1"/>
          <p:nvPr/>
        </p:nvSpPr>
        <p:spPr>
          <a:xfrm>
            <a:off x="4883943" y="4562092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LK390607</a:t>
            </a:r>
          </a:p>
        </p:txBody>
      </p:sp>
      <p:sp>
        <p:nvSpPr>
          <p:cNvPr id="482" name="TextBox 481">
            <a:hlinkClick action="ppaction://hlinksldjump" r:id="rId45"/>
          </p:cNvPr>
          <p:cNvSpPr txBox="1"/>
          <p:nvPr/>
        </p:nvSpPr>
        <p:spPr>
          <a:xfrm>
            <a:off x="5639692" y="4562092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INOLUX</a:t>
            </a:r>
          </a:p>
        </p:txBody>
      </p:sp>
      <p:sp>
        <p:nvSpPr>
          <p:cNvPr id="483" name="TextBox 482">
            <a:hlinkClick action="ppaction://hlinksldjump" r:id="rId45"/>
          </p:cNvPr>
          <p:cNvSpPr txBox="1"/>
          <p:nvPr/>
        </p:nvSpPr>
        <p:spPr>
          <a:xfrm>
            <a:off x="6614603" y="4562092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104</a:t>
            </a:r>
          </a:p>
        </p:txBody>
      </p:sp>
      <p:sp>
        <p:nvSpPr>
          <p:cNvPr id="484" name="TextBox 483">
            <a:hlinkClick action="ppaction://hlinksldjump" r:id="rId46"/>
          </p:cNvPr>
          <p:cNvSpPr txBox="1"/>
          <p:nvPr/>
        </p:nvSpPr>
        <p:spPr>
          <a:xfrm>
            <a:off x="4883943" y="4688894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LK400110</a:t>
            </a:r>
          </a:p>
        </p:txBody>
      </p:sp>
      <p:sp>
        <p:nvSpPr>
          <p:cNvPr id="485" name="TextBox 484">
            <a:hlinkClick action="ppaction://hlinksldjump" r:id="rId46"/>
          </p:cNvPr>
          <p:cNvSpPr txBox="1"/>
          <p:nvPr/>
        </p:nvSpPr>
        <p:spPr>
          <a:xfrm>
            <a:off x="5639692" y="4688894"/>
            <a:ext cx="3757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OXIMAX</a:t>
            </a:r>
          </a:p>
        </p:txBody>
      </p:sp>
      <p:sp>
        <p:nvSpPr>
          <p:cNvPr id="486" name="TextBox 485">
            <a:hlinkClick action="ppaction://hlinksldjump" r:id="rId46"/>
          </p:cNvPr>
          <p:cNvSpPr txBox="1"/>
          <p:nvPr/>
        </p:nvSpPr>
        <p:spPr>
          <a:xfrm>
            <a:off x="6624414" y="4688894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105</a:t>
            </a:r>
          </a:p>
        </p:txBody>
      </p:sp>
      <p:sp>
        <p:nvSpPr>
          <p:cNvPr id="487" name="TextBox 486">
            <a:hlinkClick action="ppaction://hlinksldjump" r:id="rId46"/>
          </p:cNvPr>
          <p:cNvSpPr txBox="1"/>
          <p:nvPr/>
        </p:nvSpPr>
        <p:spPr>
          <a:xfrm>
            <a:off x="4883943" y="4815696"/>
            <a:ext cx="48369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LK400607</a:t>
            </a:r>
          </a:p>
        </p:txBody>
      </p:sp>
      <p:sp>
        <p:nvSpPr>
          <p:cNvPr id="488" name="TextBox 487">
            <a:hlinkClick action="ppaction://hlinksldjump" r:id="rId46"/>
          </p:cNvPr>
          <p:cNvSpPr txBox="1"/>
          <p:nvPr/>
        </p:nvSpPr>
        <p:spPr>
          <a:xfrm>
            <a:off x="5639692" y="4815696"/>
            <a:ext cx="55236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REFLEX OXY</a:t>
            </a:r>
          </a:p>
        </p:txBody>
      </p:sp>
      <p:sp>
        <p:nvSpPr>
          <p:cNvPr id="489" name="TextBox 488">
            <a:hlinkClick action="ppaction://hlinksldjump" r:id="rId46"/>
          </p:cNvPr>
          <p:cNvSpPr txBox="1"/>
          <p:nvPr/>
        </p:nvSpPr>
        <p:spPr>
          <a:xfrm>
            <a:off x="6624414" y="4815696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105</a:t>
            </a:r>
          </a:p>
        </p:txBody>
      </p:sp>
      <p:sp>
        <p:nvSpPr>
          <p:cNvPr id="490" name="TextBox 489">
            <a:hlinkClick action="ppaction://hlinksldjump" r:id="rId45"/>
          </p:cNvPr>
          <p:cNvSpPr txBox="1"/>
          <p:nvPr/>
        </p:nvSpPr>
        <p:spPr>
          <a:xfrm>
            <a:off x="4883943" y="4942497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LK410601</a:t>
            </a:r>
          </a:p>
        </p:txBody>
      </p:sp>
      <p:sp>
        <p:nvSpPr>
          <p:cNvPr id="491" name="TextBox 490">
            <a:hlinkClick action="ppaction://hlinksldjump" r:id="rId45"/>
          </p:cNvPr>
          <p:cNvSpPr txBox="1"/>
          <p:nvPr/>
        </p:nvSpPr>
        <p:spPr>
          <a:xfrm>
            <a:off x="5639692" y="4942497"/>
            <a:ext cx="57199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ROSE PATCH</a:t>
            </a:r>
          </a:p>
        </p:txBody>
      </p:sp>
      <p:sp>
        <p:nvSpPr>
          <p:cNvPr id="492" name="TextBox 491">
            <a:hlinkClick action="ppaction://hlinksldjump" r:id="rId45"/>
          </p:cNvPr>
          <p:cNvSpPr txBox="1"/>
          <p:nvPr/>
        </p:nvSpPr>
        <p:spPr>
          <a:xfrm>
            <a:off x="6614603" y="4942497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104</a:t>
            </a:r>
          </a:p>
        </p:txBody>
      </p:sp>
      <p:sp>
        <p:nvSpPr>
          <p:cNvPr id="493" name="TextBox 492">
            <a:hlinkClick action="ppaction://hlinksldjump" r:id="rId43"/>
          </p:cNvPr>
          <p:cNvSpPr txBox="1"/>
          <p:nvPr/>
        </p:nvSpPr>
        <p:spPr>
          <a:xfrm>
            <a:off x="4883943" y="5069299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LK420601</a:t>
            </a:r>
          </a:p>
        </p:txBody>
      </p:sp>
      <p:sp>
        <p:nvSpPr>
          <p:cNvPr id="494" name="TextBox 493">
            <a:hlinkClick action="ppaction://hlinksldjump" r:id="rId43"/>
          </p:cNvPr>
          <p:cNvSpPr txBox="1"/>
          <p:nvPr/>
        </p:nvSpPr>
        <p:spPr>
          <a:xfrm>
            <a:off x="5639692" y="5069299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FLOREAL</a:t>
            </a:r>
          </a:p>
        </p:txBody>
      </p:sp>
      <p:sp>
        <p:nvSpPr>
          <p:cNvPr id="495" name="TextBox 494">
            <a:hlinkClick action="ppaction://hlinksldjump" r:id="rId43"/>
          </p:cNvPr>
          <p:cNvSpPr txBox="1"/>
          <p:nvPr/>
        </p:nvSpPr>
        <p:spPr>
          <a:xfrm>
            <a:off x="6614603" y="5069299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103</a:t>
            </a:r>
          </a:p>
        </p:txBody>
      </p:sp>
      <p:sp>
        <p:nvSpPr>
          <p:cNvPr id="496" name="TextBox 495">
            <a:hlinkClick action="ppaction://hlinksldjump" r:id="rId46"/>
          </p:cNvPr>
          <p:cNvSpPr txBox="1"/>
          <p:nvPr/>
        </p:nvSpPr>
        <p:spPr>
          <a:xfrm>
            <a:off x="4883943" y="5196100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LK430601</a:t>
            </a:r>
          </a:p>
        </p:txBody>
      </p:sp>
      <p:sp>
        <p:nvSpPr>
          <p:cNvPr id="497" name="TextBox 496">
            <a:hlinkClick action="ppaction://hlinksldjump" r:id="rId46"/>
          </p:cNvPr>
          <p:cNvSpPr txBox="1"/>
          <p:nvPr/>
        </p:nvSpPr>
        <p:spPr>
          <a:xfrm>
            <a:off x="5639692" y="5196100"/>
            <a:ext cx="39539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BACTIVE</a:t>
            </a:r>
          </a:p>
        </p:txBody>
      </p:sp>
      <p:sp>
        <p:nvSpPr>
          <p:cNvPr id="498" name="TextBox 497">
            <a:hlinkClick action="ppaction://hlinksldjump" r:id="rId46"/>
          </p:cNvPr>
          <p:cNvSpPr txBox="1"/>
          <p:nvPr/>
        </p:nvSpPr>
        <p:spPr>
          <a:xfrm>
            <a:off x="6624414" y="5196100"/>
            <a:ext cx="17956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105</a:t>
            </a:r>
          </a:p>
        </p:txBody>
      </p:sp>
      <p:sp>
        <p:nvSpPr>
          <p:cNvPr id="499" name="TextBox 498">
            <a:hlinkClick action="ppaction://hlinksldjump" r:id="rId42"/>
          </p:cNvPr>
          <p:cNvSpPr txBox="1"/>
          <p:nvPr/>
        </p:nvSpPr>
        <p:spPr>
          <a:xfrm>
            <a:off x="4883943" y="5322902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LK440205</a:t>
            </a:r>
          </a:p>
        </p:txBody>
      </p:sp>
      <p:sp>
        <p:nvSpPr>
          <p:cNvPr id="500" name="TextBox 499">
            <a:hlinkClick action="ppaction://hlinksldjump" r:id="rId42"/>
          </p:cNvPr>
          <p:cNvSpPr txBox="1"/>
          <p:nvPr/>
        </p:nvSpPr>
        <p:spPr>
          <a:xfrm>
            <a:off x="5639692" y="5322902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GLAM</a:t>
            </a:r>
          </a:p>
        </p:txBody>
      </p:sp>
      <p:sp>
        <p:nvSpPr>
          <p:cNvPr id="501" name="TextBox 500">
            <a:hlinkClick action="ppaction://hlinksldjump" r:id="rId42"/>
          </p:cNvPr>
          <p:cNvSpPr txBox="1"/>
          <p:nvPr/>
        </p:nvSpPr>
        <p:spPr>
          <a:xfrm>
            <a:off x="6644035" y="5322902"/>
            <a:ext cx="15993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112</a:t>
            </a:r>
          </a:p>
        </p:txBody>
      </p:sp>
      <p:sp>
        <p:nvSpPr>
          <p:cNvPr id="502" name="TextBox 501">
            <a:hlinkClick action="ppaction://hlinksldjump" r:id="rId48"/>
          </p:cNvPr>
          <p:cNvSpPr txBox="1"/>
          <p:nvPr/>
        </p:nvSpPr>
        <p:spPr>
          <a:xfrm>
            <a:off x="4883943" y="5449703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LK450205</a:t>
            </a:r>
          </a:p>
        </p:txBody>
      </p:sp>
      <p:sp>
        <p:nvSpPr>
          <p:cNvPr id="503" name="TextBox 502">
            <a:hlinkClick action="ppaction://hlinksldjump" r:id="rId48"/>
          </p:cNvPr>
          <p:cNvSpPr txBox="1"/>
          <p:nvPr/>
        </p:nvSpPr>
        <p:spPr>
          <a:xfrm>
            <a:off x="5639692" y="5449703"/>
            <a:ext cx="49350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SANIGLAM</a:t>
            </a:r>
          </a:p>
        </p:txBody>
      </p:sp>
      <p:sp>
        <p:nvSpPr>
          <p:cNvPr id="504" name="TextBox 503">
            <a:hlinkClick action="ppaction://hlinksldjump" r:id="rId48"/>
          </p:cNvPr>
          <p:cNvSpPr txBox="1"/>
          <p:nvPr/>
        </p:nvSpPr>
        <p:spPr>
          <a:xfrm>
            <a:off x="6653846" y="544970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111</a:t>
            </a:r>
          </a:p>
        </p:txBody>
      </p:sp>
      <p:sp>
        <p:nvSpPr>
          <p:cNvPr id="505" name="TextBox 504">
            <a:hlinkClick action="ppaction://hlinksldjump" r:id="rId44"/>
          </p:cNvPr>
          <p:cNvSpPr txBox="1"/>
          <p:nvPr/>
        </p:nvSpPr>
        <p:spPr>
          <a:xfrm>
            <a:off x="4883943" y="5576505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LK460601</a:t>
            </a:r>
          </a:p>
        </p:txBody>
      </p:sp>
      <p:sp>
        <p:nvSpPr>
          <p:cNvPr id="506" name="TextBox 505">
            <a:hlinkClick action="ppaction://hlinksldjump" r:id="rId44"/>
          </p:cNvPr>
          <p:cNvSpPr txBox="1"/>
          <p:nvPr/>
        </p:nvSpPr>
        <p:spPr>
          <a:xfrm>
            <a:off x="5639692" y="5576505"/>
            <a:ext cx="55236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CLORACTAB</a:t>
            </a:r>
          </a:p>
        </p:txBody>
      </p:sp>
      <p:sp>
        <p:nvSpPr>
          <p:cNvPr id="507" name="TextBox 506">
            <a:hlinkClick action="ppaction://hlinksldjump" r:id="rId44"/>
          </p:cNvPr>
          <p:cNvSpPr txBox="1"/>
          <p:nvPr/>
        </p:nvSpPr>
        <p:spPr>
          <a:xfrm>
            <a:off x="6614603" y="5576505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106</a:t>
            </a:r>
          </a:p>
        </p:txBody>
      </p:sp>
      <p:sp>
        <p:nvSpPr>
          <p:cNvPr id="508" name="TextBox 507">
            <a:hlinkClick action="ppaction://hlinksldjump" r:id="rId44"/>
          </p:cNvPr>
          <p:cNvSpPr txBox="1"/>
          <p:nvPr/>
        </p:nvSpPr>
        <p:spPr>
          <a:xfrm>
            <a:off x="4883943" y="5703307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LK470205</a:t>
            </a:r>
          </a:p>
        </p:txBody>
      </p:sp>
      <p:sp>
        <p:nvSpPr>
          <p:cNvPr id="509" name="TextBox 508">
            <a:hlinkClick action="ppaction://hlinksldjump" r:id="rId44"/>
          </p:cNvPr>
          <p:cNvSpPr txBox="1"/>
          <p:nvPr/>
        </p:nvSpPr>
        <p:spPr>
          <a:xfrm>
            <a:off x="5639692" y="5703307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RTU PLUS</a:t>
            </a:r>
          </a:p>
        </p:txBody>
      </p:sp>
      <p:sp>
        <p:nvSpPr>
          <p:cNvPr id="510" name="TextBox 509">
            <a:hlinkClick action="ppaction://hlinksldjump" r:id="rId44"/>
          </p:cNvPr>
          <p:cNvSpPr txBox="1"/>
          <p:nvPr/>
        </p:nvSpPr>
        <p:spPr>
          <a:xfrm>
            <a:off x="6614603" y="5703307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106</a:t>
            </a:r>
          </a:p>
        </p:txBody>
      </p:sp>
      <p:sp>
        <p:nvSpPr>
          <p:cNvPr id="511" name="TextBox 510">
            <a:hlinkClick action="ppaction://hlinksldjump" r:id="rId44"/>
          </p:cNvPr>
          <p:cNvSpPr txBox="1"/>
          <p:nvPr/>
        </p:nvSpPr>
        <p:spPr>
          <a:xfrm>
            <a:off x="4883943" y="5830108"/>
            <a:ext cx="47388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LK470607</a:t>
            </a:r>
          </a:p>
        </p:txBody>
      </p:sp>
      <p:sp>
        <p:nvSpPr>
          <p:cNvPr id="512" name="TextBox 511">
            <a:hlinkClick action="ppaction://hlinksldjump" r:id="rId44"/>
          </p:cNvPr>
          <p:cNvSpPr txBox="1"/>
          <p:nvPr/>
        </p:nvSpPr>
        <p:spPr>
          <a:xfrm>
            <a:off x="5639692" y="5830108"/>
            <a:ext cx="45426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RTU PLUS</a:t>
            </a:r>
          </a:p>
        </p:txBody>
      </p:sp>
      <p:sp>
        <p:nvSpPr>
          <p:cNvPr id="513" name="TextBox 512">
            <a:hlinkClick action="ppaction://hlinksldjump" r:id="rId44"/>
          </p:cNvPr>
          <p:cNvSpPr txBox="1"/>
          <p:nvPr/>
        </p:nvSpPr>
        <p:spPr>
          <a:xfrm>
            <a:off x="6614603" y="5830108"/>
            <a:ext cx="18937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106</a:t>
            </a:r>
          </a:p>
        </p:txBody>
      </p:sp>
      <p:sp>
        <p:nvSpPr>
          <p:cNvPr id="514" name="TextBox 513">
            <a:hlinkClick action="ppaction://hlinksldjump" r:id="rId36"/>
          </p:cNvPr>
          <p:cNvSpPr txBox="1"/>
          <p:nvPr/>
        </p:nvSpPr>
        <p:spPr>
          <a:xfrm>
            <a:off x="4883943" y="5956910"/>
            <a:ext cx="50331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PALETTINA</a:t>
            </a:r>
          </a:p>
        </p:txBody>
      </p:sp>
      <p:sp>
        <p:nvSpPr>
          <p:cNvPr id="515" name="TextBox 514">
            <a:hlinkClick action="ppaction://hlinksldjump" r:id="rId36"/>
          </p:cNvPr>
          <p:cNvSpPr txBox="1"/>
          <p:nvPr/>
        </p:nvSpPr>
        <p:spPr>
          <a:xfrm>
            <a:off x="5639692" y="5956910"/>
            <a:ext cx="80744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Palettine e cucchiai</a:t>
            </a:r>
          </a:p>
        </p:txBody>
      </p:sp>
      <p:sp>
        <p:nvSpPr>
          <p:cNvPr id="516" name="TextBox 515">
            <a:hlinkClick action="ppaction://hlinksldjump" r:id="rId36"/>
          </p:cNvPr>
          <p:cNvSpPr txBox="1"/>
          <p:nvPr/>
        </p:nvSpPr>
        <p:spPr>
          <a:xfrm>
            <a:off x="6663657" y="5956910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35</a:t>
            </a:r>
          </a:p>
        </p:txBody>
      </p:sp>
      <p:sp>
        <p:nvSpPr>
          <p:cNvPr id="517" name="TextBox 516">
            <a:hlinkClick action="ppaction://hlinksldjump" r:id="rId35"/>
          </p:cNvPr>
          <p:cNvSpPr txBox="1"/>
          <p:nvPr/>
        </p:nvSpPr>
        <p:spPr>
          <a:xfrm>
            <a:off x="4883943" y="6083711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POKE'7</a:t>
            </a:r>
          </a:p>
        </p:txBody>
      </p:sp>
      <p:sp>
        <p:nvSpPr>
          <p:cNvPr id="518" name="TextBox 517">
            <a:hlinkClick action="ppaction://hlinksldjump" r:id="rId35"/>
          </p:cNvPr>
          <p:cNvSpPr txBox="1"/>
          <p:nvPr/>
        </p:nvSpPr>
        <p:spPr>
          <a:xfrm>
            <a:off x="5639692" y="6083711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da asporto</a:t>
            </a:r>
          </a:p>
        </p:txBody>
      </p:sp>
      <p:sp>
        <p:nvSpPr>
          <p:cNvPr id="519" name="TextBox 518">
            <a:hlinkClick action="ppaction://hlinksldjump" r:id="rId35"/>
          </p:cNvPr>
          <p:cNvSpPr txBox="1"/>
          <p:nvPr/>
        </p:nvSpPr>
        <p:spPr>
          <a:xfrm>
            <a:off x="6663657" y="608371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520" name="TextBox 519">
            <a:hlinkClick action="ppaction://hlinksldjump" r:id="rId35"/>
          </p:cNvPr>
          <p:cNvSpPr txBox="1"/>
          <p:nvPr/>
        </p:nvSpPr>
        <p:spPr>
          <a:xfrm>
            <a:off x="4883943" y="6210513"/>
            <a:ext cx="38558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POKE'12</a:t>
            </a:r>
          </a:p>
        </p:txBody>
      </p:sp>
      <p:sp>
        <p:nvSpPr>
          <p:cNvPr id="521" name="TextBox 520">
            <a:hlinkClick action="ppaction://hlinksldjump" r:id="rId35"/>
          </p:cNvPr>
          <p:cNvSpPr txBox="1"/>
          <p:nvPr/>
        </p:nvSpPr>
        <p:spPr>
          <a:xfrm>
            <a:off x="5639692" y="6210513"/>
            <a:ext cx="88593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Insalatiere da asporto</a:t>
            </a:r>
          </a:p>
        </p:txBody>
      </p:sp>
      <p:sp>
        <p:nvSpPr>
          <p:cNvPr id="522" name="TextBox 521">
            <a:hlinkClick action="ppaction://hlinksldjump" r:id="rId35"/>
          </p:cNvPr>
          <p:cNvSpPr txBox="1"/>
          <p:nvPr/>
        </p:nvSpPr>
        <p:spPr>
          <a:xfrm>
            <a:off x="6663657" y="6210513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42</a:t>
            </a:r>
          </a:p>
        </p:txBody>
      </p:sp>
      <p:sp>
        <p:nvSpPr>
          <p:cNvPr id="523" name="TextBox 522">
            <a:hlinkClick action="ppaction://hlinksldjump" r:id="rId33"/>
          </p:cNvPr>
          <p:cNvSpPr txBox="1"/>
          <p:nvPr/>
        </p:nvSpPr>
        <p:spPr>
          <a:xfrm>
            <a:off x="4883943" y="6337314"/>
            <a:ext cx="41501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pp 200cc</a:t>
            </a:r>
          </a:p>
        </p:txBody>
      </p:sp>
      <p:sp>
        <p:nvSpPr>
          <p:cNvPr id="524" name="TextBox 523">
            <a:hlinkClick action="ppaction://hlinksldjump" r:id="rId33"/>
          </p:cNvPr>
          <p:cNvSpPr txBox="1"/>
          <p:nvPr/>
        </p:nvSpPr>
        <p:spPr>
          <a:xfrm>
            <a:off x="5639692" y="6337314"/>
            <a:ext cx="94479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PP e coperchi</a:t>
            </a:r>
          </a:p>
        </p:txBody>
      </p:sp>
      <p:sp>
        <p:nvSpPr>
          <p:cNvPr id="525" name="TextBox 524">
            <a:hlinkClick action="ppaction://hlinksldjump" r:id="rId33"/>
          </p:cNvPr>
          <p:cNvSpPr txBox="1"/>
          <p:nvPr/>
        </p:nvSpPr>
        <p:spPr>
          <a:xfrm>
            <a:off x="6653846" y="633731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30</a:t>
            </a:r>
          </a:p>
        </p:txBody>
      </p:sp>
      <p:sp>
        <p:nvSpPr>
          <p:cNvPr id="526" name="TextBox 525">
            <a:hlinkClick action="ppaction://hlinksldjump" r:id="rId51"/>
          </p:cNvPr>
          <p:cNvSpPr txBox="1"/>
          <p:nvPr/>
        </p:nvSpPr>
        <p:spPr>
          <a:xfrm>
            <a:off x="4883943" y="6464116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SG08</a:t>
            </a:r>
          </a:p>
        </p:txBody>
      </p:sp>
      <p:sp>
        <p:nvSpPr>
          <p:cNvPr id="527" name="TextBox 526">
            <a:hlinkClick action="ppaction://hlinksldjump" r:id="rId51"/>
          </p:cNvPr>
          <p:cNvSpPr txBox="1"/>
          <p:nvPr/>
        </p:nvSpPr>
        <p:spPr>
          <a:xfrm>
            <a:off x="5639692" y="6464116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528" name="TextBox 527">
            <a:hlinkClick action="ppaction://hlinksldjump" r:id="rId51"/>
          </p:cNvPr>
          <p:cNvSpPr txBox="1"/>
          <p:nvPr/>
        </p:nvSpPr>
        <p:spPr>
          <a:xfrm>
            <a:off x="6663657" y="6464116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29" name="TextBox 528">
            <a:hlinkClick action="ppaction://hlinksldjump" r:id="rId51"/>
          </p:cNvPr>
          <p:cNvSpPr txBox="1"/>
          <p:nvPr/>
        </p:nvSpPr>
        <p:spPr>
          <a:xfrm>
            <a:off x="4883943" y="6590917"/>
            <a:ext cx="24823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SG12</a:t>
            </a:r>
          </a:p>
        </p:txBody>
      </p:sp>
      <p:sp>
        <p:nvSpPr>
          <p:cNvPr id="530" name="TextBox 529">
            <a:hlinkClick action="ppaction://hlinksldjump" r:id="rId51"/>
          </p:cNvPr>
          <p:cNvSpPr txBox="1"/>
          <p:nvPr/>
        </p:nvSpPr>
        <p:spPr>
          <a:xfrm>
            <a:off x="5639692" y="6590917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531" name="TextBox 530">
            <a:hlinkClick action="ppaction://hlinksldjump" r:id="rId51"/>
          </p:cNvPr>
          <p:cNvSpPr txBox="1"/>
          <p:nvPr/>
        </p:nvSpPr>
        <p:spPr>
          <a:xfrm>
            <a:off x="6663657" y="6590917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32" name="TextBox 531">
            <a:hlinkClick action="ppaction://hlinksldjump" r:id="rId51"/>
          </p:cNvPr>
          <p:cNvSpPr txBox="1"/>
          <p:nvPr/>
        </p:nvSpPr>
        <p:spPr>
          <a:xfrm>
            <a:off x="4883943" y="6717719"/>
            <a:ext cx="25804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SG13</a:t>
            </a:r>
          </a:p>
        </p:txBody>
      </p:sp>
      <p:sp>
        <p:nvSpPr>
          <p:cNvPr id="533" name="TextBox 532">
            <a:hlinkClick action="ppaction://hlinksldjump" r:id="rId51"/>
          </p:cNvPr>
          <p:cNvSpPr txBox="1"/>
          <p:nvPr/>
        </p:nvSpPr>
        <p:spPr>
          <a:xfrm>
            <a:off x="5639692" y="6717719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Copripaste e supporti</a:t>
            </a:r>
          </a:p>
        </p:txBody>
      </p:sp>
      <p:sp>
        <p:nvSpPr>
          <p:cNvPr id="534" name="TextBox 533">
            <a:hlinkClick action="ppaction://hlinksldjump" r:id="rId51"/>
          </p:cNvPr>
          <p:cNvSpPr txBox="1"/>
          <p:nvPr/>
        </p:nvSpPr>
        <p:spPr>
          <a:xfrm>
            <a:off x="6663657" y="671771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58</a:t>
            </a:r>
          </a:p>
        </p:txBody>
      </p:sp>
      <p:sp>
        <p:nvSpPr>
          <p:cNvPr id="535" name="TextBox 534">
            <a:hlinkClick action="ppaction://hlinksldjump" r:id="rId39"/>
          </p:cNvPr>
          <p:cNvSpPr txBox="1"/>
          <p:nvPr/>
        </p:nvSpPr>
        <p:spPr>
          <a:xfrm>
            <a:off x="4883943" y="6844521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SIBO1</a:t>
            </a:r>
          </a:p>
        </p:txBody>
      </p:sp>
      <p:sp>
        <p:nvSpPr>
          <p:cNvPr id="536" name="TextBox 535">
            <a:hlinkClick action="ppaction://hlinksldjump" r:id="rId39"/>
          </p:cNvPr>
          <p:cNvSpPr txBox="1"/>
          <p:nvPr/>
        </p:nvSpPr>
        <p:spPr>
          <a:xfrm>
            <a:off x="5639692" y="6844521"/>
            <a:ext cx="87612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panino a scatto</a:t>
            </a:r>
          </a:p>
        </p:txBody>
      </p:sp>
      <p:sp>
        <p:nvSpPr>
          <p:cNvPr id="537" name="TextBox 536">
            <a:hlinkClick action="ppaction://hlinksldjump" r:id="rId39"/>
          </p:cNvPr>
          <p:cNvSpPr txBox="1"/>
          <p:nvPr/>
        </p:nvSpPr>
        <p:spPr>
          <a:xfrm>
            <a:off x="6653846" y="6844521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</a:t>
            </a:r>
          </a:p>
        </p:txBody>
      </p:sp>
      <p:sp>
        <p:nvSpPr>
          <p:cNvPr id="538" name="TextBox 537">
            <a:hlinkClick action="ppaction://hlinksldjump" r:id="rId52"/>
          </p:cNvPr>
          <p:cNvSpPr txBox="1"/>
          <p:nvPr/>
        </p:nvSpPr>
        <p:spPr>
          <a:xfrm>
            <a:off x="4883943" y="6971322"/>
            <a:ext cx="27766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SIBO1</a:t>
            </a:r>
          </a:p>
        </p:txBody>
      </p:sp>
      <p:sp>
        <p:nvSpPr>
          <p:cNvPr id="539" name="TextBox 538">
            <a:hlinkClick action="ppaction://hlinksldjump" r:id="rId52"/>
          </p:cNvPr>
          <p:cNvSpPr txBox="1"/>
          <p:nvPr/>
        </p:nvSpPr>
        <p:spPr>
          <a:xfrm>
            <a:off x="5639692" y="6971322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fritti</a:t>
            </a:r>
          </a:p>
        </p:txBody>
      </p:sp>
      <p:sp>
        <p:nvSpPr>
          <p:cNvPr id="540" name="TextBox 539">
            <a:hlinkClick action="ppaction://hlinksldjump" r:id="rId52"/>
          </p:cNvPr>
          <p:cNvSpPr txBox="1"/>
          <p:nvPr/>
        </p:nvSpPr>
        <p:spPr>
          <a:xfrm>
            <a:off x="6653846" y="697132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541" name="TextBox 540">
            <a:hlinkClick action="ppaction://hlinksldjump" r:id="rId39"/>
          </p:cNvPr>
          <p:cNvSpPr txBox="1"/>
          <p:nvPr/>
        </p:nvSpPr>
        <p:spPr>
          <a:xfrm>
            <a:off x="4883943" y="7098124"/>
            <a:ext cx="28747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SIBO5</a:t>
            </a:r>
          </a:p>
        </p:txBody>
      </p:sp>
      <p:sp>
        <p:nvSpPr>
          <p:cNvPr id="542" name="TextBox 541">
            <a:hlinkClick action="ppaction://hlinksldjump" r:id="rId39"/>
          </p:cNvPr>
          <p:cNvSpPr txBox="1"/>
          <p:nvPr/>
        </p:nvSpPr>
        <p:spPr>
          <a:xfrm>
            <a:off x="5639692" y="7098124"/>
            <a:ext cx="79763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panino a fiore</a:t>
            </a:r>
          </a:p>
        </p:txBody>
      </p:sp>
      <p:sp>
        <p:nvSpPr>
          <p:cNvPr id="543" name="TextBox 542">
            <a:hlinkClick action="ppaction://hlinksldjump" r:id="rId39"/>
          </p:cNvPr>
          <p:cNvSpPr txBox="1"/>
          <p:nvPr/>
        </p:nvSpPr>
        <p:spPr>
          <a:xfrm>
            <a:off x="6653846" y="7098124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63</a:t>
            </a:r>
          </a:p>
        </p:txBody>
      </p:sp>
      <p:sp>
        <p:nvSpPr>
          <p:cNvPr id="544" name="TextBox 543">
            <a:hlinkClick action="ppaction://hlinksldjump" r:id="rId52"/>
          </p:cNvPr>
          <p:cNvSpPr txBox="1"/>
          <p:nvPr/>
        </p:nvSpPr>
        <p:spPr>
          <a:xfrm>
            <a:off x="4883943" y="7224925"/>
            <a:ext cx="29729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SIBO6</a:t>
            </a:r>
          </a:p>
        </p:txBody>
      </p:sp>
      <p:sp>
        <p:nvSpPr>
          <p:cNvPr id="545" name="TextBox 544">
            <a:hlinkClick action="ppaction://hlinksldjump" r:id="rId52"/>
          </p:cNvPr>
          <p:cNvSpPr txBox="1"/>
          <p:nvPr/>
        </p:nvSpPr>
        <p:spPr>
          <a:xfrm>
            <a:off x="5639692" y="7224925"/>
            <a:ext cx="42483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fritti</a:t>
            </a:r>
          </a:p>
        </p:txBody>
      </p:sp>
      <p:sp>
        <p:nvSpPr>
          <p:cNvPr id="546" name="TextBox 545">
            <a:hlinkClick action="ppaction://hlinksldjump" r:id="rId52"/>
          </p:cNvPr>
          <p:cNvSpPr txBox="1"/>
          <p:nvPr/>
        </p:nvSpPr>
        <p:spPr>
          <a:xfrm>
            <a:off x="6653846" y="722492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64</a:t>
            </a:r>
          </a:p>
        </p:txBody>
      </p:sp>
      <p:sp>
        <p:nvSpPr>
          <p:cNvPr id="547" name="TextBox 546">
            <a:hlinkClick action="ppaction://hlinksldjump" r:id="rId34"/>
          </p:cNvPr>
          <p:cNvSpPr txBox="1"/>
          <p:nvPr/>
        </p:nvSpPr>
        <p:spPr>
          <a:xfrm>
            <a:off x="4883943" y="7351727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WP30Z</a:t>
            </a:r>
          </a:p>
        </p:txBody>
      </p:sp>
      <p:sp>
        <p:nvSpPr>
          <p:cNvPr id="548" name="TextBox 547">
            <a:hlinkClick action="ppaction://hlinksldjump" r:id="rId34"/>
          </p:cNvPr>
          <p:cNvSpPr txBox="1"/>
          <p:nvPr/>
        </p:nvSpPr>
        <p:spPr>
          <a:xfrm>
            <a:off x="5639692" y="7351727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carta</a:t>
            </a:r>
          </a:p>
        </p:txBody>
      </p:sp>
      <p:sp>
        <p:nvSpPr>
          <p:cNvPr id="549" name="TextBox 548">
            <a:hlinkClick action="ppaction://hlinksldjump" r:id="rId34"/>
          </p:cNvPr>
          <p:cNvSpPr txBox="1"/>
          <p:nvPr/>
        </p:nvSpPr>
        <p:spPr>
          <a:xfrm>
            <a:off x="6653846" y="7351727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550" name="TextBox 549">
            <a:hlinkClick action="ppaction://hlinksldjump" r:id="rId34"/>
          </p:cNvPr>
          <p:cNvSpPr txBox="1"/>
          <p:nvPr/>
        </p:nvSpPr>
        <p:spPr>
          <a:xfrm>
            <a:off x="4883943" y="7478528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WP70Z</a:t>
            </a:r>
          </a:p>
        </p:txBody>
      </p:sp>
      <p:sp>
        <p:nvSpPr>
          <p:cNvPr id="551" name="TextBox 550">
            <a:hlinkClick action="ppaction://hlinksldjump" r:id="rId34"/>
          </p:cNvPr>
          <p:cNvSpPr txBox="1"/>
          <p:nvPr/>
        </p:nvSpPr>
        <p:spPr>
          <a:xfrm>
            <a:off x="5639692" y="7478528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carta</a:t>
            </a:r>
          </a:p>
        </p:txBody>
      </p:sp>
      <p:sp>
        <p:nvSpPr>
          <p:cNvPr id="552" name="TextBox 551">
            <a:hlinkClick action="ppaction://hlinksldjump" r:id="rId34"/>
          </p:cNvPr>
          <p:cNvSpPr txBox="1"/>
          <p:nvPr/>
        </p:nvSpPr>
        <p:spPr>
          <a:xfrm>
            <a:off x="6653846" y="747852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553" name="TextBox 552">
            <a:hlinkClick action="ppaction://hlinksldjump" r:id="rId34"/>
          </p:cNvPr>
          <p:cNvSpPr txBox="1"/>
          <p:nvPr/>
        </p:nvSpPr>
        <p:spPr>
          <a:xfrm>
            <a:off x="4883943" y="7605330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WP80Z</a:t>
            </a:r>
          </a:p>
        </p:txBody>
      </p:sp>
      <p:sp>
        <p:nvSpPr>
          <p:cNvPr id="554" name="TextBox 553">
            <a:hlinkClick action="ppaction://hlinksldjump" r:id="rId34"/>
          </p:cNvPr>
          <p:cNvSpPr txBox="1"/>
          <p:nvPr/>
        </p:nvSpPr>
        <p:spPr>
          <a:xfrm>
            <a:off x="5639692" y="7605330"/>
            <a:ext cx="68972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Bicchieri in carta</a:t>
            </a:r>
          </a:p>
        </p:txBody>
      </p:sp>
      <p:sp>
        <p:nvSpPr>
          <p:cNvPr id="555" name="TextBox 554">
            <a:hlinkClick action="ppaction://hlinksldjump" r:id="rId34"/>
          </p:cNvPr>
          <p:cNvSpPr txBox="1"/>
          <p:nvPr/>
        </p:nvSpPr>
        <p:spPr>
          <a:xfrm>
            <a:off x="6653846" y="7605330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556" name="TextBox 555">
            <a:hlinkClick action="ppaction://hlinksldjump" r:id="rId34"/>
          </p:cNvPr>
          <p:cNvSpPr txBox="1"/>
          <p:nvPr/>
        </p:nvSpPr>
        <p:spPr>
          <a:xfrm>
            <a:off x="4883943" y="773213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WP100</a:t>
            </a:r>
          </a:p>
        </p:txBody>
      </p:sp>
      <p:sp>
        <p:nvSpPr>
          <p:cNvPr id="557" name="TextBox 556">
            <a:hlinkClick action="ppaction://hlinksldjump" r:id="rId34"/>
          </p:cNvPr>
          <p:cNvSpPr txBox="1"/>
          <p:nvPr/>
        </p:nvSpPr>
        <p:spPr>
          <a:xfrm>
            <a:off x="5639692" y="7732132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558" name="TextBox 557">
            <a:hlinkClick action="ppaction://hlinksldjump" r:id="rId34"/>
          </p:cNvPr>
          <p:cNvSpPr txBox="1"/>
          <p:nvPr/>
        </p:nvSpPr>
        <p:spPr>
          <a:xfrm>
            <a:off x="6653846" y="7732132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559" name="TextBox 558">
            <a:hlinkClick action="ppaction://hlinksldjump" r:id="rId34"/>
          </p:cNvPr>
          <p:cNvSpPr txBox="1"/>
          <p:nvPr/>
        </p:nvSpPr>
        <p:spPr>
          <a:xfrm>
            <a:off x="4883943" y="7858933"/>
            <a:ext cx="31691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WP110</a:t>
            </a:r>
          </a:p>
        </p:txBody>
      </p:sp>
      <p:sp>
        <p:nvSpPr>
          <p:cNvPr id="560" name="TextBox 559">
            <a:hlinkClick action="ppaction://hlinksldjump" r:id="rId34"/>
          </p:cNvPr>
          <p:cNvSpPr txBox="1"/>
          <p:nvPr/>
        </p:nvSpPr>
        <p:spPr>
          <a:xfrm>
            <a:off x="5639692" y="7858933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561" name="TextBox 560">
            <a:hlinkClick action="ppaction://hlinksldjump" r:id="rId34"/>
          </p:cNvPr>
          <p:cNvSpPr txBox="1"/>
          <p:nvPr/>
        </p:nvSpPr>
        <p:spPr>
          <a:xfrm>
            <a:off x="6653846" y="7858933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562" name="TextBox 561">
            <a:hlinkClick action="ppaction://hlinksldjump" r:id="rId34"/>
          </p:cNvPr>
          <p:cNvSpPr txBox="1"/>
          <p:nvPr/>
        </p:nvSpPr>
        <p:spPr>
          <a:xfrm>
            <a:off x="4883943" y="7985735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WP130</a:t>
            </a:r>
          </a:p>
        </p:txBody>
      </p:sp>
      <p:sp>
        <p:nvSpPr>
          <p:cNvPr id="563" name="TextBox 562">
            <a:hlinkClick action="ppaction://hlinksldjump" r:id="rId34"/>
          </p:cNvPr>
          <p:cNvSpPr txBox="1"/>
          <p:nvPr/>
        </p:nvSpPr>
        <p:spPr>
          <a:xfrm>
            <a:off x="5639692" y="7985735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564" name="TextBox 563">
            <a:hlinkClick action="ppaction://hlinksldjump" r:id="rId34"/>
          </p:cNvPr>
          <p:cNvSpPr txBox="1"/>
          <p:nvPr/>
        </p:nvSpPr>
        <p:spPr>
          <a:xfrm>
            <a:off x="6653846" y="7985735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565" name="TextBox 564">
            <a:hlinkClick action="ppaction://hlinksldjump" r:id="rId34"/>
          </p:cNvPr>
          <p:cNvSpPr txBox="1"/>
          <p:nvPr/>
        </p:nvSpPr>
        <p:spPr>
          <a:xfrm>
            <a:off x="4883943" y="8112536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WP500</a:t>
            </a:r>
          </a:p>
        </p:txBody>
      </p:sp>
      <p:sp>
        <p:nvSpPr>
          <p:cNvPr id="566" name="TextBox 565">
            <a:hlinkClick action="ppaction://hlinksldjump" r:id="rId34"/>
          </p:cNvPr>
          <p:cNvSpPr txBox="1"/>
          <p:nvPr/>
        </p:nvSpPr>
        <p:spPr>
          <a:xfrm>
            <a:off x="5639692" y="8112536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567" name="TextBox 566">
            <a:hlinkClick action="ppaction://hlinksldjump" r:id="rId34"/>
          </p:cNvPr>
          <p:cNvSpPr txBox="1"/>
          <p:nvPr/>
        </p:nvSpPr>
        <p:spPr>
          <a:xfrm>
            <a:off x="6653846" y="8112536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568" name="TextBox 567">
            <a:hlinkClick action="ppaction://hlinksldjump" r:id="rId34"/>
          </p:cNvPr>
          <p:cNvSpPr txBox="1"/>
          <p:nvPr/>
        </p:nvSpPr>
        <p:spPr>
          <a:xfrm>
            <a:off x="4883943" y="8239338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WP750</a:t>
            </a:r>
          </a:p>
        </p:txBody>
      </p:sp>
      <p:sp>
        <p:nvSpPr>
          <p:cNvPr id="569" name="TextBox 568">
            <a:hlinkClick action="ppaction://hlinksldjump" r:id="rId34"/>
          </p:cNvPr>
          <p:cNvSpPr txBox="1"/>
          <p:nvPr/>
        </p:nvSpPr>
        <p:spPr>
          <a:xfrm>
            <a:off x="5639692" y="8239338"/>
            <a:ext cx="228615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Bowl</a:t>
            </a:r>
          </a:p>
        </p:txBody>
      </p:sp>
      <p:sp>
        <p:nvSpPr>
          <p:cNvPr id="570" name="TextBox 569">
            <a:hlinkClick action="ppaction://hlinksldjump" r:id="rId34"/>
          </p:cNvPr>
          <p:cNvSpPr txBox="1"/>
          <p:nvPr/>
        </p:nvSpPr>
        <p:spPr>
          <a:xfrm>
            <a:off x="6653846" y="8239338"/>
            <a:ext cx="150129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34</a:t>
            </a:r>
          </a:p>
        </p:txBody>
      </p:sp>
      <p:sp>
        <p:nvSpPr>
          <p:cNvPr id="571" name="TextBox 570">
            <a:hlinkClick action="ppaction://hlinksldjump" r:id="rId53"/>
          </p:cNvPr>
          <p:cNvSpPr txBox="1"/>
          <p:nvPr/>
        </p:nvSpPr>
        <p:spPr>
          <a:xfrm>
            <a:off x="4883943" y="8366139"/>
            <a:ext cx="326722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WPB21</a:t>
            </a:r>
          </a:p>
        </p:txBody>
      </p:sp>
      <p:sp>
        <p:nvSpPr>
          <p:cNvPr id="572" name="TextBox 571">
            <a:hlinkClick action="ppaction://hlinksldjump" r:id="rId53"/>
          </p:cNvPr>
          <p:cNvSpPr txBox="1"/>
          <p:nvPr/>
        </p:nvSpPr>
        <p:spPr>
          <a:xfrm>
            <a:off x="5639692" y="8366139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babà</a:t>
            </a:r>
          </a:p>
        </p:txBody>
      </p:sp>
      <p:sp>
        <p:nvSpPr>
          <p:cNvPr id="573" name="TextBox 572">
            <a:hlinkClick action="ppaction://hlinksldjump" r:id="rId53"/>
          </p:cNvPr>
          <p:cNvSpPr txBox="1"/>
          <p:nvPr/>
        </p:nvSpPr>
        <p:spPr>
          <a:xfrm>
            <a:off x="6663657" y="8366139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574" name="TextBox 573">
            <a:hlinkClick action="ppaction://hlinksldjump" r:id="rId53"/>
          </p:cNvPr>
          <p:cNvSpPr txBox="1"/>
          <p:nvPr/>
        </p:nvSpPr>
        <p:spPr>
          <a:xfrm>
            <a:off x="4883943" y="8492941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WPB23</a:t>
            </a:r>
          </a:p>
        </p:txBody>
      </p:sp>
      <p:sp>
        <p:nvSpPr>
          <p:cNvPr id="575" name="TextBox 574">
            <a:hlinkClick action="ppaction://hlinksldjump" r:id="rId53"/>
          </p:cNvPr>
          <p:cNvSpPr txBox="1"/>
          <p:nvPr/>
        </p:nvSpPr>
        <p:spPr>
          <a:xfrm>
            <a:off x="5639692" y="8492941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babà</a:t>
            </a:r>
          </a:p>
        </p:txBody>
      </p:sp>
      <p:sp>
        <p:nvSpPr>
          <p:cNvPr id="576" name="TextBox 575">
            <a:hlinkClick action="ppaction://hlinksldjump" r:id="rId53"/>
          </p:cNvPr>
          <p:cNvSpPr txBox="1"/>
          <p:nvPr/>
        </p:nvSpPr>
        <p:spPr>
          <a:xfrm>
            <a:off x="6663657" y="8492941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577" name="TextBox 576">
            <a:hlinkClick action="ppaction://hlinksldjump" r:id="rId53"/>
          </p:cNvPr>
          <p:cNvSpPr txBox="1"/>
          <p:nvPr/>
        </p:nvSpPr>
        <p:spPr>
          <a:xfrm>
            <a:off x="4883943" y="8619742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WPB25</a:t>
            </a:r>
          </a:p>
        </p:txBody>
      </p:sp>
      <p:sp>
        <p:nvSpPr>
          <p:cNvPr id="578" name="TextBox 577">
            <a:hlinkClick action="ppaction://hlinksldjump" r:id="rId53"/>
          </p:cNvPr>
          <p:cNvSpPr txBox="1"/>
          <p:nvPr/>
        </p:nvSpPr>
        <p:spPr>
          <a:xfrm>
            <a:off x="5639692" y="8619742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babà</a:t>
            </a:r>
          </a:p>
        </p:txBody>
      </p:sp>
      <p:sp>
        <p:nvSpPr>
          <p:cNvPr id="579" name="TextBox 578">
            <a:hlinkClick action="ppaction://hlinksldjump" r:id="rId53"/>
          </p:cNvPr>
          <p:cNvSpPr txBox="1"/>
          <p:nvPr/>
        </p:nvSpPr>
        <p:spPr>
          <a:xfrm>
            <a:off x="6663657" y="8619742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580" name="TextBox 579">
            <a:hlinkClick action="ppaction://hlinksldjump" r:id="rId53"/>
          </p:cNvPr>
          <p:cNvSpPr txBox="1"/>
          <p:nvPr/>
        </p:nvSpPr>
        <p:spPr>
          <a:xfrm>
            <a:off x="4883943" y="8746544"/>
            <a:ext cx="33653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WPB27</a:t>
            </a:r>
          </a:p>
        </p:txBody>
      </p:sp>
      <p:sp>
        <p:nvSpPr>
          <p:cNvPr id="581" name="TextBox 580">
            <a:hlinkClick action="ppaction://hlinksldjump" r:id="rId53"/>
          </p:cNvPr>
          <p:cNvSpPr txBox="1"/>
          <p:nvPr/>
        </p:nvSpPr>
        <p:spPr>
          <a:xfrm>
            <a:off x="5639692" y="8746544"/>
            <a:ext cx="464073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Porta babà</a:t>
            </a:r>
          </a:p>
        </p:txBody>
      </p:sp>
      <p:sp>
        <p:nvSpPr>
          <p:cNvPr id="582" name="TextBox 581">
            <a:hlinkClick action="ppaction://hlinksldjump" r:id="rId53"/>
          </p:cNvPr>
          <p:cNvSpPr txBox="1"/>
          <p:nvPr/>
        </p:nvSpPr>
        <p:spPr>
          <a:xfrm>
            <a:off x="6663657" y="8746544"/>
            <a:ext cx="140318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62</a:t>
            </a:r>
          </a:p>
        </p:txBody>
      </p:sp>
      <p:sp>
        <p:nvSpPr>
          <p:cNvPr id="583" name="TextBox 582">
            <a:hlinkClick action="ppaction://hlinksldjump" r:id="rId54"/>
          </p:cNvPr>
          <p:cNvSpPr txBox="1"/>
          <p:nvPr/>
        </p:nvSpPr>
        <p:spPr>
          <a:xfrm>
            <a:off x="4883943" y="8873346"/>
            <a:ext cx="35615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WPT34</a:t>
            </a:r>
          </a:p>
        </p:txBody>
      </p:sp>
      <p:sp>
        <p:nvSpPr>
          <p:cNvPr id="584" name="TextBox 583">
            <a:hlinkClick action="ppaction://hlinksldjump" r:id="rId54"/>
          </p:cNvPr>
          <p:cNvSpPr txBox="1"/>
          <p:nvPr/>
        </p:nvSpPr>
        <p:spPr>
          <a:xfrm>
            <a:off x="5639692" y="8873346"/>
            <a:ext cx="1288176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60" b="0">
                <a:solidFill>
                  <a:srgbClr val="566D78"/>
                </a:solidFill>
                <a:latin typeface="Inter Light"/>
              </a:rPr>
              <a:t>Tovagliette stampate su misura</a:t>
            </a:r>
          </a:p>
        </p:txBody>
      </p:sp>
      <p:sp>
        <p:nvSpPr>
          <p:cNvPr id="585" name="TextBox 584">
            <a:hlinkClick action="ppaction://hlinksldjump" r:id="rId54"/>
          </p:cNvPr>
          <p:cNvSpPr txBox="1"/>
          <p:nvPr/>
        </p:nvSpPr>
        <p:spPr>
          <a:xfrm>
            <a:off x="6673467" y="8873346"/>
            <a:ext cx="130507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</a:pPr>
            <a:r>
              <a:rPr sz="660" b="0">
                <a:solidFill>
                  <a:srgbClr val="0A2A39"/>
                </a:solidFill>
                <a:latin typeface="Inter Medium"/>
              </a:rPr>
              <a:t>13</a:t>
            </a:r>
          </a:p>
        </p:txBody>
      </p:sp>
      <p:sp>
        <p:nvSpPr>
          <p:cNvPr id="586" name="TextBox 585">
            <a:hlinkClick action="ppaction://hlinksldjump" r:id="rId5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587" name="TextBox 586">
            <a:hlinkClick action="ppaction://hlinksldjump" r:id="rId6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588" name="TextBox 587">
            <a:hlinkClick action="ppaction://hlinksldjump" r:id="rId7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589" name="TextBox 588">
            <a:hlinkClick action="ppaction://hlinksldjump" r:id="rId8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590" name="TextBox 589">
            <a:hlinkClick action="ppaction://hlinksldjump" r:id="rId9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591" name="TextBox 590">
            <a:hlinkClick action="ppaction://hlinksldjump" r:id="rId10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592" name="TextBox 591">
            <a:hlinkClick action="ppaction://hlinksldjump" r:id="rId11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539948" y="10222473"/>
            <a:ext cx="22861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129</a:t>
            </a:r>
          </a:p>
        </p:txBody>
      </p:sp>
      <p:sp>
        <p:nvSpPr>
          <p:cNvPr id="594" name="TextBox 593">
            <a:hlinkClick action="ppaction://hlinksldjump" r:id="rId55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595" name="TextBox 594">
            <a:hlinkClick r:id="rId3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597" name="TextBox 596">
            <a:hlinkClick r:id="rId4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vg-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" y="323998"/>
            <a:ext cx="128736" cy="129480"/>
          </a:xfrm>
          <a:prstGeom prst="rect">
            <a:avLst/>
          </a:prstGeom>
        </p:spPr>
      </p:pic>
      <p:pic>
        <p:nvPicPr>
          <p:cNvPr id="3" name="Picture 2" descr="svg-02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48" y="3545978"/>
            <a:ext cx="251966" cy="251966"/>
          </a:xfrm>
          <a:prstGeom prst="rect">
            <a:avLst/>
          </a:prstGeom>
        </p:spPr>
      </p:pic>
      <p:pic>
        <p:nvPicPr>
          <p:cNvPr id="4" name="Picture 3" descr="svg-02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462" y="3545978"/>
            <a:ext cx="251966" cy="251966"/>
          </a:xfrm>
          <a:prstGeom prst="rect">
            <a:avLst/>
          </a:prstGeom>
        </p:spPr>
      </p:pic>
      <p:pic>
        <p:nvPicPr>
          <p:cNvPr id="5" name="Picture 4" descr="svg-02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294" y="3545978"/>
            <a:ext cx="251966" cy="2519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9948" y="5118348"/>
            <a:ext cx="1151929" cy="1151929"/>
          </a:xfrm>
          <a:prstGeom prst="roundRect">
            <a:avLst>
              <a:gd name="adj" fmla="val 625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vg-02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" y="5204668"/>
            <a:ext cx="979289" cy="9792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123777" y="5118348"/>
            <a:ext cx="1151929" cy="1151929"/>
          </a:xfrm>
          <a:prstGeom prst="roundRect">
            <a:avLst>
              <a:gd name="adj" fmla="val 6250"/>
            </a:avLst>
          </a:prstGeom>
          <a:solidFill>
            <a:srgbClr val="F1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vg-02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0097" y="5204668"/>
            <a:ext cx="979289" cy="97928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7092106"/>
            <a:ext cx="7559873" cy="3599854"/>
          </a:xfrm>
          <a:prstGeom prst="rect">
            <a:avLst/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band-contatti-st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948" y="6768107"/>
            <a:ext cx="6263878" cy="3310235"/>
          </a:xfrm>
          <a:prstGeom prst="rect">
            <a:avLst/>
          </a:prstGeom>
        </p:spPr>
      </p:pic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307907" y="1511944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>
            <a:hlinkClick action="ppaction://hlinksldjump" r:id="rId12"/>
          </p:cNvPr>
          <p:cNvSpPr/>
          <p:nvPr/>
        </p:nvSpPr>
        <p:spPr>
          <a:xfrm>
            <a:off x="7307907" y="2541537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>
            <a:hlinkClick action="ppaction://hlinksldjump" r:id="rId13"/>
          </p:cNvPr>
          <p:cNvSpPr/>
          <p:nvPr/>
        </p:nvSpPr>
        <p:spPr>
          <a:xfrm>
            <a:off x="7307907" y="3571130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>
            <a:hlinkClick action="ppaction://hlinksldjump" r:id="rId14"/>
          </p:cNvPr>
          <p:cNvSpPr/>
          <p:nvPr/>
        </p:nvSpPr>
        <p:spPr>
          <a:xfrm>
            <a:off x="7307907" y="4600723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>
            <a:hlinkClick action="ppaction://hlinksldjump" r:id="rId15"/>
          </p:cNvPr>
          <p:cNvSpPr/>
          <p:nvPr/>
        </p:nvSpPr>
        <p:spPr>
          <a:xfrm>
            <a:off x="7307907" y="5630316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>
            <a:hlinkClick action="ppaction://hlinksldjump" r:id="rId16"/>
          </p:cNvPr>
          <p:cNvSpPr/>
          <p:nvPr/>
        </p:nvSpPr>
        <p:spPr>
          <a:xfrm>
            <a:off x="7307907" y="6659909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>
            <a:hlinkClick action="ppaction://hlinksldjump" r:id="rId17"/>
          </p:cNvPr>
          <p:cNvSpPr/>
          <p:nvPr/>
        </p:nvSpPr>
        <p:spPr>
          <a:xfrm>
            <a:off x="7307907" y="7689502"/>
            <a:ext cx="251966" cy="971996"/>
          </a:xfrm>
          <a:prstGeom prst="roundRect">
            <a:avLst>
              <a:gd name="adj" fmla="val 22860"/>
            </a:avLst>
          </a:prstGeom>
          <a:solidFill>
            <a:srgbClr val="E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5005" y="321979"/>
            <a:ext cx="1647801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0A2A39"/>
                </a:solidFill>
                <a:latin typeface="Inter Medium"/>
              </a:rPr>
              <a:t>WASTE MANAGEMENT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91" y="321979"/>
            <a:ext cx="570764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20" b="0" spc="149">
                <a:solidFill>
                  <a:srgbClr val="566D78"/>
                </a:solidFill>
                <a:latin typeface="Inter"/>
              </a:rPr>
              <a:t>CONTATTI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948" y="747181"/>
            <a:ext cx="57337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CONTATTI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948" y="908957"/>
            <a:ext cx="3746228" cy="1310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3000"/>
              </a:lnSpc>
            </a:pPr>
            <a:r>
              <a:rPr sz="4600" b="0" spc="-115">
                <a:solidFill>
                  <a:srgbClr val="0A2A39"/>
                </a:solidFill>
                <a:latin typeface="Inter Light"/>
              </a:rPr>
              <a:t>Parliamo della</a:t>
            </a:r>
          </a:p>
          <a:p>
            <a:pPr algn="l">
              <a:lnSpc>
                <a:spcPct val="83000"/>
              </a:lnSpc>
            </a:pPr>
            <a:r>
              <a:rPr sz="4600" b="0" spc="-115">
                <a:solidFill>
                  <a:srgbClr val="3F8562"/>
                </a:solidFill>
                <a:latin typeface="Inter Light"/>
              </a:rPr>
              <a:t>tua attività.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948" y="2378933"/>
            <a:ext cx="5045693" cy="6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060" b="0">
                <a:solidFill>
                  <a:srgbClr val="0A2A39"/>
                </a:solidFill>
                <a:latin typeface="Inter Light"/>
              </a:rPr>
              <a:t>Raccontaci come lavori e quali prodotti utilizzi: ti aiutiamo a scegliere famiglie e formati e a coordinarli con il tuo marchio. Per un ordine indica i codici di questo catalogo.</a:t>
            </a:r>
          </a:p>
        </p:txBody>
      </p:sp>
      <p:sp>
        <p:nvSpPr>
          <p:cNvPr id="24" name="TextBox 23">
            <a:hlinkClick r:id="rId9"/>
          </p:cNvPr>
          <p:cNvSpPr txBox="1"/>
          <p:nvPr/>
        </p:nvSpPr>
        <p:spPr>
          <a:xfrm>
            <a:off x="539948" y="3859028"/>
            <a:ext cx="61261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TELEFONO</a:t>
            </a:r>
          </a:p>
        </p:txBody>
      </p:sp>
      <p:sp>
        <p:nvSpPr>
          <p:cNvPr id="25" name="TextBox 24">
            <a:hlinkClick r:id="rId9"/>
          </p:cNvPr>
          <p:cNvSpPr txBox="1"/>
          <p:nvPr/>
        </p:nvSpPr>
        <p:spPr>
          <a:xfrm>
            <a:off x="539948" y="4027502"/>
            <a:ext cx="1464769" cy="2787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700" b="0">
                <a:solidFill>
                  <a:srgbClr val="0A2A39"/>
                </a:solidFill>
                <a:latin typeface="Inter Light"/>
              </a:rPr>
              <a:t>334 712 4042</a:t>
            </a:r>
          </a:p>
        </p:txBody>
      </p:sp>
      <p:sp>
        <p:nvSpPr>
          <p:cNvPr id="26" name="TextBox 25">
            <a:hlinkClick r:id="rId10"/>
          </p:cNvPr>
          <p:cNvSpPr txBox="1"/>
          <p:nvPr/>
        </p:nvSpPr>
        <p:spPr>
          <a:xfrm>
            <a:off x="2557462" y="3859028"/>
            <a:ext cx="681442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INSTAGRAM</a:t>
            </a:r>
          </a:p>
        </p:txBody>
      </p:sp>
      <p:sp>
        <p:nvSpPr>
          <p:cNvPr id="27" name="TextBox 26">
            <a:hlinkClick r:id="rId10"/>
          </p:cNvPr>
          <p:cNvSpPr txBox="1"/>
          <p:nvPr/>
        </p:nvSpPr>
        <p:spPr>
          <a:xfrm>
            <a:off x="2557462" y="4017977"/>
            <a:ext cx="2328115" cy="24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400" b="0">
                <a:solidFill>
                  <a:srgbClr val="0A2A39"/>
                </a:solidFill>
                <a:latin typeface="Inter Light"/>
              </a:rPr>
              <a:t>@wastemanagementgroup</a:t>
            </a:r>
          </a:p>
        </p:txBody>
      </p:sp>
      <p:sp>
        <p:nvSpPr>
          <p:cNvPr id="28" name="TextBox 27">
            <a:hlinkClick r:id="rId10"/>
          </p:cNvPr>
          <p:cNvSpPr txBox="1"/>
          <p:nvPr/>
        </p:nvSpPr>
        <p:spPr>
          <a:xfrm>
            <a:off x="2557462" y="4260864"/>
            <a:ext cx="1474580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Le nostre realizzazioni, aggiornate.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294" y="3859028"/>
            <a:ext cx="317678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30" b="0" spc="151">
                <a:solidFill>
                  <a:srgbClr val="3F8562"/>
                </a:solidFill>
                <a:latin typeface="Inter Medium"/>
              </a:rPr>
              <a:t>SEDE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294" y="4017977"/>
            <a:ext cx="1111582" cy="589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1100" b="0">
                <a:solidFill>
                  <a:srgbClr val="0A2A39"/>
                </a:solidFill>
                <a:latin typeface="Inter Light"/>
              </a:rPr>
              <a:t>Zona Industriale</a:t>
            </a:r>
          </a:p>
          <a:p>
            <a:pPr algn="l">
              <a:lnSpc>
                <a:spcPct val="117000"/>
              </a:lnSpc>
            </a:pPr>
            <a:r>
              <a:rPr sz="1100" b="0">
                <a:solidFill>
                  <a:srgbClr val="0A2A39"/>
                </a:solidFill>
                <a:latin typeface="Inter Light"/>
              </a:rPr>
              <a:t>C.da La Bruca</a:t>
            </a:r>
          </a:p>
          <a:p>
            <a:pPr algn="l">
              <a:lnSpc>
                <a:spcPct val="117000"/>
              </a:lnSpc>
            </a:pPr>
            <a:r>
              <a:rPr sz="1100" b="0">
                <a:solidFill>
                  <a:srgbClr val="0A2A39"/>
                </a:solidFill>
                <a:latin typeface="Inter Light"/>
              </a:rPr>
              <a:t>Scalea (CS)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687" y="6313353"/>
            <a:ext cx="444451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Instagram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570" y="6313353"/>
            <a:ext cx="346344" cy="126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Chiama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7606" y="5649133"/>
            <a:ext cx="2396790" cy="2490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690" b="0">
                <a:solidFill>
                  <a:srgbClr val="566D78"/>
                </a:solidFill>
                <a:latin typeface="Inter Light"/>
              </a:rPr>
              <a:t>Inquadra i codici con la fotocamera dello smartphone per aprire il profilo Instagram o avviare la chiamata.</a:t>
            </a:r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7386191" y="1929025"/>
            <a:ext cx="130507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01</a:t>
            </a:r>
          </a:p>
        </p:txBody>
      </p:sp>
      <p:sp>
        <p:nvSpPr>
          <p:cNvPr id="35" name="TextBox 34">
            <a:hlinkClick action="ppaction://hlinksldjump" r:id="rId12"/>
          </p:cNvPr>
          <p:cNvSpPr txBox="1"/>
          <p:nvPr/>
        </p:nvSpPr>
        <p:spPr>
          <a:xfrm>
            <a:off x="7376666" y="2958618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02</a:t>
            </a:r>
          </a:p>
        </p:txBody>
      </p:sp>
      <p:sp>
        <p:nvSpPr>
          <p:cNvPr id="36" name="TextBox 35">
            <a:hlinkClick action="ppaction://hlinksldjump" r:id="rId13"/>
          </p:cNvPr>
          <p:cNvSpPr txBox="1"/>
          <p:nvPr/>
        </p:nvSpPr>
        <p:spPr>
          <a:xfrm>
            <a:off x="7376666" y="3988211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03</a:t>
            </a:r>
          </a:p>
        </p:txBody>
      </p:sp>
      <p:sp>
        <p:nvSpPr>
          <p:cNvPr id="37" name="TextBox 36">
            <a:hlinkClick action="ppaction://hlinksldjump" r:id="rId14"/>
          </p:cNvPr>
          <p:cNvSpPr txBox="1"/>
          <p:nvPr/>
        </p:nvSpPr>
        <p:spPr>
          <a:xfrm>
            <a:off x="7371903" y="5017804"/>
            <a:ext cx="15993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04</a:t>
            </a:r>
          </a:p>
        </p:txBody>
      </p:sp>
      <p:sp>
        <p:nvSpPr>
          <p:cNvPr id="38" name="TextBox 37">
            <a:hlinkClick action="ppaction://hlinksldjump" r:id="rId15"/>
          </p:cNvPr>
          <p:cNvSpPr txBox="1"/>
          <p:nvPr/>
        </p:nvSpPr>
        <p:spPr>
          <a:xfrm>
            <a:off x="7376666" y="6047397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05</a:t>
            </a:r>
          </a:p>
        </p:txBody>
      </p:sp>
      <p:sp>
        <p:nvSpPr>
          <p:cNvPr id="39" name="TextBox 38">
            <a:hlinkClick action="ppaction://hlinksldjump" r:id="rId16"/>
          </p:cNvPr>
          <p:cNvSpPr txBox="1"/>
          <p:nvPr/>
        </p:nvSpPr>
        <p:spPr>
          <a:xfrm>
            <a:off x="7376666" y="7076990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06</a:t>
            </a:r>
          </a:p>
        </p:txBody>
      </p:sp>
      <p:sp>
        <p:nvSpPr>
          <p:cNvPr id="40" name="TextBox 39">
            <a:hlinkClick action="ppaction://hlinksldjump" r:id="rId17"/>
          </p:cNvPr>
          <p:cNvSpPr txBox="1"/>
          <p:nvPr/>
        </p:nvSpPr>
        <p:spPr>
          <a:xfrm>
            <a:off x="7376666" y="8106583"/>
            <a:ext cx="150129" cy="13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750" b="0">
                <a:solidFill>
                  <a:srgbClr val="0A2A39"/>
                </a:solidFill>
                <a:latin typeface="Inter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948" y="10222473"/>
            <a:ext cx="238425" cy="164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900" b="0">
                <a:solidFill>
                  <a:srgbClr val="0A2A39"/>
                </a:solidFill>
                <a:latin typeface="Inter Medium"/>
              </a:rPr>
              <a:t>130</a:t>
            </a:r>
          </a:p>
        </p:txBody>
      </p:sp>
      <p:sp>
        <p:nvSpPr>
          <p:cNvPr id="42" name="TextBox 41">
            <a:hlinkClick action="ppaction://hlinksldjump" r:id="rId18"/>
          </p:cNvPr>
          <p:cNvSpPr txBox="1"/>
          <p:nvPr/>
        </p:nvSpPr>
        <p:spPr>
          <a:xfrm>
            <a:off x="1090166" y="10245839"/>
            <a:ext cx="397850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128">
                <a:solidFill>
                  <a:srgbClr val="566D78"/>
                </a:solidFill>
                <a:latin typeface="Inter Medium"/>
              </a:rPr>
              <a:t>↑ </a:t>
            </a:r>
            <a:r>
              <a:rPr sz="640" b="0" spc="128">
                <a:solidFill>
                  <a:srgbClr val="566D78"/>
                </a:solidFill>
                <a:latin typeface="Inter Medium"/>
              </a:rPr>
              <a:t>INDICE</a:t>
            </a:r>
          </a:p>
        </p:txBody>
      </p:sp>
      <p:sp>
        <p:nvSpPr>
          <p:cNvPr id="43" name="TextBox 42">
            <a:hlinkClick r:id="rId9"/>
          </p:cNvPr>
          <p:cNvSpPr txBox="1"/>
          <p:nvPr/>
        </p:nvSpPr>
        <p:spPr>
          <a:xfrm>
            <a:off x="4761309" y="10245839"/>
            <a:ext cx="623037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334 712 4042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8660" y="10245839"/>
            <a:ext cx="58766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·</a:t>
            </a:r>
          </a:p>
        </p:txBody>
      </p:sp>
      <p:sp>
        <p:nvSpPr>
          <p:cNvPr id="45" name="TextBox 44">
            <a:hlinkClick r:id="rId10"/>
          </p:cNvPr>
          <p:cNvSpPr txBox="1"/>
          <p:nvPr/>
        </p:nvSpPr>
        <p:spPr>
          <a:xfrm>
            <a:off x="5648176" y="10245839"/>
            <a:ext cx="1222873" cy="11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7000"/>
              </a:lnSpc>
            </a:pPr>
            <a:r>
              <a:rPr sz="640" b="0" spc="51">
                <a:solidFill>
                  <a:srgbClr val="566D78"/>
                </a:solidFill>
                <a:latin typeface="Inter Light"/>
              </a:rPr>
              <a:t>@wastemanagementgroup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tro-emboss.jpg"/>
          <p:cNvPicPr>
            <a:picLocks noChangeAspect="1"/>
          </p:cNvPicPr>
          <p:nvPr/>
        </p:nvPicPr>
        <p:blipFill>
          <a:blip r:embed="rId2"/>
          <a:srcRect l="413" r="413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Picture 2" descr="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926" y="7055941"/>
            <a:ext cx="3311872" cy="380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25689" y="8144237"/>
            <a:ext cx="2308494" cy="2501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7000"/>
              </a:lnSpc>
            </a:pPr>
            <a:r>
              <a:rPr sz="1500" b="0">
                <a:solidFill>
                  <a:srgbClr val="FFFFFF"/>
                </a:solidFill>
                <a:latin typeface="Inter Light"/>
              </a:rPr>
              <a:t>La tua attività. </a:t>
            </a:r>
            <a:r>
              <a:rPr sz="1500" b="0">
                <a:solidFill>
                  <a:srgbClr val="73B18D"/>
                </a:solidFill>
                <a:latin typeface="Inter Light"/>
              </a:rPr>
              <a:t>Il tuo stile.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8023" y="8782709"/>
            <a:ext cx="4283827" cy="145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7000"/>
              </a:lnSpc>
            </a:pPr>
            <a:r>
              <a:rPr sz="800" b="0" spc="176">
                <a:solidFill>
                  <a:srgbClr val="9CBCAD"/>
                </a:solidFill>
                <a:latin typeface="Inter Light"/>
              </a:rPr>
              <a:t>334 712 4042 · @WASTEMANAGEMENTGROUP · SCALEA (CS)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Management Group · Catalogo prodotti</dc:title>
  <dc:subject/>
  <dc:creator>Waste Management Group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